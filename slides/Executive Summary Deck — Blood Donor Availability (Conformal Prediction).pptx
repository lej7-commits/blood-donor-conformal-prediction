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Shantell Sans" panose="020B060402020202020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Jiayang" userId="72dc08ead7328938" providerId="LiveId" clId="{2E694533-A3D7-44F0-8378-4BF09FAADAF7}"/>
    <pc:docChg chg="undo custSel modSld">
      <pc:chgData name="Le Jiayang" userId="72dc08ead7328938" providerId="LiveId" clId="{2E694533-A3D7-44F0-8378-4BF09FAADAF7}" dt="2026-01-15T12:38:52.836" v="30" actId="20577"/>
      <pc:docMkLst>
        <pc:docMk/>
      </pc:docMkLst>
      <pc:sldChg chg="modSp mod">
        <pc:chgData name="Le Jiayang" userId="72dc08ead7328938" providerId="LiveId" clId="{2E694533-A3D7-44F0-8378-4BF09FAADAF7}" dt="2026-01-15T12:38:52.836" v="30" actId="20577"/>
        <pc:sldMkLst>
          <pc:docMk/>
          <pc:sldMk cId="0" sldId="257"/>
        </pc:sldMkLst>
        <pc:spChg chg="mod">
          <ac:chgData name="Le Jiayang" userId="72dc08ead7328938" providerId="LiveId" clId="{2E694533-A3D7-44F0-8378-4BF09FAADAF7}" dt="2026-01-15T12:38:52.836" v="30" actId="20577"/>
          <ac:spMkLst>
            <pc:docMk/>
            <pc:sldMk cId="0" sldId="257"/>
            <ac:spMk id="138" creationId="{00000000-0000-0000-0000-000000000000}"/>
          </ac:spMkLst>
        </pc:spChg>
      </pc:sldChg>
      <pc:sldChg chg="modSp mod">
        <pc:chgData name="Le Jiayang" userId="72dc08ead7328938" providerId="LiveId" clId="{2E694533-A3D7-44F0-8378-4BF09FAADAF7}" dt="2026-01-15T08:44:53.973" v="2" actId="1076"/>
        <pc:sldMkLst>
          <pc:docMk/>
          <pc:sldMk cId="0" sldId="259"/>
        </pc:sldMkLst>
        <pc:spChg chg="mod">
          <ac:chgData name="Le Jiayang" userId="72dc08ead7328938" providerId="LiveId" clId="{2E694533-A3D7-44F0-8378-4BF09FAADAF7}" dt="2026-01-15T08:44:53.973" v="2" actId="1076"/>
          <ac:spMkLst>
            <pc:docMk/>
            <pc:sldMk cId="0" sldId="259"/>
            <ac:spMk id="154" creationId="{00000000-0000-0000-0000-000000000000}"/>
          </ac:spMkLst>
        </pc:spChg>
      </pc:sldChg>
      <pc:sldChg chg="modSp mod">
        <pc:chgData name="Le Jiayang" userId="72dc08ead7328938" providerId="LiveId" clId="{2E694533-A3D7-44F0-8378-4BF09FAADAF7}" dt="2026-01-15T10:16:32.276" v="5" actId="1036"/>
        <pc:sldMkLst>
          <pc:docMk/>
          <pc:sldMk cId="0" sldId="260"/>
        </pc:sldMkLst>
        <pc:picChg chg="mod">
          <ac:chgData name="Le Jiayang" userId="72dc08ead7328938" providerId="LiveId" clId="{2E694533-A3D7-44F0-8378-4BF09FAADAF7}" dt="2026-01-15T10:16:32.276" v="5" actId="1036"/>
          <ac:picMkLst>
            <pc:docMk/>
            <pc:sldMk cId="0" sldId="260"/>
            <ac:picMk id="186" creationId="{00000000-0000-0000-0000-000000000000}"/>
          </ac:picMkLst>
        </pc:picChg>
      </pc:sldChg>
      <pc:sldChg chg="modSp mod">
        <pc:chgData name="Le Jiayang" userId="72dc08ead7328938" providerId="LiveId" clId="{2E694533-A3D7-44F0-8378-4BF09FAADAF7}" dt="2026-01-15T10:40:27.657" v="7" actId="1037"/>
        <pc:sldMkLst>
          <pc:docMk/>
          <pc:sldMk cId="0" sldId="262"/>
        </pc:sldMkLst>
        <pc:spChg chg="mod">
          <ac:chgData name="Le Jiayang" userId="72dc08ead7328938" providerId="LiveId" clId="{2E694533-A3D7-44F0-8378-4BF09FAADAF7}" dt="2026-01-15T08:43:15.768" v="1" actId="14100"/>
          <ac:spMkLst>
            <pc:docMk/>
            <pc:sldMk cId="0" sldId="262"/>
            <ac:spMk id="336" creationId="{00000000-0000-0000-0000-000000000000}"/>
          </ac:spMkLst>
        </pc:spChg>
        <pc:spChg chg="mod">
          <ac:chgData name="Le Jiayang" userId="72dc08ead7328938" providerId="LiveId" clId="{2E694533-A3D7-44F0-8378-4BF09FAADAF7}" dt="2026-01-15T10:40:27.657" v="7" actId="1037"/>
          <ac:spMkLst>
            <pc:docMk/>
            <pc:sldMk cId="0" sldId="262"/>
            <ac:spMk id="33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5" name="Google Shape;1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2" name="Google Shape;15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" name="Google Shape;1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9" name="Google Shape;18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6" name="Google Shape;21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MY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F3A"/>
            </a:gs>
            <a:gs pos="43068">
              <a:srgbClr val="0D5C7A"/>
            </a:gs>
            <a:gs pos="74000">
              <a:srgbClr val="0D5C7A"/>
            </a:gs>
            <a:gs pos="83000">
              <a:srgbClr val="00B3B8"/>
            </a:gs>
            <a:gs pos="100000">
              <a:srgbClr val="00B3B8"/>
            </a:gs>
          </a:gsLst>
          <a:lin ang="1080000" scaled="0"/>
        </a:gra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3322109" y="3767731"/>
            <a:ext cx="1175425" cy="616601"/>
          </a:xfrm>
          <a:custGeom>
            <a:avLst/>
            <a:gdLst/>
            <a:ahLst/>
            <a:cxnLst/>
            <a:rect l="l" t="t" r="r" b="b"/>
            <a:pathLst>
              <a:path w="879905" h="522616" extrusionOk="0">
                <a:moveTo>
                  <a:pt x="26635" y="173593"/>
                </a:moveTo>
                <a:cubicBezTo>
                  <a:pt x="26635" y="87358"/>
                  <a:pt x="96543" y="17451"/>
                  <a:pt x="182777" y="17451"/>
                </a:cubicBezTo>
                <a:moveTo>
                  <a:pt x="182777" y="17451"/>
                </a:moveTo>
                <a:lnTo>
                  <a:pt x="695119" y="17451"/>
                </a:lnTo>
                <a:moveTo>
                  <a:pt x="851261" y="338919"/>
                </a:moveTo>
                <a:cubicBezTo>
                  <a:pt x="851261" y="425154"/>
                  <a:pt x="781353" y="495061"/>
                  <a:pt x="695119" y="495061"/>
                </a:cubicBezTo>
                <a:moveTo>
                  <a:pt x="695119" y="17451"/>
                </a:moveTo>
                <a:cubicBezTo>
                  <a:pt x="781353" y="17451"/>
                  <a:pt x="851261" y="87358"/>
                  <a:pt x="851261" y="173593"/>
                </a:cubicBezTo>
                <a:moveTo>
                  <a:pt x="26635" y="173593"/>
                </a:moveTo>
                <a:lnTo>
                  <a:pt x="26635" y="338919"/>
                </a:lnTo>
                <a:moveTo>
                  <a:pt x="851261" y="173593"/>
                </a:moveTo>
                <a:lnTo>
                  <a:pt x="851261" y="338919"/>
                </a:lnTo>
                <a:moveTo>
                  <a:pt x="695119" y="495061"/>
                </a:moveTo>
                <a:lnTo>
                  <a:pt x="182777" y="495061"/>
                </a:lnTo>
                <a:moveTo>
                  <a:pt x="26635" y="338919"/>
                </a:moveTo>
                <a:cubicBezTo>
                  <a:pt x="26635" y="425154"/>
                  <a:pt x="96543" y="495061"/>
                  <a:pt x="182777" y="495061"/>
                </a:cubicBezTo>
                <a:moveTo>
                  <a:pt x="26635" y="173593"/>
                </a:moveTo>
                <a:cubicBezTo>
                  <a:pt x="16532" y="88174"/>
                  <a:pt x="97359" y="29391"/>
                  <a:pt x="182777" y="17451"/>
                </a:cubicBezTo>
                <a:moveTo>
                  <a:pt x="695290" y="17451"/>
                </a:moveTo>
                <a:cubicBezTo>
                  <a:pt x="524453" y="5510"/>
                  <a:pt x="353615" y="7347"/>
                  <a:pt x="182777" y="17451"/>
                </a:cubicBezTo>
                <a:moveTo>
                  <a:pt x="851432" y="338919"/>
                </a:moveTo>
                <a:cubicBezTo>
                  <a:pt x="849595" y="425257"/>
                  <a:pt x="781628" y="496898"/>
                  <a:pt x="695290" y="495061"/>
                </a:cubicBezTo>
                <a:moveTo>
                  <a:pt x="695290" y="17451"/>
                </a:moveTo>
                <a:cubicBezTo>
                  <a:pt x="780709" y="10103"/>
                  <a:pt x="855106" y="87255"/>
                  <a:pt x="851432" y="173593"/>
                </a:cubicBezTo>
                <a:moveTo>
                  <a:pt x="26635" y="173593"/>
                </a:moveTo>
                <a:cubicBezTo>
                  <a:pt x="33065" y="228702"/>
                  <a:pt x="21125" y="283810"/>
                  <a:pt x="26635" y="338919"/>
                </a:cubicBezTo>
                <a:moveTo>
                  <a:pt x="851432" y="338919"/>
                </a:moveTo>
                <a:cubicBezTo>
                  <a:pt x="852351" y="283810"/>
                  <a:pt x="852351" y="228702"/>
                  <a:pt x="851432" y="173593"/>
                </a:cubicBezTo>
                <a:moveTo>
                  <a:pt x="695290" y="495061"/>
                </a:moveTo>
                <a:cubicBezTo>
                  <a:pt x="524453" y="492306"/>
                  <a:pt x="352697" y="484040"/>
                  <a:pt x="182777" y="495061"/>
                </a:cubicBezTo>
                <a:moveTo>
                  <a:pt x="182777" y="495061"/>
                </a:moveTo>
                <a:cubicBezTo>
                  <a:pt x="97359" y="482203"/>
                  <a:pt x="24799" y="425257"/>
                  <a:pt x="26635" y="338919"/>
                </a:cubicBezTo>
                <a:moveTo>
                  <a:pt x="182777" y="17451"/>
                </a:moveTo>
                <a:cubicBezTo>
                  <a:pt x="98277" y="35820"/>
                  <a:pt x="0" y="91848"/>
                  <a:pt x="26635" y="173593"/>
                </a:cubicBezTo>
                <a:moveTo>
                  <a:pt x="695290" y="17451"/>
                </a:moveTo>
                <a:cubicBezTo>
                  <a:pt x="639263" y="32146"/>
                  <a:pt x="576806" y="35820"/>
                  <a:pt x="522616" y="17451"/>
                </a:cubicBezTo>
                <a:cubicBezTo>
                  <a:pt x="472099" y="0"/>
                  <a:pt x="415153" y="21125"/>
                  <a:pt x="361881" y="17451"/>
                </a:cubicBezTo>
                <a:cubicBezTo>
                  <a:pt x="302180" y="13777"/>
                  <a:pt x="241560" y="25717"/>
                  <a:pt x="182777" y="17451"/>
                </a:cubicBezTo>
                <a:moveTo>
                  <a:pt x="851432" y="338919"/>
                </a:moveTo>
                <a:cubicBezTo>
                  <a:pt x="879905" y="420664"/>
                  <a:pt x="781628" y="494143"/>
                  <a:pt x="695290" y="495061"/>
                </a:cubicBezTo>
                <a:moveTo>
                  <a:pt x="851432" y="173593"/>
                </a:moveTo>
                <a:cubicBezTo>
                  <a:pt x="852351" y="87255"/>
                  <a:pt x="781628" y="14695"/>
                  <a:pt x="695290" y="17451"/>
                </a:cubicBezTo>
                <a:moveTo>
                  <a:pt x="26635" y="338919"/>
                </a:moveTo>
                <a:cubicBezTo>
                  <a:pt x="10103" y="286566"/>
                  <a:pt x="40413" y="226865"/>
                  <a:pt x="26635" y="173593"/>
                </a:cubicBezTo>
                <a:moveTo>
                  <a:pt x="851432" y="338919"/>
                </a:moveTo>
                <a:cubicBezTo>
                  <a:pt x="839492" y="284729"/>
                  <a:pt x="835818" y="226865"/>
                  <a:pt x="851432" y="173593"/>
                </a:cubicBezTo>
                <a:moveTo>
                  <a:pt x="182777" y="495061"/>
                </a:moveTo>
                <a:cubicBezTo>
                  <a:pt x="240642" y="491387"/>
                  <a:pt x="299425" y="487714"/>
                  <a:pt x="357289" y="495061"/>
                </a:cubicBezTo>
                <a:cubicBezTo>
                  <a:pt x="411480" y="502409"/>
                  <a:pt x="468425" y="507920"/>
                  <a:pt x="521697" y="495061"/>
                </a:cubicBezTo>
                <a:cubicBezTo>
                  <a:pt x="577725" y="481284"/>
                  <a:pt x="639263" y="478529"/>
                  <a:pt x="695290" y="495061"/>
                </a:cubicBezTo>
                <a:moveTo>
                  <a:pt x="182777" y="495061"/>
                </a:moveTo>
                <a:cubicBezTo>
                  <a:pt x="101033" y="522616"/>
                  <a:pt x="47761" y="422501"/>
                  <a:pt x="26635" y="338919"/>
                </a:cubicBezTo>
              </a:path>
            </a:pathLst>
          </a:custGeom>
          <a:noFill/>
          <a:ln w="27550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5379278" y="2765049"/>
            <a:ext cx="1285874" cy="52353"/>
          </a:xfrm>
          <a:custGeom>
            <a:avLst/>
            <a:gdLst/>
            <a:ahLst/>
            <a:cxnLst/>
            <a:rect l="l" t="t" r="r" b="b"/>
            <a:pathLst>
              <a:path w="1285874" h="52353" extrusionOk="0">
                <a:moveTo>
                  <a:pt x="1285874" y="27554"/>
                </a:moveTo>
                <a:lnTo>
                  <a:pt x="0" y="27554"/>
                </a:lnTo>
                <a:moveTo>
                  <a:pt x="1285874" y="27554"/>
                </a:moveTo>
                <a:cubicBezTo>
                  <a:pt x="1074624" y="35820"/>
                  <a:pt x="862454" y="30309"/>
                  <a:pt x="651203" y="27554"/>
                </a:cubicBezTo>
                <a:cubicBezTo>
                  <a:pt x="434442" y="24799"/>
                  <a:pt x="216761" y="33065"/>
                  <a:pt x="0" y="27554"/>
                </a:cubicBezTo>
                <a:moveTo>
                  <a:pt x="0" y="27554"/>
                </a:moveTo>
                <a:cubicBezTo>
                  <a:pt x="90011" y="21125"/>
                  <a:pt x="183696" y="0"/>
                  <a:pt x="270033" y="27554"/>
                </a:cubicBezTo>
                <a:cubicBezTo>
                  <a:pt x="345349" y="52353"/>
                  <a:pt x="428931" y="25717"/>
                  <a:pt x="507920" y="27554"/>
                </a:cubicBezTo>
                <a:cubicBezTo>
                  <a:pt x="593339" y="29391"/>
                  <a:pt x="681513" y="43168"/>
                  <a:pt x="765095" y="27554"/>
                </a:cubicBezTo>
                <a:cubicBezTo>
                  <a:pt x="843166" y="12858"/>
                  <a:pt x="923993" y="20206"/>
                  <a:pt x="1002982" y="27554"/>
                </a:cubicBezTo>
                <a:cubicBezTo>
                  <a:pt x="1096667" y="36739"/>
                  <a:pt x="1194945" y="3673"/>
                  <a:pt x="1285874" y="27554"/>
                </a:cubicBezTo>
              </a:path>
            </a:pathLst>
          </a:custGeom>
          <a:noFill/>
          <a:ln w="27550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6995806" y="2604314"/>
            <a:ext cx="1065726" cy="27554"/>
          </a:xfrm>
          <a:custGeom>
            <a:avLst/>
            <a:gdLst/>
            <a:ahLst/>
            <a:cxnLst/>
            <a:rect l="l" t="t" r="r" b="b"/>
            <a:pathLst>
              <a:path w="1065726" h="27554" extrusionOk="0">
                <a:moveTo>
                  <a:pt x="0" y="13777"/>
                </a:moveTo>
                <a:lnTo>
                  <a:pt x="1065726" y="13777"/>
                </a:lnTo>
                <a:moveTo>
                  <a:pt x="1065439" y="13777"/>
                </a:moveTo>
                <a:cubicBezTo>
                  <a:pt x="878987" y="14695"/>
                  <a:pt x="692535" y="3673"/>
                  <a:pt x="507002" y="13777"/>
                </a:cubicBezTo>
                <a:cubicBezTo>
                  <a:pt x="338001" y="22962"/>
                  <a:pt x="168082" y="0"/>
                  <a:pt x="0" y="13777"/>
                </a:cubicBezTo>
                <a:moveTo>
                  <a:pt x="0" y="13777"/>
                </a:moveTo>
                <a:cubicBezTo>
                  <a:pt x="62456" y="918"/>
                  <a:pt x="128587" y="2755"/>
                  <a:pt x="191044" y="13777"/>
                </a:cubicBezTo>
                <a:cubicBezTo>
                  <a:pt x="248908" y="23880"/>
                  <a:pt x="308610" y="8266"/>
                  <a:pt x="366474" y="13777"/>
                </a:cubicBezTo>
                <a:cubicBezTo>
                  <a:pt x="422501" y="19288"/>
                  <a:pt x="479447" y="1836"/>
                  <a:pt x="534556" y="13777"/>
                </a:cubicBezTo>
                <a:cubicBezTo>
                  <a:pt x="588747" y="25717"/>
                  <a:pt x="647529" y="1836"/>
                  <a:pt x="701720" y="13777"/>
                </a:cubicBezTo>
                <a:cubicBezTo>
                  <a:pt x="765095" y="27554"/>
                  <a:pt x="832144" y="22962"/>
                  <a:pt x="896438" y="13777"/>
                </a:cubicBezTo>
                <a:cubicBezTo>
                  <a:pt x="952465" y="6429"/>
                  <a:pt x="1010330" y="4592"/>
                  <a:pt x="1065439" y="13777"/>
                </a:cubicBezTo>
              </a:path>
            </a:pathLst>
          </a:custGeom>
          <a:noFill/>
          <a:ln w="27550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6995806" y="2926701"/>
            <a:ext cx="1005737" cy="46842"/>
          </a:xfrm>
          <a:custGeom>
            <a:avLst/>
            <a:gdLst/>
            <a:ahLst/>
            <a:cxnLst/>
            <a:rect l="l" t="t" r="r" b="b"/>
            <a:pathLst>
              <a:path w="1005737" h="46842" extrusionOk="0">
                <a:moveTo>
                  <a:pt x="1005737" y="22043"/>
                </a:moveTo>
                <a:lnTo>
                  <a:pt x="0" y="22043"/>
                </a:lnTo>
                <a:moveTo>
                  <a:pt x="1005737" y="22043"/>
                </a:moveTo>
                <a:cubicBezTo>
                  <a:pt x="842248" y="17451"/>
                  <a:pt x="679676" y="26635"/>
                  <a:pt x="516186" y="22043"/>
                </a:cubicBezTo>
                <a:cubicBezTo>
                  <a:pt x="344430" y="17451"/>
                  <a:pt x="171756" y="26635"/>
                  <a:pt x="0" y="22043"/>
                </a:cubicBezTo>
                <a:moveTo>
                  <a:pt x="0" y="22043"/>
                </a:moveTo>
                <a:cubicBezTo>
                  <a:pt x="66130" y="8266"/>
                  <a:pt x="135935" y="11940"/>
                  <a:pt x="202984" y="22043"/>
                </a:cubicBezTo>
                <a:cubicBezTo>
                  <a:pt x="270033" y="32146"/>
                  <a:pt x="338001" y="26635"/>
                  <a:pt x="405050" y="22043"/>
                </a:cubicBezTo>
                <a:cubicBezTo>
                  <a:pt x="470262" y="17451"/>
                  <a:pt x="538230" y="40413"/>
                  <a:pt x="600687" y="22043"/>
                </a:cubicBezTo>
                <a:cubicBezTo>
                  <a:pt x="661307" y="4592"/>
                  <a:pt x="731111" y="0"/>
                  <a:pt x="789894" y="22043"/>
                </a:cubicBezTo>
                <a:cubicBezTo>
                  <a:pt x="857862" y="46842"/>
                  <a:pt x="935014" y="33065"/>
                  <a:pt x="1005737" y="22043"/>
                </a:cubicBezTo>
              </a:path>
            </a:pathLst>
          </a:custGeom>
          <a:noFill/>
          <a:ln w="27550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5379278" y="3824058"/>
            <a:ext cx="1285874" cy="32146"/>
          </a:xfrm>
          <a:custGeom>
            <a:avLst/>
            <a:gdLst/>
            <a:ahLst/>
            <a:cxnLst/>
            <a:rect l="l" t="t" r="r" b="b"/>
            <a:pathLst>
              <a:path w="1285874" h="32146" extrusionOk="0">
                <a:moveTo>
                  <a:pt x="1285874" y="15614"/>
                </a:moveTo>
                <a:lnTo>
                  <a:pt x="0" y="15614"/>
                </a:lnTo>
                <a:moveTo>
                  <a:pt x="1285874" y="15614"/>
                </a:moveTo>
                <a:cubicBezTo>
                  <a:pt x="1153613" y="11940"/>
                  <a:pt x="1020433" y="10103"/>
                  <a:pt x="888172" y="15614"/>
                </a:cubicBezTo>
                <a:cubicBezTo>
                  <a:pt x="736622" y="22043"/>
                  <a:pt x="584154" y="17451"/>
                  <a:pt x="432605" y="15614"/>
                </a:cubicBezTo>
                <a:cubicBezTo>
                  <a:pt x="288403" y="13777"/>
                  <a:pt x="144201" y="22962"/>
                  <a:pt x="0" y="15614"/>
                </a:cubicBezTo>
                <a:moveTo>
                  <a:pt x="0" y="15614"/>
                </a:moveTo>
                <a:cubicBezTo>
                  <a:pt x="46842" y="11021"/>
                  <a:pt x="93685" y="17451"/>
                  <a:pt x="139609" y="15614"/>
                </a:cubicBezTo>
                <a:cubicBezTo>
                  <a:pt x="185533" y="13777"/>
                  <a:pt x="231457" y="22962"/>
                  <a:pt x="276463" y="15614"/>
                </a:cubicBezTo>
                <a:cubicBezTo>
                  <a:pt x="321468" y="8266"/>
                  <a:pt x="369229" y="22962"/>
                  <a:pt x="414235" y="15614"/>
                </a:cubicBezTo>
                <a:cubicBezTo>
                  <a:pt x="466588" y="7347"/>
                  <a:pt x="520779" y="23880"/>
                  <a:pt x="573132" y="15614"/>
                </a:cubicBezTo>
                <a:cubicBezTo>
                  <a:pt x="619975" y="8266"/>
                  <a:pt x="670491" y="32146"/>
                  <a:pt x="714579" y="15614"/>
                </a:cubicBezTo>
                <a:cubicBezTo>
                  <a:pt x="758666" y="0"/>
                  <a:pt x="809182" y="24799"/>
                  <a:pt x="855106" y="15614"/>
                </a:cubicBezTo>
                <a:cubicBezTo>
                  <a:pt x="899194" y="6429"/>
                  <a:pt x="946955" y="1836"/>
                  <a:pt x="989205" y="15614"/>
                </a:cubicBezTo>
                <a:cubicBezTo>
                  <a:pt x="1035129" y="31228"/>
                  <a:pt x="1086564" y="10103"/>
                  <a:pt x="1135243" y="15614"/>
                </a:cubicBezTo>
                <a:cubicBezTo>
                  <a:pt x="1184841" y="22043"/>
                  <a:pt x="1236276" y="7347"/>
                  <a:pt x="1285874" y="15614"/>
                </a:cubicBezTo>
              </a:path>
            </a:pathLst>
          </a:custGeom>
          <a:noFill/>
          <a:ln w="27550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6995806" y="3589845"/>
            <a:ext cx="1099423" cy="40413"/>
          </a:xfrm>
          <a:custGeom>
            <a:avLst/>
            <a:gdLst/>
            <a:ahLst/>
            <a:cxnLst/>
            <a:rect l="l" t="t" r="r" b="b"/>
            <a:pathLst>
              <a:path w="1099423" h="40413" extrusionOk="0">
                <a:moveTo>
                  <a:pt x="1099404" y="20206"/>
                </a:moveTo>
                <a:lnTo>
                  <a:pt x="0" y="20206"/>
                </a:lnTo>
                <a:moveTo>
                  <a:pt x="0" y="20206"/>
                </a:moveTo>
                <a:cubicBezTo>
                  <a:pt x="175430" y="33065"/>
                  <a:pt x="351778" y="27554"/>
                  <a:pt x="527208" y="20206"/>
                </a:cubicBezTo>
                <a:cubicBezTo>
                  <a:pt x="718253" y="11940"/>
                  <a:pt x="908378" y="22043"/>
                  <a:pt x="1099423" y="20206"/>
                </a:cubicBezTo>
                <a:moveTo>
                  <a:pt x="0" y="20206"/>
                </a:moveTo>
                <a:cubicBezTo>
                  <a:pt x="56027" y="21125"/>
                  <a:pt x="112054" y="15614"/>
                  <a:pt x="167163" y="20206"/>
                </a:cubicBezTo>
                <a:cubicBezTo>
                  <a:pt x="214924" y="23880"/>
                  <a:pt x="264522" y="33983"/>
                  <a:pt x="309528" y="20206"/>
                </a:cubicBezTo>
                <a:cubicBezTo>
                  <a:pt x="361881" y="3673"/>
                  <a:pt x="422501" y="40413"/>
                  <a:pt x="473936" y="20206"/>
                </a:cubicBezTo>
                <a:cubicBezTo>
                  <a:pt x="524453" y="0"/>
                  <a:pt x="584154" y="23880"/>
                  <a:pt x="639263" y="20206"/>
                </a:cubicBezTo>
                <a:cubicBezTo>
                  <a:pt x="688861" y="16532"/>
                  <a:pt x="740296" y="13777"/>
                  <a:pt x="789894" y="20206"/>
                </a:cubicBezTo>
                <a:cubicBezTo>
                  <a:pt x="845922" y="27554"/>
                  <a:pt x="903786" y="28472"/>
                  <a:pt x="959813" y="20206"/>
                </a:cubicBezTo>
                <a:cubicBezTo>
                  <a:pt x="1005737" y="12858"/>
                  <a:pt x="1055335" y="36739"/>
                  <a:pt x="1099423" y="20206"/>
                </a:cubicBezTo>
              </a:path>
            </a:pathLst>
          </a:custGeom>
          <a:noFill/>
          <a:ln w="27550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6995806" y="4026124"/>
            <a:ext cx="903786" cy="54190"/>
          </a:xfrm>
          <a:custGeom>
            <a:avLst/>
            <a:gdLst/>
            <a:ahLst/>
            <a:cxnLst/>
            <a:rect l="l" t="t" r="r" b="b"/>
            <a:pathLst>
              <a:path w="903786" h="54190" extrusionOk="0">
                <a:moveTo>
                  <a:pt x="903366" y="24799"/>
                </a:moveTo>
                <a:lnTo>
                  <a:pt x="0" y="24799"/>
                </a:lnTo>
                <a:moveTo>
                  <a:pt x="0" y="24799"/>
                </a:moveTo>
                <a:cubicBezTo>
                  <a:pt x="136853" y="39494"/>
                  <a:pt x="275544" y="40413"/>
                  <a:pt x="412398" y="24799"/>
                </a:cubicBezTo>
                <a:cubicBezTo>
                  <a:pt x="574969" y="5510"/>
                  <a:pt x="740296" y="16532"/>
                  <a:pt x="903786" y="24799"/>
                </a:cubicBezTo>
                <a:moveTo>
                  <a:pt x="903786" y="24799"/>
                </a:moveTo>
                <a:cubicBezTo>
                  <a:pt x="838574" y="43168"/>
                  <a:pt x="765095" y="0"/>
                  <a:pt x="702638" y="24799"/>
                </a:cubicBezTo>
                <a:cubicBezTo>
                  <a:pt x="630078" y="54190"/>
                  <a:pt x="545578" y="15614"/>
                  <a:pt x="468425" y="24799"/>
                </a:cubicBezTo>
                <a:cubicBezTo>
                  <a:pt x="392191" y="33983"/>
                  <a:pt x="314120" y="41331"/>
                  <a:pt x="239723" y="24799"/>
                </a:cubicBezTo>
                <a:cubicBezTo>
                  <a:pt x="161652" y="7347"/>
                  <a:pt x="77152" y="45005"/>
                  <a:pt x="0" y="24799"/>
                </a:cubicBezTo>
              </a:path>
            </a:pathLst>
          </a:custGeom>
          <a:noFill/>
          <a:ln w="27550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5379278" y="5087890"/>
            <a:ext cx="1285874" cy="38576"/>
          </a:xfrm>
          <a:custGeom>
            <a:avLst/>
            <a:gdLst/>
            <a:ahLst/>
            <a:cxnLst/>
            <a:rect l="l" t="t" r="r" b="b"/>
            <a:pathLst>
              <a:path w="1285874" h="38576" extrusionOk="0">
                <a:moveTo>
                  <a:pt x="1285874" y="19288"/>
                </a:moveTo>
                <a:lnTo>
                  <a:pt x="0" y="19288"/>
                </a:lnTo>
                <a:moveTo>
                  <a:pt x="1285874" y="19288"/>
                </a:moveTo>
                <a:cubicBezTo>
                  <a:pt x="1150858" y="27554"/>
                  <a:pt x="1015841" y="20206"/>
                  <a:pt x="881742" y="19288"/>
                </a:cubicBezTo>
                <a:cubicBezTo>
                  <a:pt x="736622" y="17451"/>
                  <a:pt x="591502" y="26635"/>
                  <a:pt x="446382" y="19288"/>
                </a:cubicBezTo>
                <a:cubicBezTo>
                  <a:pt x="297588" y="11940"/>
                  <a:pt x="148794" y="26635"/>
                  <a:pt x="0" y="19288"/>
                </a:cubicBezTo>
                <a:moveTo>
                  <a:pt x="0" y="19288"/>
                </a:moveTo>
                <a:cubicBezTo>
                  <a:pt x="51434" y="33983"/>
                  <a:pt x="106543" y="23880"/>
                  <a:pt x="158897" y="19288"/>
                </a:cubicBezTo>
                <a:cubicBezTo>
                  <a:pt x="214924" y="14695"/>
                  <a:pt x="274626" y="38576"/>
                  <a:pt x="326979" y="19288"/>
                </a:cubicBezTo>
                <a:cubicBezTo>
                  <a:pt x="378414" y="0"/>
                  <a:pt x="439034" y="5510"/>
                  <a:pt x="493224" y="19288"/>
                </a:cubicBezTo>
                <a:cubicBezTo>
                  <a:pt x="548333" y="33983"/>
                  <a:pt x="608035" y="12858"/>
                  <a:pt x="664981" y="19288"/>
                </a:cubicBezTo>
                <a:cubicBezTo>
                  <a:pt x="713660" y="24799"/>
                  <a:pt x="764177" y="15614"/>
                  <a:pt x="813775" y="19288"/>
                </a:cubicBezTo>
                <a:cubicBezTo>
                  <a:pt x="867047" y="23880"/>
                  <a:pt x="922156" y="28472"/>
                  <a:pt x="975428" y="19288"/>
                </a:cubicBezTo>
                <a:cubicBezTo>
                  <a:pt x="1029618" y="10103"/>
                  <a:pt x="1086564" y="11021"/>
                  <a:pt x="1140754" y="19288"/>
                </a:cubicBezTo>
                <a:cubicBezTo>
                  <a:pt x="1188515" y="26635"/>
                  <a:pt x="1237195" y="21125"/>
                  <a:pt x="1285874" y="19288"/>
                </a:cubicBezTo>
              </a:path>
            </a:pathLst>
          </a:custGeom>
          <a:noFill/>
          <a:ln w="27550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6995806" y="4686513"/>
            <a:ext cx="785302" cy="47761"/>
          </a:xfrm>
          <a:custGeom>
            <a:avLst/>
            <a:gdLst/>
            <a:ahLst/>
            <a:cxnLst/>
            <a:rect l="l" t="t" r="r" b="b"/>
            <a:pathLst>
              <a:path w="785302" h="47761" extrusionOk="0">
                <a:moveTo>
                  <a:pt x="785015" y="25717"/>
                </a:moveTo>
                <a:lnTo>
                  <a:pt x="0" y="25717"/>
                </a:lnTo>
                <a:moveTo>
                  <a:pt x="785302" y="25717"/>
                </a:moveTo>
                <a:cubicBezTo>
                  <a:pt x="523534" y="39494"/>
                  <a:pt x="261767" y="21125"/>
                  <a:pt x="0" y="25717"/>
                </a:cubicBezTo>
                <a:moveTo>
                  <a:pt x="0" y="25717"/>
                </a:moveTo>
                <a:cubicBezTo>
                  <a:pt x="65212" y="1836"/>
                  <a:pt x="140527" y="15614"/>
                  <a:pt x="209413" y="25717"/>
                </a:cubicBezTo>
                <a:cubicBezTo>
                  <a:pt x="277381" y="35820"/>
                  <a:pt x="351778" y="0"/>
                  <a:pt x="415153" y="25717"/>
                </a:cubicBezTo>
                <a:cubicBezTo>
                  <a:pt x="470262" y="47761"/>
                  <a:pt x="535475" y="8266"/>
                  <a:pt x="592420" y="25717"/>
                </a:cubicBezTo>
                <a:cubicBezTo>
                  <a:pt x="653959" y="44087"/>
                  <a:pt x="721008" y="29391"/>
                  <a:pt x="785302" y="25717"/>
                </a:cubicBezTo>
              </a:path>
            </a:pathLst>
          </a:custGeom>
          <a:noFill/>
          <a:ln w="27550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6995806" y="5009819"/>
            <a:ext cx="850514" cy="63375"/>
          </a:xfrm>
          <a:custGeom>
            <a:avLst/>
            <a:gdLst/>
            <a:ahLst/>
            <a:cxnLst/>
            <a:rect l="l" t="t" r="r" b="b"/>
            <a:pathLst>
              <a:path w="850514" h="63375" extrusionOk="0">
                <a:moveTo>
                  <a:pt x="850266" y="33065"/>
                </a:moveTo>
                <a:lnTo>
                  <a:pt x="0" y="33065"/>
                </a:lnTo>
                <a:moveTo>
                  <a:pt x="850514" y="33065"/>
                </a:moveTo>
                <a:cubicBezTo>
                  <a:pt x="704475" y="17451"/>
                  <a:pt x="556600" y="26635"/>
                  <a:pt x="410561" y="33065"/>
                </a:cubicBezTo>
                <a:cubicBezTo>
                  <a:pt x="273707" y="39494"/>
                  <a:pt x="136853" y="33065"/>
                  <a:pt x="0" y="33065"/>
                </a:cubicBezTo>
                <a:moveTo>
                  <a:pt x="0" y="33065"/>
                </a:moveTo>
                <a:cubicBezTo>
                  <a:pt x="97359" y="16532"/>
                  <a:pt x="202066" y="0"/>
                  <a:pt x="294832" y="33065"/>
                </a:cubicBezTo>
                <a:cubicBezTo>
                  <a:pt x="381170" y="63375"/>
                  <a:pt x="479447" y="53271"/>
                  <a:pt x="568540" y="33065"/>
                </a:cubicBezTo>
                <a:cubicBezTo>
                  <a:pt x="660388" y="12858"/>
                  <a:pt x="757747" y="17451"/>
                  <a:pt x="850514" y="33065"/>
                </a:cubicBezTo>
              </a:path>
            </a:pathLst>
          </a:custGeom>
          <a:noFill/>
          <a:ln w="27550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6995806" y="5460794"/>
            <a:ext cx="1161115" cy="46842"/>
          </a:xfrm>
          <a:custGeom>
            <a:avLst/>
            <a:gdLst/>
            <a:ahLst/>
            <a:cxnLst/>
            <a:rect l="l" t="t" r="r" b="b"/>
            <a:pathLst>
              <a:path w="1161115" h="46842" extrusionOk="0">
                <a:moveTo>
                  <a:pt x="0" y="22962"/>
                </a:moveTo>
                <a:lnTo>
                  <a:pt x="1161115" y="22962"/>
                </a:lnTo>
                <a:moveTo>
                  <a:pt x="0" y="22962"/>
                </a:moveTo>
                <a:cubicBezTo>
                  <a:pt x="180022" y="28472"/>
                  <a:pt x="361881" y="34902"/>
                  <a:pt x="541904" y="22962"/>
                </a:cubicBezTo>
                <a:cubicBezTo>
                  <a:pt x="747644" y="9184"/>
                  <a:pt x="955221" y="11940"/>
                  <a:pt x="1160961" y="22962"/>
                </a:cubicBezTo>
                <a:moveTo>
                  <a:pt x="0" y="22962"/>
                </a:moveTo>
                <a:cubicBezTo>
                  <a:pt x="80826" y="27554"/>
                  <a:pt x="164408" y="1836"/>
                  <a:pt x="242479" y="22962"/>
                </a:cubicBezTo>
                <a:cubicBezTo>
                  <a:pt x="311365" y="41331"/>
                  <a:pt x="388517" y="1836"/>
                  <a:pt x="455567" y="22962"/>
                </a:cubicBezTo>
                <a:cubicBezTo>
                  <a:pt x="532719" y="46842"/>
                  <a:pt x="620893" y="0"/>
                  <a:pt x="698046" y="22962"/>
                </a:cubicBezTo>
                <a:cubicBezTo>
                  <a:pt x="776117" y="46842"/>
                  <a:pt x="860617" y="21125"/>
                  <a:pt x="942362" y="22962"/>
                </a:cubicBezTo>
                <a:cubicBezTo>
                  <a:pt x="1014922" y="24799"/>
                  <a:pt x="1088401" y="28472"/>
                  <a:pt x="1160961" y="22962"/>
                </a:cubicBezTo>
              </a:path>
            </a:pathLst>
          </a:custGeom>
          <a:noFill/>
          <a:ln w="27550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4497535" y="2778826"/>
            <a:ext cx="881742" cy="1327206"/>
          </a:xfrm>
          <a:custGeom>
            <a:avLst/>
            <a:gdLst/>
            <a:ahLst/>
            <a:cxnLst/>
            <a:rect l="l" t="t" r="r" b="b"/>
            <a:pathLst>
              <a:path w="881742" h="1327206" extrusionOk="0">
                <a:moveTo>
                  <a:pt x="881742" y="13777"/>
                </a:moveTo>
                <a:cubicBezTo>
                  <a:pt x="440871" y="13777"/>
                  <a:pt x="440871" y="1327206"/>
                  <a:pt x="0" y="1327206"/>
                </a:cubicBezTo>
                <a:moveTo>
                  <a:pt x="0" y="1327206"/>
                </a:moveTo>
                <a:cubicBezTo>
                  <a:pt x="108380" y="1326288"/>
                  <a:pt x="192881" y="1250054"/>
                  <a:pt x="258093" y="1128814"/>
                </a:cubicBezTo>
                <a:cubicBezTo>
                  <a:pt x="318713" y="1016759"/>
                  <a:pt x="371066" y="872558"/>
                  <a:pt x="422501" y="724682"/>
                </a:cubicBezTo>
                <a:cubicBezTo>
                  <a:pt x="482203" y="553844"/>
                  <a:pt x="521697" y="367392"/>
                  <a:pt x="607116" y="242479"/>
                </a:cubicBezTo>
                <a:cubicBezTo>
                  <a:pt x="694372" y="115728"/>
                  <a:pt x="765095" y="0"/>
                  <a:pt x="881742" y="13777"/>
                </a:cubicBezTo>
                <a:moveTo>
                  <a:pt x="881742" y="13777"/>
                </a:moveTo>
                <a:cubicBezTo>
                  <a:pt x="821123" y="12858"/>
                  <a:pt x="763258" y="33983"/>
                  <a:pt x="721926" y="81744"/>
                </a:cubicBezTo>
                <a:cubicBezTo>
                  <a:pt x="687943" y="121239"/>
                  <a:pt x="649366" y="165326"/>
                  <a:pt x="618138" y="222272"/>
                </a:cubicBezTo>
                <a:cubicBezTo>
                  <a:pt x="584154" y="285647"/>
                  <a:pt x="563948" y="363718"/>
                  <a:pt x="522616" y="436279"/>
                </a:cubicBezTo>
                <a:cubicBezTo>
                  <a:pt x="481284" y="507920"/>
                  <a:pt x="473018" y="598850"/>
                  <a:pt x="438115" y="677839"/>
                </a:cubicBezTo>
                <a:cubicBezTo>
                  <a:pt x="406887" y="750399"/>
                  <a:pt x="373822" y="824796"/>
                  <a:pt x="360963" y="899194"/>
                </a:cubicBezTo>
                <a:cubicBezTo>
                  <a:pt x="348104" y="977264"/>
                  <a:pt x="301262" y="1040640"/>
                  <a:pt x="271870" y="1103097"/>
                </a:cubicBezTo>
                <a:cubicBezTo>
                  <a:pt x="238805" y="1172901"/>
                  <a:pt x="204821" y="1242706"/>
                  <a:pt x="149712" y="1267505"/>
                </a:cubicBezTo>
                <a:cubicBezTo>
                  <a:pt x="97359" y="1292304"/>
                  <a:pt x="53271" y="1307918"/>
                  <a:pt x="0" y="1327206"/>
                </a:cubicBezTo>
              </a:path>
            </a:pathLst>
          </a:custGeom>
          <a:noFill/>
          <a:ln w="27550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6665153" y="2616254"/>
            <a:ext cx="330653" cy="352697"/>
          </a:xfrm>
          <a:custGeom>
            <a:avLst/>
            <a:gdLst/>
            <a:ahLst/>
            <a:cxnLst/>
            <a:rect l="l" t="t" r="r" b="b"/>
            <a:pathLst>
              <a:path w="330653" h="352697" extrusionOk="0">
                <a:moveTo>
                  <a:pt x="330653" y="1836"/>
                </a:moveTo>
                <a:cubicBezTo>
                  <a:pt x="165326" y="1836"/>
                  <a:pt x="165326" y="176348"/>
                  <a:pt x="0" y="176348"/>
                </a:cubicBezTo>
                <a:moveTo>
                  <a:pt x="330653" y="332490"/>
                </a:moveTo>
                <a:cubicBezTo>
                  <a:pt x="165326" y="332490"/>
                  <a:pt x="165326" y="176348"/>
                  <a:pt x="0" y="176348"/>
                </a:cubicBezTo>
                <a:moveTo>
                  <a:pt x="0" y="176348"/>
                </a:moveTo>
                <a:cubicBezTo>
                  <a:pt x="165326" y="175430"/>
                  <a:pt x="165326" y="0"/>
                  <a:pt x="330653" y="1836"/>
                </a:cubicBezTo>
                <a:moveTo>
                  <a:pt x="330653" y="332490"/>
                </a:moveTo>
                <a:cubicBezTo>
                  <a:pt x="165326" y="340756"/>
                  <a:pt x="165326" y="174511"/>
                  <a:pt x="0" y="176348"/>
                </a:cubicBezTo>
                <a:moveTo>
                  <a:pt x="0" y="176348"/>
                </a:moveTo>
                <a:cubicBezTo>
                  <a:pt x="90011" y="183696"/>
                  <a:pt x="124913" y="116647"/>
                  <a:pt x="177267" y="76234"/>
                </a:cubicBezTo>
                <a:cubicBezTo>
                  <a:pt x="220435" y="43168"/>
                  <a:pt x="256256" y="11940"/>
                  <a:pt x="330653" y="1836"/>
                </a:cubicBezTo>
                <a:moveTo>
                  <a:pt x="0" y="176348"/>
                </a:moveTo>
                <a:cubicBezTo>
                  <a:pt x="88174" y="160734"/>
                  <a:pt x="132261" y="221354"/>
                  <a:pt x="176348" y="264522"/>
                </a:cubicBezTo>
                <a:cubicBezTo>
                  <a:pt x="213087" y="301262"/>
                  <a:pt x="258093" y="352697"/>
                  <a:pt x="330653" y="332490"/>
                </a:cubicBezTo>
              </a:path>
            </a:pathLst>
          </a:custGeom>
          <a:noFill/>
          <a:ln w="27550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4497535" y="3821303"/>
            <a:ext cx="881742" cy="284729"/>
          </a:xfrm>
          <a:custGeom>
            <a:avLst/>
            <a:gdLst/>
            <a:ahLst/>
            <a:cxnLst/>
            <a:rect l="l" t="t" r="r" b="b"/>
            <a:pathLst>
              <a:path w="881742" h="284729" extrusionOk="0">
                <a:moveTo>
                  <a:pt x="881742" y="18369"/>
                </a:moveTo>
                <a:cubicBezTo>
                  <a:pt x="440871" y="18369"/>
                  <a:pt x="440871" y="284729"/>
                  <a:pt x="0" y="284729"/>
                </a:cubicBezTo>
                <a:moveTo>
                  <a:pt x="881742" y="18369"/>
                </a:moveTo>
                <a:cubicBezTo>
                  <a:pt x="676921" y="14695"/>
                  <a:pt x="571295" y="83581"/>
                  <a:pt x="463833" y="137772"/>
                </a:cubicBezTo>
                <a:cubicBezTo>
                  <a:pt x="340756" y="199310"/>
                  <a:pt x="236049" y="278300"/>
                  <a:pt x="0" y="284729"/>
                </a:cubicBezTo>
                <a:moveTo>
                  <a:pt x="0" y="284729"/>
                </a:moveTo>
                <a:cubicBezTo>
                  <a:pt x="84500" y="284729"/>
                  <a:pt x="155223" y="282892"/>
                  <a:pt x="210332" y="259011"/>
                </a:cubicBezTo>
                <a:cubicBezTo>
                  <a:pt x="263604" y="236968"/>
                  <a:pt x="318713" y="233294"/>
                  <a:pt x="355452" y="201147"/>
                </a:cubicBezTo>
                <a:cubicBezTo>
                  <a:pt x="396784" y="164408"/>
                  <a:pt x="443626" y="137772"/>
                  <a:pt x="494143" y="119402"/>
                </a:cubicBezTo>
                <a:cubicBezTo>
                  <a:pt x="546496" y="101033"/>
                  <a:pt x="593339" y="62456"/>
                  <a:pt x="657633" y="47761"/>
                </a:cubicBezTo>
                <a:cubicBezTo>
                  <a:pt x="720089" y="33065"/>
                  <a:pt x="792650" y="0"/>
                  <a:pt x="881742" y="18369"/>
                </a:cubicBezTo>
              </a:path>
            </a:pathLst>
          </a:custGeom>
          <a:noFill/>
          <a:ln w="27550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6665153" y="3595356"/>
            <a:ext cx="330653" cy="455567"/>
          </a:xfrm>
          <a:custGeom>
            <a:avLst/>
            <a:gdLst/>
            <a:ahLst/>
            <a:cxnLst/>
            <a:rect l="l" t="t" r="r" b="b"/>
            <a:pathLst>
              <a:path w="330653" h="455567" extrusionOk="0">
                <a:moveTo>
                  <a:pt x="330653" y="14695"/>
                </a:moveTo>
                <a:cubicBezTo>
                  <a:pt x="165326" y="14695"/>
                  <a:pt x="165326" y="244316"/>
                  <a:pt x="0" y="244316"/>
                </a:cubicBezTo>
                <a:moveTo>
                  <a:pt x="330653" y="455567"/>
                </a:moveTo>
                <a:cubicBezTo>
                  <a:pt x="165326" y="455567"/>
                  <a:pt x="165326" y="244316"/>
                  <a:pt x="0" y="244316"/>
                </a:cubicBezTo>
                <a:moveTo>
                  <a:pt x="330653" y="14695"/>
                </a:moveTo>
                <a:cubicBezTo>
                  <a:pt x="165326" y="15614"/>
                  <a:pt x="165326" y="244316"/>
                  <a:pt x="0" y="244316"/>
                </a:cubicBezTo>
                <a:moveTo>
                  <a:pt x="330653" y="455567"/>
                </a:moveTo>
                <a:cubicBezTo>
                  <a:pt x="166245" y="439952"/>
                  <a:pt x="165326" y="247071"/>
                  <a:pt x="0" y="244316"/>
                </a:cubicBezTo>
                <a:moveTo>
                  <a:pt x="0" y="244316"/>
                </a:moveTo>
                <a:cubicBezTo>
                  <a:pt x="81744" y="239723"/>
                  <a:pt x="132261" y="192881"/>
                  <a:pt x="164408" y="130424"/>
                </a:cubicBezTo>
                <a:cubicBezTo>
                  <a:pt x="197473" y="67967"/>
                  <a:pt x="248908" y="0"/>
                  <a:pt x="330653" y="14695"/>
                </a:cubicBezTo>
                <a:moveTo>
                  <a:pt x="0" y="244316"/>
                </a:moveTo>
                <a:cubicBezTo>
                  <a:pt x="49598" y="237886"/>
                  <a:pt x="78989" y="271870"/>
                  <a:pt x="112973" y="290240"/>
                </a:cubicBezTo>
                <a:cubicBezTo>
                  <a:pt x="153386" y="311365"/>
                  <a:pt x="181859" y="355452"/>
                  <a:pt x="202984" y="395865"/>
                </a:cubicBezTo>
                <a:cubicBezTo>
                  <a:pt x="225028" y="436279"/>
                  <a:pt x="272789" y="450056"/>
                  <a:pt x="330653" y="455567"/>
                </a:cubicBezTo>
              </a:path>
            </a:pathLst>
          </a:custGeom>
          <a:noFill/>
          <a:ln w="27550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4497535" y="4099603"/>
            <a:ext cx="881742" cy="1029618"/>
          </a:xfrm>
          <a:custGeom>
            <a:avLst/>
            <a:gdLst/>
            <a:ahLst/>
            <a:cxnLst/>
            <a:rect l="l" t="t" r="r" b="b"/>
            <a:pathLst>
              <a:path w="881742" h="1029618" extrusionOk="0">
                <a:moveTo>
                  <a:pt x="881742" y="1007574"/>
                </a:moveTo>
                <a:cubicBezTo>
                  <a:pt x="440871" y="1007574"/>
                  <a:pt x="440871" y="6429"/>
                  <a:pt x="0" y="6429"/>
                </a:cubicBezTo>
                <a:moveTo>
                  <a:pt x="0" y="6429"/>
                </a:moveTo>
                <a:cubicBezTo>
                  <a:pt x="112054" y="0"/>
                  <a:pt x="199310" y="69804"/>
                  <a:pt x="266359" y="169000"/>
                </a:cubicBezTo>
                <a:cubicBezTo>
                  <a:pt x="334327" y="270033"/>
                  <a:pt x="396784" y="398621"/>
                  <a:pt x="450974" y="529964"/>
                </a:cubicBezTo>
                <a:cubicBezTo>
                  <a:pt x="499654" y="648448"/>
                  <a:pt x="550170" y="766932"/>
                  <a:pt x="619975" y="850514"/>
                </a:cubicBezTo>
                <a:cubicBezTo>
                  <a:pt x="694372" y="940525"/>
                  <a:pt x="771525" y="1009411"/>
                  <a:pt x="881742" y="1007574"/>
                </a:cubicBezTo>
                <a:moveTo>
                  <a:pt x="0" y="6429"/>
                </a:moveTo>
                <a:cubicBezTo>
                  <a:pt x="53271" y="25717"/>
                  <a:pt x="101033" y="33065"/>
                  <a:pt x="150631" y="52353"/>
                </a:cubicBezTo>
                <a:cubicBezTo>
                  <a:pt x="210332" y="75315"/>
                  <a:pt x="249827" y="140527"/>
                  <a:pt x="290240" y="203903"/>
                </a:cubicBezTo>
                <a:cubicBezTo>
                  <a:pt x="327898" y="263604"/>
                  <a:pt x="362800" y="331572"/>
                  <a:pt x="394947" y="403213"/>
                </a:cubicBezTo>
                <a:cubicBezTo>
                  <a:pt x="422501" y="466588"/>
                  <a:pt x="469344" y="526290"/>
                  <a:pt x="480366" y="595176"/>
                </a:cubicBezTo>
                <a:cubicBezTo>
                  <a:pt x="492306" y="677839"/>
                  <a:pt x="553844" y="743052"/>
                  <a:pt x="590584" y="808264"/>
                </a:cubicBezTo>
                <a:cubicBezTo>
                  <a:pt x="621812" y="863373"/>
                  <a:pt x="663144" y="906541"/>
                  <a:pt x="703557" y="941444"/>
                </a:cubicBezTo>
                <a:cubicBezTo>
                  <a:pt x="753155" y="984612"/>
                  <a:pt x="816530" y="1029618"/>
                  <a:pt x="881742" y="1007574"/>
                </a:cubicBezTo>
              </a:path>
            </a:pathLst>
          </a:custGeom>
          <a:noFill/>
          <a:ln w="27550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6665153" y="4707638"/>
            <a:ext cx="330653" cy="777954"/>
          </a:xfrm>
          <a:custGeom>
            <a:avLst/>
            <a:gdLst/>
            <a:ahLst/>
            <a:cxnLst/>
            <a:rect l="l" t="t" r="r" b="b"/>
            <a:pathLst>
              <a:path w="330653" h="777954" extrusionOk="0">
                <a:moveTo>
                  <a:pt x="330653" y="4592"/>
                </a:moveTo>
                <a:cubicBezTo>
                  <a:pt x="165326" y="4592"/>
                  <a:pt x="165326" y="399539"/>
                  <a:pt x="0" y="399539"/>
                </a:cubicBezTo>
                <a:moveTo>
                  <a:pt x="330653" y="335245"/>
                </a:moveTo>
                <a:cubicBezTo>
                  <a:pt x="165326" y="335245"/>
                  <a:pt x="165326" y="399539"/>
                  <a:pt x="0" y="399539"/>
                </a:cubicBezTo>
                <a:moveTo>
                  <a:pt x="330653" y="776117"/>
                </a:moveTo>
                <a:cubicBezTo>
                  <a:pt x="165326" y="776117"/>
                  <a:pt x="165326" y="399539"/>
                  <a:pt x="0" y="399539"/>
                </a:cubicBezTo>
                <a:moveTo>
                  <a:pt x="0" y="399539"/>
                </a:moveTo>
                <a:cubicBezTo>
                  <a:pt x="165326" y="410561"/>
                  <a:pt x="165326" y="14695"/>
                  <a:pt x="330653" y="4592"/>
                </a:cubicBezTo>
                <a:moveTo>
                  <a:pt x="330653" y="335245"/>
                </a:moveTo>
                <a:cubicBezTo>
                  <a:pt x="165326" y="339838"/>
                  <a:pt x="164408" y="383925"/>
                  <a:pt x="0" y="399539"/>
                </a:cubicBezTo>
                <a:moveTo>
                  <a:pt x="330653" y="776117"/>
                </a:moveTo>
                <a:cubicBezTo>
                  <a:pt x="165326" y="777954"/>
                  <a:pt x="165326" y="398621"/>
                  <a:pt x="0" y="399539"/>
                </a:cubicBezTo>
                <a:moveTo>
                  <a:pt x="0" y="399539"/>
                </a:moveTo>
                <a:cubicBezTo>
                  <a:pt x="39494" y="402295"/>
                  <a:pt x="70723" y="377496"/>
                  <a:pt x="94603" y="342593"/>
                </a:cubicBezTo>
                <a:cubicBezTo>
                  <a:pt x="119402" y="307691"/>
                  <a:pt x="144201" y="264522"/>
                  <a:pt x="159815" y="215843"/>
                </a:cubicBezTo>
                <a:cubicBezTo>
                  <a:pt x="178185" y="159815"/>
                  <a:pt x="193799" y="94603"/>
                  <a:pt x="233294" y="65212"/>
                </a:cubicBezTo>
                <a:cubicBezTo>
                  <a:pt x="269115" y="38576"/>
                  <a:pt x="290240" y="0"/>
                  <a:pt x="330653" y="4592"/>
                </a:cubicBezTo>
                <a:moveTo>
                  <a:pt x="0" y="399539"/>
                </a:moveTo>
                <a:cubicBezTo>
                  <a:pt x="78070" y="419746"/>
                  <a:pt x="125832" y="392191"/>
                  <a:pt x="162571" y="368311"/>
                </a:cubicBezTo>
                <a:cubicBezTo>
                  <a:pt x="201147" y="343512"/>
                  <a:pt x="246153" y="338001"/>
                  <a:pt x="330653" y="335245"/>
                </a:cubicBezTo>
                <a:moveTo>
                  <a:pt x="0" y="399539"/>
                </a:moveTo>
                <a:cubicBezTo>
                  <a:pt x="86337" y="381170"/>
                  <a:pt x="164408" y="498735"/>
                  <a:pt x="174511" y="608953"/>
                </a:cubicBezTo>
                <a:cubicBezTo>
                  <a:pt x="183696" y="703557"/>
                  <a:pt x="254419" y="777954"/>
                  <a:pt x="330653" y="776117"/>
                </a:cubicBezTo>
              </a:path>
            </a:pathLst>
          </a:custGeom>
          <a:noFill/>
          <a:ln w="27550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7050874" y="3878024"/>
            <a:ext cx="4044665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Misleading Point Predictions</a:t>
            </a:r>
            <a:endParaRPr dirty="0"/>
          </a:p>
        </p:txBody>
      </p:sp>
      <p:sp>
        <p:nvSpPr>
          <p:cNvPr id="102" name="Google Shape;102;p13"/>
          <p:cNvSpPr txBox="1"/>
          <p:nvPr/>
        </p:nvSpPr>
        <p:spPr>
          <a:xfrm>
            <a:off x="3484459" y="3889340"/>
            <a:ext cx="86300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Research</a:t>
            </a:r>
            <a:br>
              <a:rPr lang="en-US" sz="1050" b="1" i="0" u="none" strike="noStrike" cap="none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050" b="1" i="0" u="none" strike="noStrike" cap="none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Question</a:t>
            </a:r>
            <a:endParaRPr dirty="0"/>
          </a:p>
        </p:txBody>
      </p:sp>
      <p:sp>
        <p:nvSpPr>
          <p:cNvPr id="103" name="Google Shape;103;p13"/>
          <p:cNvSpPr txBox="1"/>
          <p:nvPr/>
        </p:nvSpPr>
        <p:spPr>
          <a:xfrm>
            <a:off x="5452756" y="3651912"/>
            <a:ext cx="1225497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Why it matters</a:t>
            </a:r>
            <a:endParaRPr dirty="0"/>
          </a:p>
        </p:txBody>
      </p:sp>
      <p:sp>
        <p:nvSpPr>
          <p:cNvPr id="104" name="Google Shape;104;p13"/>
          <p:cNvSpPr txBox="1"/>
          <p:nvPr/>
        </p:nvSpPr>
        <p:spPr>
          <a:xfrm>
            <a:off x="7069284" y="3455012"/>
            <a:ext cx="1497845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Low-Signal Behaviour</a:t>
            </a:r>
            <a:endParaRPr dirty="0"/>
          </a:p>
        </p:txBody>
      </p:sp>
      <p:sp>
        <p:nvSpPr>
          <p:cNvPr id="105" name="Google Shape;105;p13"/>
          <p:cNvSpPr txBox="1"/>
          <p:nvPr/>
        </p:nvSpPr>
        <p:spPr>
          <a:xfrm>
            <a:off x="7069284" y="2793704"/>
            <a:ext cx="1368969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Uncertainty Bounds</a:t>
            </a:r>
            <a:endParaRPr dirty="0"/>
          </a:p>
        </p:txBody>
      </p:sp>
      <p:sp>
        <p:nvSpPr>
          <p:cNvPr id="106" name="Google Shape;106;p13"/>
          <p:cNvSpPr txBox="1"/>
          <p:nvPr/>
        </p:nvSpPr>
        <p:spPr>
          <a:xfrm>
            <a:off x="7063148" y="5302561"/>
            <a:ext cx="3658041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Trustworthy Subgroup Reliability</a:t>
            </a:r>
            <a:endParaRPr dirty="0"/>
          </a:p>
        </p:txBody>
      </p:sp>
      <p:sp>
        <p:nvSpPr>
          <p:cNvPr id="107" name="Google Shape;107;p13"/>
          <p:cNvSpPr txBox="1"/>
          <p:nvPr/>
        </p:nvSpPr>
        <p:spPr>
          <a:xfrm>
            <a:off x="7069285" y="2463051"/>
            <a:ext cx="136897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Conformal Prediction</a:t>
            </a:r>
            <a:endParaRPr dirty="0"/>
          </a:p>
        </p:txBody>
      </p:sp>
      <p:sp>
        <p:nvSpPr>
          <p:cNvPr id="108" name="Google Shape;108;p13"/>
          <p:cNvSpPr txBox="1"/>
          <p:nvPr/>
        </p:nvSpPr>
        <p:spPr>
          <a:xfrm>
            <a:off x="5452756" y="4911611"/>
            <a:ext cx="111295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Success criteria</a:t>
            </a:r>
            <a:endParaRPr dirty="0"/>
          </a:p>
        </p:txBody>
      </p:sp>
      <p:sp>
        <p:nvSpPr>
          <p:cNvPr id="109" name="Google Shape;109;p13"/>
          <p:cNvSpPr txBox="1"/>
          <p:nvPr/>
        </p:nvSpPr>
        <p:spPr>
          <a:xfrm>
            <a:off x="5764053" y="2581901"/>
            <a:ext cx="663894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Goal</a:t>
            </a:r>
            <a:endParaRPr dirty="0"/>
          </a:p>
        </p:txBody>
      </p:sp>
      <p:sp>
        <p:nvSpPr>
          <p:cNvPr id="110" name="Google Shape;110;p13"/>
          <p:cNvSpPr txBox="1"/>
          <p:nvPr/>
        </p:nvSpPr>
        <p:spPr>
          <a:xfrm>
            <a:off x="7069285" y="4887843"/>
            <a:ext cx="1087636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Useful Efficiency</a:t>
            </a:r>
            <a:endParaRPr dirty="0"/>
          </a:p>
        </p:txBody>
      </p:sp>
      <p:sp>
        <p:nvSpPr>
          <p:cNvPr id="111" name="Google Shape;111;p13"/>
          <p:cNvSpPr txBox="1"/>
          <p:nvPr/>
        </p:nvSpPr>
        <p:spPr>
          <a:xfrm>
            <a:off x="2708225" y="947947"/>
            <a:ext cx="658246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Research Question:</a:t>
            </a:r>
            <a:endParaRPr sz="12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Predicting Blood Donor Availability with Reliability</a:t>
            </a:r>
            <a:br>
              <a:rPr lang="en-US" sz="1800" b="1" i="0" u="none" strike="noStrike" cap="none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800" b="1" i="0" u="none" strike="noStrike" cap="none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Guarantees - Split and Mondrian Conformal</a:t>
            </a:r>
            <a:endParaRPr sz="1200" dirty="0"/>
          </a:p>
        </p:txBody>
      </p:sp>
      <p:sp>
        <p:nvSpPr>
          <p:cNvPr id="112" name="Google Shape;112;p13"/>
          <p:cNvSpPr txBox="1"/>
          <p:nvPr/>
        </p:nvSpPr>
        <p:spPr>
          <a:xfrm>
            <a:off x="7069285" y="4557190"/>
            <a:ext cx="1087636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Valid Coverage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F3A"/>
            </a:gs>
            <a:gs pos="43068">
              <a:srgbClr val="0D5C7A"/>
            </a:gs>
            <a:gs pos="74000">
              <a:srgbClr val="0D5C7A"/>
            </a:gs>
            <a:gs pos="83000">
              <a:srgbClr val="00B3B8"/>
            </a:gs>
            <a:gs pos="100000">
              <a:srgbClr val="00B3B8"/>
            </a:gs>
          </a:gsLst>
          <a:lin ang="1080000" scaled="0"/>
        </a:gra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/>
          <p:nvPr/>
        </p:nvSpPr>
        <p:spPr>
          <a:xfrm>
            <a:off x="2457347" y="2003332"/>
            <a:ext cx="3972967" cy="3824537"/>
          </a:xfrm>
          <a:custGeom>
            <a:avLst/>
            <a:gdLst/>
            <a:ahLst/>
            <a:cxnLst/>
            <a:rect l="l" t="t" r="r" b="b"/>
            <a:pathLst>
              <a:path w="3972967" h="3824537" extrusionOk="0">
                <a:moveTo>
                  <a:pt x="3951527" y="3789903"/>
                </a:moveTo>
                <a:lnTo>
                  <a:pt x="3850925" y="3658791"/>
                </a:lnTo>
                <a:lnTo>
                  <a:pt x="3905349" y="3617560"/>
                </a:lnTo>
                <a:lnTo>
                  <a:pt x="3972967" y="3773411"/>
                </a:lnTo>
                <a:lnTo>
                  <a:pt x="3951527" y="3789903"/>
                </a:lnTo>
                <a:moveTo>
                  <a:pt x="3905349" y="3617560"/>
                </a:moveTo>
                <a:lnTo>
                  <a:pt x="3682704" y="3656317"/>
                </a:lnTo>
                <a:lnTo>
                  <a:pt x="3774236" y="3808045"/>
                </a:lnTo>
                <a:lnTo>
                  <a:pt x="3972967" y="3773411"/>
                </a:lnTo>
                <a:lnTo>
                  <a:pt x="3905349" y="3617560"/>
                </a:lnTo>
                <a:moveTo>
                  <a:pt x="3774236" y="3808045"/>
                </a:moveTo>
                <a:lnTo>
                  <a:pt x="3908647" y="3634052"/>
                </a:lnTo>
                <a:lnTo>
                  <a:pt x="3805571" y="3497167"/>
                </a:lnTo>
                <a:lnTo>
                  <a:pt x="3682704" y="3656317"/>
                </a:lnTo>
                <a:lnTo>
                  <a:pt x="3774236" y="3808045"/>
                </a:lnTo>
                <a:moveTo>
                  <a:pt x="3805571" y="3497167"/>
                </a:moveTo>
                <a:lnTo>
                  <a:pt x="3428725" y="3646421"/>
                </a:lnTo>
                <a:lnTo>
                  <a:pt x="3522730" y="3786605"/>
                </a:lnTo>
                <a:lnTo>
                  <a:pt x="3908647" y="3634052"/>
                </a:lnTo>
                <a:lnTo>
                  <a:pt x="3805571" y="3497167"/>
                </a:lnTo>
                <a:moveTo>
                  <a:pt x="3522730" y="3786605"/>
                </a:moveTo>
                <a:lnTo>
                  <a:pt x="3794027" y="3501290"/>
                </a:lnTo>
                <a:lnTo>
                  <a:pt x="3692600" y="3368528"/>
                </a:lnTo>
                <a:lnTo>
                  <a:pt x="3428725" y="3646421"/>
                </a:lnTo>
                <a:lnTo>
                  <a:pt x="3522730" y="3786605"/>
                </a:lnTo>
                <a:moveTo>
                  <a:pt x="3692600" y="3368528"/>
                </a:moveTo>
                <a:lnTo>
                  <a:pt x="3160727" y="3653018"/>
                </a:lnTo>
                <a:lnTo>
                  <a:pt x="3268750" y="3781657"/>
                </a:lnTo>
                <a:lnTo>
                  <a:pt x="3794027" y="3501290"/>
                </a:lnTo>
                <a:lnTo>
                  <a:pt x="3692600" y="3368528"/>
                </a:lnTo>
                <a:moveTo>
                  <a:pt x="3268750" y="3781657"/>
                </a:moveTo>
                <a:lnTo>
                  <a:pt x="3160727" y="3653018"/>
                </a:lnTo>
                <a:lnTo>
                  <a:pt x="3436971" y="3303384"/>
                </a:lnTo>
                <a:lnTo>
                  <a:pt x="3554890" y="3420479"/>
                </a:lnTo>
                <a:lnTo>
                  <a:pt x="3268750" y="3781657"/>
                </a:lnTo>
                <a:moveTo>
                  <a:pt x="3436971" y="3303384"/>
                </a:moveTo>
                <a:lnTo>
                  <a:pt x="2958697" y="3686003"/>
                </a:lnTo>
                <a:lnTo>
                  <a:pt x="3075792" y="3803922"/>
                </a:lnTo>
                <a:lnTo>
                  <a:pt x="3554890" y="3420479"/>
                </a:lnTo>
                <a:lnTo>
                  <a:pt x="3436971" y="3303384"/>
                </a:lnTo>
                <a:moveTo>
                  <a:pt x="3075792" y="3803922"/>
                </a:moveTo>
                <a:lnTo>
                  <a:pt x="2958697" y="3686003"/>
                </a:lnTo>
                <a:lnTo>
                  <a:pt x="3243188" y="3339667"/>
                </a:lnTo>
                <a:lnTo>
                  <a:pt x="3349562" y="3469955"/>
                </a:lnTo>
                <a:lnTo>
                  <a:pt x="3075792" y="3803922"/>
                </a:lnTo>
                <a:moveTo>
                  <a:pt x="3243188" y="3339667"/>
                </a:moveTo>
                <a:lnTo>
                  <a:pt x="2679155" y="3641474"/>
                </a:lnTo>
                <a:lnTo>
                  <a:pt x="2783880" y="3772587"/>
                </a:lnTo>
                <a:lnTo>
                  <a:pt x="3349562" y="3469955"/>
                </a:lnTo>
                <a:lnTo>
                  <a:pt x="3243188" y="3339667"/>
                </a:lnTo>
                <a:moveTo>
                  <a:pt x="2783880" y="3772587"/>
                </a:moveTo>
                <a:lnTo>
                  <a:pt x="2679155" y="3641474"/>
                </a:lnTo>
                <a:lnTo>
                  <a:pt x="2959522" y="3312455"/>
                </a:lnTo>
                <a:lnTo>
                  <a:pt x="3072493" y="3433672"/>
                </a:lnTo>
                <a:lnTo>
                  <a:pt x="2783880" y="3772587"/>
                </a:lnTo>
                <a:moveTo>
                  <a:pt x="2959522" y="3312455"/>
                </a:moveTo>
                <a:lnTo>
                  <a:pt x="2458160" y="3679406"/>
                </a:lnTo>
                <a:lnTo>
                  <a:pt x="2565359" y="3804746"/>
                </a:lnTo>
                <a:lnTo>
                  <a:pt x="3072493" y="3433672"/>
                </a:lnTo>
                <a:lnTo>
                  <a:pt x="2959522" y="3312455"/>
                </a:lnTo>
                <a:moveTo>
                  <a:pt x="2565359" y="3804746"/>
                </a:moveTo>
                <a:lnTo>
                  <a:pt x="2458160" y="3679406"/>
                </a:lnTo>
                <a:lnTo>
                  <a:pt x="2783880" y="3356984"/>
                </a:lnTo>
                <a:lnTo>
                  <a:pt x="2882833" y="3491395"/>
                </a:lnTo>
                <a:lnTo>
                  <a:pt x="2565359" y="3804746"/>
                </a:lnTo>
                <a:moveTo>
                  <a:pt x="2783880" y="3356984"/>
                </a:moveTo>
                <a:lnTo>
                  <a:pt x="2231392" y="3653843"/>
                </a:lnTo>
                <a:lnTo>
                  <a:pt x="2336117" y="3784131"/>
                </a:lnTo>
                <a:lnTo>
                  <a:pt x="2882833" y="3491395"/>
                </a:lnTo>
                <a:lnTo>
                  <a:pt x="2783880" y="3356984"/>
                </a:lnTo>
                <a:moveTo>
                  <a:pt x="2336117" y="3784131"/>
                </a:moveTo>
                <a:lnTo>
                  <a:pt x="2231392" y="3653843"/>
                </a:lnTo>
                <a:lnTo>
                  <a:pt x="2491969" y="3351211"/>
                </a:lnTo>
                <a:lnTo>
                  <a:pt x="2604115" y="3474078"/>
                </a:lnTo>
                <a:lnTo>
                  <a:pt x="2336117" y="3784131"/>
                </a:lnTo>
                <a:moveTo>
                  <a:pt x="2491969" y="3351211"/>
                </a:moveTo>
                <a:lnTo>
                  <a:pt x="2040907" y="3678581"/>
                </a:lnTo>
                <a:lnTo>
                  <a:pt x="2157177" y="3798150"/>
                </a:lnTo>
                <a:lnTo>
                  <a:pt x="2604115" y="3474078"/>
                </a:lnTo>
                <a:lnTo>
                  <a:pt x="2491969" y="3351211"/>
                </a:lnTo>
                <a:moveTo>
                  <a:pt x="2157177" y="3798150"/>
                </a:moveTo>
                <a:lnTo>
                  <a:pt x="2040907" y="3678581"/>
                </a:lnTo>
                <a:lnTo>
                  <a:pt x="2310555" y="3327298"/>
                </a:lnTo>
                <a:lnTo>
                  <a:pt x="2422701" y="3452638"/>
                </a:lnTo>
                <a:lnTo>
                  <a:pt x="2157177" y="3798150"/>
                </a:lnTo>
                <a:moveTo>
                  <a:pt x="2310555" y="3327298"/>
                </a:moveTo>
                <a:lnTo>
                  <a:pt x="1725907" y="3681055"/>
                </a:lnTo>
                <a:lnTo>
                  <a:pt x="1839703" y="3805571"/>
                </a:lnTo>
                <a:lnTo>
                  <a:pt x="2422701" y="3452638"/>
                </a:lnTo>
                <a:lnTo>
                  <a:pt x="2310555" y="3327298"/>
                </a:lnTo>
                <a:moveTo>
                  <a:pt x="1839703" y="3805571"/>
                </a:moveTo>
                <a:lnTo>
                  <a:pt x="2120070" y="3422128"/>
                </a:lnTo>
                <a:lnTo>
                  <a:pt x="2000501" y="3306682"/>
                </a:lnTo>
                <a:lnTo>
                  <a:pt x="1725907" y="3681055"/>
                </a:lnTo>
                <a:lnTo>
                  <a:pt x="1839703" y="3805571"/>
                </a:lnTo>
                <a:moveTo>
                  <a:pt x="2000501" y="3306682"/>
                </a:moveTo>
                <a:lnTo>
                  <a:pt x="1526351" y="3678581"/>
                </a:lnTo>
                <a:lnTo>
                  <a:pt x="1641796" y="3797325"/>
                </a:lnTo>
                <a:lnTo>
                  <a:pt x="2120070" y="3422128"/>
                </a:lnTo>
                <a:lnTo>
                  <a:pt x="2000501" y="3306682"/>
                </a:lnTo>
                <a:moveTo>
                  <a:pt x="1641796" y="3797325"/>
                </a:moveTo>
                <a:lnTo>
                  <a:pt x="1954323" y="3424602"/>
                </a:lnTo>
                <a:lnTo>
                  <a:pt x="1843001" y="3300910"/>
                </a:lnTo>
                <a:lnTo>
                  <a:pt x="1526351" y="3678581"/>
                </a:lnTo>
                <a:lnTo>
                  <a:pt x="1641796" y="3797325"/>
                </a:lnTo>
                <a:moveTo>
                  <a:pt x="1843001" y="3300910"/>
                </a:moveTo>
                <a:lnTo>
                  <a:pt x="1328445" y="3645597"/>
                </a:lnTo>
                <a:lnTo>
                  <a:pt x="1438118" y="3770113"/>
                </a:lnTo>
                <a:lnTo>
                  <a:pt x="1954323" y="3424602"/>
                </a:lnTo>
                <a:lnTo>
                  <a:pt x="1843001" y="3300910"/>
                </a:lnTo>
                <a:moveTo>
                  <a:pt x="1438118" y="3770113"/>
                </a:moveTo>
                <a:lnTo>
                  <a:pt x="1328445" y="3645597"/>
                </a:lnTo>
                <a:lnTo>
                  <a:pt x="1604689" y="3330596"/>
                </a:lnTo>
                <a:lnTo>
                  <a:pt x="1713537" y="3456761"/>
                </a:lnTo>
                <a:lnTo>
                  <a:pt x="1438118" y="3770113"/>
                </a:lnTo>
                <a:moveTo>
                  <a:pt x="1604689" y="3330596"/>
                </a:moveTo>
                <a:lnTo>
                  <a:pt x="1022515" y="3700021"/>
                </a:lnTo>
                <a:lnTo>
                  <a:pt x="1133837" y="3824537"/>
                </a:lnTo>
                <a:lnTo>
                  <a:pt x="1713537" y="3456761"/>
                </a:lnTo>
                <a:lnTo>
                  <a:pt x="1604689" y="3330596"/>
                </a:lnTo>
                <a:moveTo>
                  <a:pt x="1133837" y="3824537"/>
                </a:moveTo>
                <a:lnTo>
                  <a:pt x="1463681" y="3415531"/>
                </a:lnTo>
                <a:lnTo>
                  <a:pt x="1350709" y="3292664"/>
                </a:lnTo>
                <a:lnTo>
                  <a:pt x="1022515" y="3700021"/>
                </a:lnTo>
                <a:lnTo>
                  <a:pt x="1133837" y="3824537"/>
                </a:lnTo>
                <a:moveTo>
                  <a:pt x="1350709" y="3292664"/>
                </a:moveTo>
                <a:lnTo>
                  <a:pt x="814713" y="3655492"/>
                </a:lnTo>
                <a:lnTo>
                  <a:pt x="921913" y="3781657"/>
                </a:lnTo>
                <a:lnTo>
                  <a:pt x="1463681" y="3415531"/>
                </a:lnTo>
                <a:lnTo>
                  <a:pt x="1350709" y="3292664"/>
                </a:lnTo>
                <a:moveTo>
                  <a:pt x="921913" y="3781657"/>
                </a:moveTo>
                <a:lnTo>
                  <a:pt x="814713" y="3655492"/>
                </a:lnTo>
                <a:lnTo>
                  <a:pt x="1150329" y="3305033"/>
                </a:lnTo>
                <a:lnTo>
                  <a:pt x="1257529" y="3431198"/>
                </a:lnTo>
                <a:lnTo>
                  <a:pt x="921913" y="3781657"/>
                </a:lnTo>
                <a:moveTo>
                  <a:pt x="1150329" y="3305033"/>
                </a:moveTo>
                <a:lnTo>
                  <a:pt x="580524" y="3702495"/>
                </a:lnTo>
                <a:lnTo>
                  <a:pt x="696794" y="3822888"/>
                </a:lnTo>
                <a:lnTo>
                  <a:pt x="1257529" y="3431198"/>
                </a:lnTo>
                <a:lnTo>
                  <a:pt x="1150329" y="3305033"/>
                </a:lnTo>
                <a:moveTo>
                  <a:pt x="696794" y="3822888"/>
                </a:moveTo>
                <a:lnTo>
                  <a:pt x="580524" y="3702495"/>
                </a:lnTo>
                <a:lnTo>
                  <a:pt x="868313" y="3321525"/>
                </a:lnTo>
                <a:lnTo>
                  <a:pt x="983758" y="3441918"/>
                </a:lnTo>
                <a:lnTo>
                  <a:pt x="696794" y="3822888"/>
                </a:lnTo>
                <a:moveTo>
                  <a:pt x="868313" y="3321525"/>
                </a:moveTo>
                <a:lnTo>
                  <a:pt x="358705" y="3670335"/>
                </a:lnTo>
                <a:lnTo>
                  <a:pt x="471676" y="3792377"/>
                </a:lnTo>
                <a:lnTo>
                  <a:pt x="983758" y="3441918"/>
                </a:lnTo>
                <a:lnTo>
                  <a:pt x="868313" y="3321525"/>
                </a:lnTo>
                <a:moveTo>
                  <a:pt x="471676" y="3792377"/>
                </a:moveTo>
                <a:lnTo>
                  <a:pt x="358705" y="3670335"/>
                </a:lnTo>
                <a:lnTo>
                  <a:pt x="631650" y="3325648"/>
                </a:lnTo>
                <a:lnTo>
                  <a:pt x="745446" y="3447691"/>
                </a:lnTo>
                <a:lnTo>
                  <a:pt x="471676" y="3792377"/>
                </a:lnTo>
                <a:moveTo>
                  <a:pt x="631650" y="3325648"/>
                </a:moveTo>
                <a:lnTo>
                  <a:pt x="161623" y="3648895"/>
                </a:lnTo>
                <a:lnTo>
                  <a:pt x="274594" y="3771762"/>
                </a:lnTo>
                <a:lnTo>
                  <a:pt x="745446" y="3447691"/>
                </a:lnTo>
                <a:lnTo>
                  <a:pt x="631650" y="3325648"/>
                </a:lnTo>
                <a:moveTo>
                  <a:pt x="274594" y="3771762"/>
                </a:moveTo>
                <a:lnTo>
                  <a:pt x="161623" y="3648895"/>
                </a:lnTo>
                <a:lnTo>
                  <a:pt x="404883" y="3355334"/>
                </a:lnTo>
                <a:lnTo>
                  <a:pt x="507959" y="3489746"/>
                </a:lnTo>
                <a:lnTo>
                  <a:pt x="274594" y="3771762"/>
                </a:lnTo>
                <a:moveTo>
                  <a:pt x="404883" y="3355334"/>
                </a:moveTo>
                <a:lnTo>
                  <a:pt x="0" y="3539222"/>
                </a:lnTo>
                <a:lnTo>
                  <a:pt x="61021" y="3693424"/>
                </a:lnTo>
                <a:lnTo>
                  <a:pt x="507959" y="3489746"/>
                </a:lnTo>
                <a:lnTo>
                  <a:pt x="404883" y="3355334"/>
                </a:lnTo>
                <a:moveTo>
                  <a:pt x="61021" y="3693424"/>
                </a:moveTo>
                <a:lnTo>
                  <a:pt x="0" y="3539222"/>
                </a:lnTo>
                <a:lnTo>
                  <a:pt x="64319" y="3517782"/>
                </a:lnTo>
                <a:lnTo>
                  <a:pt x="117094" y="3674458"/>
                </a:lnTo>
                <a:lnTo>
                  <a:pt x="61021" y="3693424"/>
                </a:lnTo>
                <a:moveTo>
                  <a:pt x="3702495" y="932633"/>
                </a:moveTo>
                <a:lnTo>
                  <a:pt x="3591173" y="810590"/>
                </a:lnTo>
                <a:lnTo>
                  <a:pt x="3702495" y="709163"/>
                </a:lnTo>
                <a:lnTo>
                  <a:pt x="3784131" y="858418"/>
                </a:lnTo>
                <a:lnTo>
                  <a:pt x="3702495" y="932633"/>
                </a:lnTo>
                <a:moveTo>
                  <a:pt x="3702495" y="709163"/>
                </a:moveTo>
                <a:lnTo>
                  <a:pt x="3357808" y="803169"/>
                </a:lnTo>
                <a:lnTo>
                  <a:pt x="3453463" y="948300"/>
                </a:lnTo>
                <a:lnTo>
                  <a:pt x="3784131" y="858418"/>
                </a:lnTo>
                <a:lnTo>
                  <a:pt x="3702495" y="709163"/>
                </a:lnTo>
                <a:moveTo>
                  <a:pt x="3453463" y="948300"/>
                </a:moveTo>
                <a:lnTo>
                  <a:pt x="3750322" y="573103"/>
                </a:lnTo>
                <a:lnTo>
                  <a:pt x="3634877" y="452710"/>
                </a:lnTo>
                <a:lnTo>
                  <a:pt x="3357808" y="803169"/>
                </a:lnTo>
                <a:lnTo>
                  <a:pt x="3453463" y="948300"/>
                </a:lnTo>
                <a:moveTo>
                  <a:pt x="3634877" y="452710"/>
                </a:moveTo>
                <a:lnTo>
                  <a:pt x="3142585" y="809766"/>
                </a:lnTo>
                <a:lnTo>
                  <a:pt x="3264627" y="925211"/>
                </a:lnTo>
                <a:lnTo>
                  <a:pt x="3750322" y="573103"/>
                </a:lnTo>
                <a:lnTo>
                  <a:pt x="3634877" y="452710"/>
                </a:lnTo>
                <a:moveTo>
                  <a:pt x="3264627" y="925211"/>
                </a:moveTo>
                <a:lnTo>
                  <a:pt x="3142585" y="809766"/>
                </a:lnTo>
                <a:lnTo>
                  <a:pt x="3412232" y="390040"/>
                </a:lnTo>
                <a:lnTo>
                  <a:pt x="3538398" y="498888"/>
                </a:lnTo>
                <a:lnTo>
                  <a:pt x="3264627" y="925211"/>
                </a:lnTo>
                <a:moveTo>
                  <a:pt x="3412232" y="390040"/>
                </a:moveTo>
                <a:lnTo>
                  <a:pt x="2911695" y="831206"/>
                </a:lnTo>
                <a:lnTo>
                  <a:pt x="3032912" y="944177"/>
                </a:lnTo>
                <a:lnTo>
                  <a:pt x="3538398" y="498888"/>
                </a:lnTo>
                <a:lnTo>
                  <a:pt x="3412232" y="390040"/>
                </a:lnTo>
                <a:moveTo>
                  <a:pt x="3032912" y="944177"/>
                </a:moveTo>
                <a:lnTo>
                  <a:pt x="3408934" y="455184"/>
                </a:lnTo>
                <a:lnTo>
                  <a:pt x="3291840" y="337265"/>
                </a:lnTo>
                <a:lnTo>
                  <a:pt x="2911695" y="831206"/>
                </a:lnTo>
                <a:lnTo>
                  <a:pt x="3032912" y="944177"/>
                </a:lnTo>
                <a:moveTo>
                  <a:pt x="3291840" y="337265"/>
                </a:moveTo>
                <a:lnTo>
                  <a:pt x="2679979" y="794923"/>
                </a:lnTo>
                <a:lnTo>
                  <a:pt x="2793776" y="916140"/>
                </a:lnTo>
                <a:lnTo>
                  <a:pt x="3408934" y="455184"/>
                </a:lnTo>
                <a:lnTo>
                  <a:pt x="3291840" y="337265"/>
                </a:lnTo>
                <a:moveTo>
                  <a:pt x="2793776" y="916140"/>
                </a:moveTo>
                <a:lnTo>
                  <a:pt x="3210203" y="419726"/>
                </a:lnTo>
                <a:lnTo>
                  <a:pt x="3096407" y="297683"/>
                </a:lnTo>
                <a:lnTo>
                  <a:pt x="2679979" y="794923"/>
                </a:lnTo>
                <a:lnTo>
                  <a:pt x="2793776" y="916140"/>
                </a:lnTo>
                <a:moveTo>
                  <a:pt x="3096407" y="297683"/>
                </a:moveTo>
                <a:lnTo>
                  <a:pt x="2431772" y="783378"/>
                </a:lnTo>
                <a:lnTo>
                  <a:pt x="2543094" y="906245"/>
                </a:lnTo>
                <a:lnTo>
                  <a:pt x="3210203" y="419726"/>
                </a:lnTo>
                <a:lnTo>
                  <a:pt x="3096407" y="297683"/>
                </a:lnTo>
                <a:moveTo>
                  <a:pt x="2543094" y="906245"/>
                </a:moveTo>
                <a:lnTo>
                  <a:pt x="2431772" y="783378"/>
                </a:lnTo>
                <a:lnTo>
                  <a:pt x="2910870" y="257278"/>
                </a:lnTo>
                <a:lnTo>
                  <a:pt x="3024666" y="377671"/>
                </a:lnTo>
                <a:lnTo>
                  <a:pt x="2543094" y="906245"/>
                </a:lnTo>
                <a:moveTo>
                  <a:pt x="2910870" y="257278"/>
                </a:moveTo>
                <a:lnTo>
                  <a:pt x="2249533" y="799870"/>
                </a:lnTo>
                <a:lnTo>
                  <a:pt x="2367453" y="916140"/>
                </a:lnTo>
                <a:lnTo>
                  <a:pt x="3024666" y="377671"/>
                </a:lnTo>
                <a:lnTo>
                  <a:pt x="2910870" y="257278"/>
                </a:lnTo>
                <a:moveTo>
                  <a:pt x="2367453" y="916140"/>
                </a:moveTo>
                <a:lnTo>
                  <a:pt x="2249533" y="799870"/>
                </a:lnTo>
                <a:lnTo>
                  <a:pt x="2742650" y="175641"/>
                </a:lnTo>
                <a:lnTo>
                  <a:pt x="2863043" y="288613"/>
                </a:lnTo>
                <a:lnTo>
                  <a:pt x="2367453" y="916140"/>
                </a:lnTo>
                <a:moveTo>
                  <a:pt x="2742650" y="175641"/>
                </a:moveTo>
                <a:lnTo>
                  <a:pt x="2026889" y="814713"/>
                </a:lnTo>
                <a:lnTo>
                  <a:pt x="2149756" y="926036"/>
                </a:lnTo>
                <a:lnTo>
                  <a:pt x="2863043" y="288613"/>
                </a:lnTo>
                <a:lnTo>
                  <a:pt x="2742650" y="175641"/>
                </a:lnTo>
                <a:moveTo>
                  <a:pt x="2149756" y="926036"/>
                </a:moveTo>
                <a:lnTo>
                  <a:pt x="2026889" y="814713"/>
                </a:lnTo>
                <a:lnTo>
                  <a:pt x="2514233" y="155026"/>
                </a:lnTo>
                <a:lnTo>
                  <a:pt x="2635451" y="267997"/>
                </a:lnTo>
                <a:lnTo>
                  <a:pt x="2149756" y="926036"/>
                </a:lnTo>
                <a:moveTo>
                  <a:pt x="2514233" y="155026"/>
                </a:moveTo>
                <a:lnTo>
                  <a:pt x="1744873" y="825433"/>
                </a:lnTo>
                <a:lnTo>
                  <a:pt x="1864441" y="939229"/>
                </a:lnTo>
                <a:lnTo>
                  <a:pt x="2635451" y="267997"/>
                </a:lnTo>
                <a:lnTo>
                  <a:pt x="2514233" y="155026"/>
                </a:lnTo>
                <a:moveTo>
                  <a:pt x="1864441" y="939229"/>
                </a:moveTo>
                <a:lnTo>
                  <a:pt x="2427649" y="216872"/>
                </a:lnTo>
                <a:lnTo>
                  <a:pt x="2308081" y="102251"/>
                </a:lnTo>
                <a:lnTo>
                  <a:pt x="1744873" y="825433"/>
                </a:lnTo>
                <a:lnTo>
                  <a:pt x="1864441" y="939229"/>
                </a:lnTo>
                <a:moveTo>
                  <a:pt x="2308081" y="102251"/>
                </a:moveTo>
                <a:lnTo>
                  <a:pt x="1504911" y="788326"/>
                </a:lnTo>
                <a:lnTo>
                  <a:pt x="1626129" y="901297"/>
                </a:lnTo>
                <a:lnTo>
                  <a:pt x="2427649" y="216872"/>
                </a:lnTo>
                <a:lnTo>
                  <a:pt x="2308081" y="102251"/>
                </a:lnTo>
                <a:moveTo>
                  <a:pt x="1626129" y="901297"/>
                </a:moveTo>
                <a:lnTo>
                  <a:pt x="1504911" y="788326"/>
                </a:lnTo>
                <a:lnTo>
                  <a:pt x="2099455" y="0"/>
                </a:lnTo>
                <a:lnTo>
                  <a:pt x="2224795" y="108023"/>
                </a:lnTo>
                <a:lnTo>
                  <a:pt x="1626129" y="901297"/>
                </a:lnTo>
                <a:moveTo>
                  <a:pt x="2099455" y="0"/>
                </a:moveTo>
                <a:lnTo>
                  <a:pt x="1289688" y="834504"/>
                </a:lnTo>
                <a:lnTo>
                  <a:pt x="1415854" y="940879"/>
                </a:lnTo>
                <a:lnTo>
                  <a:pt x="2224795" y="108023"/>
                </a:lnTo>
                <a:lnTo>
                  <a:pt x="2099455" y="0"/>
                </a:lnTo>
                <a:moveTo>
                  <a:pt x="1415854" y="940879"/>
                </a:moveTo>
                <a:lnTo>
                  <a:pt x="1289688" y="834504"/>
                </a:lnTo>
                <a:lnTo>
                  <a:pt x="1897425" y="6596"/>
                </a:lnTo>
                <a:lnTo>
                  <a:pt x="2021117" y="117094"/>
                </a:lnTo>
                <a:lnTo>
                  <a:pt x="1415854" y="940879"/>
                </a:lnTo>
                <a:moveTo>
                  <a:pt x="1897425" y="6596"/>
                </a:moveTo>
                <a:lnTo>
                  <a:pt x="1029112" y="802344"/>
                </a:lnTo>
                <a:lnTo>
                  <a:pt x="1150329" y="915316"/>
                </a:lnTo>
                <a:lnTo>
                  <a:pt x="2021117" y="117094"/>
                </a:lnTo>
                <a:lnTo>
                  <a:pt x="1897425" y="6596"/>
                </a:lnTo>
                <a:moveTo>
                  <a:pt x="1150329" y="915316"/>
                </a:moveTo>
                <a:lnTo>
                  <a:pt x="1029112" y="802344"/>
                </a:lnTo>
                <a:lnTo>
                  <a:pt x="1645920" y="39581"/>
                </a:lnTo>
                <a:lnTo>
                  <a:pt x="1767962" y="150903"/>
                </a:lnTo>
                <a:lnTo>
                  <a:pt x="1150329" y="915316"/>
                </a:lnTo>
                <a:moveTo>
                  <a:pt x="1645920" y="39581"/>
                </a:moveTo>
                <a:lnTo>
                  <a:pt x="830381" y="832855"/>
                </a:lnTo>
                <a:lnTo>
                  <a:pt x="954072" y="942528"/>
                </a:lnTo>
                <a:lnTo>
                  <a:pt x="1767962" y="150903"/>
                </a:lnTo>
                <a:lnTo>
                  <a:pt x="1645920" y="39581"/>
                </a:lnTo>
                <a:moveTo>
                  <a:pt x="954072" y="942528"/>
                </a:moveTo>
                <a:lnTo>
                  <a:pt x="830381" y="832855"/>
                </a:lnTo>
                <a:lnTo>
                  <a:pt x="1320199" y="194607"/>
                </a:lnTo>
                <a:lnTo>
                  <a:pt x="1439767" y="309228"/>
                </a:lnTo>
                <a:lnTo>
                  <a:pt x="954072" y="942528"/>
                </a:lnTo>
                <a:moveTo>
                  <a:pt x="1320199" y="194607"/>
                </a:moveTo>
                <a:lnTo>
                  <a:pt x="587121" y="809766"/>
                </a:lnTo>
                <a:lnTo>
                  <a:pt x="702567" y="928509"/>
                </a:lnTo>
                <a:lnTo>
                  <a:pt x="1439767" y="309228"/>
                </a:lnTo>
                <a:lnTo>
                  <a:pt x="1320199" y="194607"/>
                </a:lnTo>
                <a:moveTo>
                  <a:pt x="702567" y="928509"/>
                </a:moveTo>
                <a:lnTo>
                  <a:pt x="587121" y="809766"/>
                </a:lnTo>
                <a:lnTo>
                  <a:pt x="1062921" y="276244"/>
                </a:lnTo>
                <a:lnTo>
                  <a:pt x="1176717" y="396637"/>
                </a:lnTo>
                <a:lnTo>
                  <a:pt x="702567" y="928509"/>
                </a:lnTo>
                <a:moveTo>
                  <a:pt x="1062921" y="276244"/>
                </a:moveTo>
                <a:lnTo>
                  <a:pt x="367775" y="828732"/>
                </a:lnTo>
                <a:lnTo>
                  <a:pt x="488168" y="943352"/>
                </a:lnTo>
                <a:lnTo>
                  <a:pt x="1176717" y="396637"/>
                </a:lnTo>
                <a:lnTo>
                  <a:pt x="1062921" y="276244"/>
                </a:lnTo>
                <a:moveTo>
                  <a:pt x="488168" y="943352"/>
                </a:moveTo>
                <a:lnTo>
                  <a:pt x="367775" y="828732"/>
                </a:lnTo>
                <a:lnTo>
                  <a:pt x="710813" y="350458"/>
                </a:lnTo>
                <a:lnTo>
                  <a:pt x="828732" y="469202"/>
                </a:lnTo>
                <a:lnTo>
                  <a:pt x="488168" y="943352"/>
                </a:lnTo>
                <a:moveTo>
                  <a:pt x="710813" y="350458"/>
                </a:moveTo>
                <a:lnTo>
                  <a:pt x="164097" y="736376"/>
                </a:lnTo>
                <a:lnTo>
                  <a:pt x="277893" y="858418"/>
                </a:lnTo>
                <a:lnTo>
                  <a:pt x="828732" y="469202"/>
                </a:lnTo>
                <a:lnTo>
                  <a:pt x="710813" y="350458"/>
                </a:lnTo>
                <a:moveTo>
                  <a:pt x="277893" y="858418"/>
                </a:moveTo>
                <a:lnTo>
                  <a:pt x="164097" y="736376"/>
                </a:lnTo>
                <a:lnTo>
                  <a:pt x="413129" y="427147"/>
                </a:lnTo>
                <a:lnTo>
                  <a:pt x="521977" y="554962"/>
                </a:lnTo>
                <a:lnTo>
                  <a:pt x="277893" y="858418"/>
                </a:lnTo>
                <a:moveTo>
                  <a:pt x="413129" y="427147"/>
                </a:moveTo>
                <a:lnTo>
                  <a:pt x="39581" y="639072"/>
                </a:lnTo>
                <a:lnTo>
                  <a:pt x="159974" y="761114"/>
                </a:lnTo>
                <a:lnTo>
                  <a:pt x="521977" y="554962"/>
                </a:lnTo>
                <a:lnTo>
                  <a:pt x="413129" y="427147"/>
                </a:lnTo>
                <a:moveTo>
                  <a:pt x="159974" y="761114"/>
                </a:moveTo>
                <a:lnTo>
                  <a:pt x="39581" y="639072"/>
                </a:lnTo>
                <a:lnTo>
                  <a:pt x="88233" y="555786"/>
                </a:lnTo>
                <a:lnTo>
                  <a:pt x="230890" y="639072"/>
                </a:lnTo>
                <a:lnTo>
                  <a:pt x="159974" y="761114"/>
                </a:lnTo>
                <a:moveTo>
                  <a:pt x="3753621" y="815538"/>
                </a:moveTo>
                <a:lnTo>
                  <a:pt x="3926789" y="696794"/>
                </a:lnTo>
                <a:lnTo>
                  <a:pt x="3833608" y="560734"/>
                </a:lnTo>
                <a:lnTo>
                  <a:pt x="3660440" y="679477"/>
                </a:lnTo>
                <a:lnTo>
                  <a:pt x="3753621" y="815538"/>
                </a:lnTo>
                <a:moveTo>
                  <a:pt x="3824537" y="761114"/>
                </a:moveTo>
                <a:lnTo>
                  <a:pt x="3967194" y="638247"/>
                </a:lnTo>
                <a:lnTo>
                  <a:pt x="3859995" y="512906"/>
                </a:lnTo>
                <a:lnTo>
                  <a:pt x="3717338" y="635773"/>
                </a:lnTo>
                <a:lnTo>
                  <a:pt x="3824537" y="761114"/>
                </a:lnTo>
              </a:path>
            </a:pathLst>
          </a:custGeom>
          <a:solidFill>
            <a:srgbClr val="6B6B6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2493630" y="2007455"/>
            <a:ext cx="3965545" cy="3771762"/>
          </a:xfrm>
          <a:custGeom>
            <a:avLst/>
            <a:gdLst/>
            <a:ahLst/>
            <a:cxnLst/>
            <a:rect l="l" t="t" r="r" b="b"/>
            <a:pathLst>
              <a:path w="3965545" h="3771762" extrusionOk="0">
                <a:moveTo>
                  <a:pt x="0" y="3562311"/>
                </a:moveTo>
                <a:lnTo>
                  <a:pt x="0" y="3760218"/>
                </a:lnTo>
                <a:lnTo>
                  <a:pt x="3958124" y="3760218"/>
                </a:lnTo>
                <a:lnTo>
                  <a:pt x="3958124" y="3562311"/>
                </a:lnTo>
                <a:lnTo>
                  <a:pt x="3838181" y="3562311"/>
                </a:lnTo>
                <a:lnTo>
                  <a:pt x="119943" y="3562311"/>
                </a:lnTo>
                <a:close/>
                <a:moveTo>
                  <a:pt x="239886" y="3364405"/>
                </a:moveTo>
                <a:lnTo>
                  <a:pt x="239886" y="3463358"/>
                </a:lnTo>
                <a:lnTo>
                  <a:pt x="3718238" y="3463358"/>
                </a:lnTo>
                <a:lnTo>
                  <a:pt x="3718238" y="3364405"/>
                </a:lnTo>
                <a:close/>
                <a:moveTo>
                  <a:pt x="1979062" y="0"/>
                </a:moveTo>
                <a:lnTo>
                  <a:pt x="0" y="593718"/>
                </a:lnTo>
                <a:lnTo>
                  <a:pt x="0" y="692671"/>
                </a:lnTo>
                <a:lnTo>
                  <a:pt x="119943" y="692671"/>
                </a:lnTo>
                <a:lnTo>
                  <a:pt x="3838181" y="692671"/>
                </a:lnTo>
                <a:lnTo>
                  <a:pt x="3958124" y="692671"/>
                </a:lnTo>
                <a:lnTo>
                  <a:pt x="3958124" y="593718"/>
                </a:lnTo>
                <a:close/>
                <a:moveTo>
                  <a:pt x="239886" y="890577"/>
                </a:moveTo>
                <a:lnTo>
                  <a:pt x="239886" y="791624"/>
                </a:lnTo>
                <a:lnTo>
                  <a:pt x="3718238" y="791624"/>
                </a:lnTo>
                <a:lnTo>
                  <a:pt x="3718238" y="890577"/>
                </a:lnTo>
                <a:close/>
                <a:moveTo>
                  <a:pt x="119943" y="692671"/>
                </a:moveTo>
                <a:lnTo>
                  <a:pt x="3838181" y="692671"/>
                </a:lnTo>
                <a:lnTo>
                  <a:pt x="3838181" y="791624"/>
                </a:lnTo>
                <a:lnTo>
                  <a:pt x="3718238" y="791624"/>
                </a:lnTo>
                <a:lnTo>
                  <a:pt x="239886" y="791624"/>
                </a:lnTo>
                <a:lnTo>
                  <a:pt x="119943" y="791624"/>
                </a:lnTo>
                <a:close/>
                <a:moveTo>
                  <a:pt x="3718238" y="3463358"/>
                </a:moveTo>
                <a:lnTo>
                  <a:pt x="3838181" y="3463358"/>
                </a:lnTo>
                <a:lnTo>
                  <a:pt x="3838181" y="3562311"/>
                </a:lnTo>
                <a:lnTo>
                  <a:pt x="119943" y="3562311"/>
                </a:lnTo>
                <a:lnTo>
                  <a:pt x="119943" y="3463358"/>
                </a:lnTo>
                <a:lnTo>
                  <a:pt x="239886" y="3463358"/>
                </a:lnTo>
                <a:close/>
                <a:moveTo>
                  <a:pt x="0" y="3562311"/>
                </a:moveTo>
                <a:cubicBezTo>
                  <a:pt x="39581" y="3563136"/>
                  <a:pt x="80811" y="3569733"/>
                  <a:pt x="119568" y="3562311"/>
                </a:cubicBezTo>
                <a:cubicBezTo>
                  <a:pt x="244084" y="3540047"/>
                  <a:pt x="371898" y="3564785"/>
                  <a:pt x="497239" y="3562311"/>
                </a:cubicBezTo>
                <a:cubicBezTo>
                  <a:pt x="638247" y="3559837"/>
                  <a:pt x="778431" y="3559837"/>
                  <a:pt x="918614" y="3562311"/>
                </a:cubicBezTo>
                <a:cubicBezTo>
                  <a:pt x="1053025" y="3564785"/>
                  <a:pt x="1188261" y="3545819"/>
                  <a:pt x="1321848" y="3562311"/>
                </a:cubicBezTo>
                <a:cubicBezTo>
                  <a:pt x="1458733" y="3578804"/>
                  <a:pt x="1598092" y="3557364"/>
                  <a:pt x="1735802" y="3562311"/>
                </a:cubicBezTo>
                <a:cubicBezTo>
                  <a:pt x="1878459" y="3567259"/>
                  <a:pt x="2021117" y="3554890"/>
                  <a:pt x="2162949" y="3562311"/>
                </a:cubicBezTo>
                <a:cubicBezTo>
                  <a:pt x="2304782" y="3569733"/>
                  <a:pt x="2446615" y="3561487"/>
                  <a:pt x="2588448" y="3562311"/>
                </a:cubicBezTo>
                <a:cubicBezTo>
                  <a:pt x="2726158" y="3563136"/>
                  <a:pt x="2863867" y="3569733"/>
                  <a:pt x="3001577" y="3562311"/>
                </a:cubicBezTo>
                <a:cubicBezTo>
                  <a:pt x="3154954" y="3554890"/>
                  <a:pt x="3307507" y="3560662"/>
                  <a:pt x="3460884" y="3562311"/>
                </a:cubicBezTo>
                <a:cubicBezTo>
                  <a:pt x="3586225" y="3563961"/>
                  <a:pt x="3713215" y="3552416"/>
                  <a:pt x="3838555" y="3562311"/>
                </a:cubicBezTo>
                <a:cubicBezTo>
                  <a:pt x="3878137" y="3565610"/>
                  <a:pt x="3918543" y="3559013"/>
                  <a:pt x="3958124" y="3562311"/>
                </a:cubicBezTo>
                <a:cubicBezTo>
                  <a:pt x="3963896" y="3628280"/>
                  <a:pt x="3962247" y="3694249"/>
                  <a:pt x="3958124" y="3760218"/>
                </a:cubicBezTo>
                <a:cubicBezTo>
                  <a:pt x="3728882" y="3750322"/>
                  <a:pt x="3498816" y="3751971"/>
                  <a:pt x="3269575" y="3760218"/>
                </a:cubicBezTo>
                <a:cubicBezTo>
                  <a:pt x="3038684" y="3768464"/>
                  <a:pt x="2806969" y="3755270"/>
                  <a:pt x="2576079" y="3760218"/>
                </a:cubicBezTo>
                <a:cubicBezTo>
                  <a:pt x="2360856" y="3765165"/>
                  <a:pt x="2145633" y="3763516"/>
                  <a:pt x="1930410" y="3760218"/>
                </a:cubicBezTo>
                <a:cubicBezTo>
                  <a:pt x="1717661" y="3756919"/>
                  <a:pt x="1504911" y="3747848"/>
                  <a:pt x="1292162" y="3760218"/>
                </a:cubicBezTo>
                <a:cubicBezTo>
                  <a:pt x="1086010" y="3771762"/>
                  <a:pt x="879858" y="3761867"/>
                  <a:pt x="673705" y="3760218"/>
                </a:cubicBezTo>
                <a:cubicBezTo>
                  <a:pt x="449412" y="3757744"/>
                  <a:pt x="224293" y="3748673"/>
                  <a:pt x="0" y="3760218"/>
                </a:cubicBezTo>
                <a:cubicBezTo>
                  <a:pt x="824" y="3694249"/>
                  <a:pt x="9070" y="3627455"/>
                  <a:pt x="0" y="3562311"/>
                </a:cubicBezTo>
                <a:moveTo>
                  <a:pt x="239961" y="3364405"/>
                </a:moveTo>
                <a:cubicBezTo>
                  <a:pt x="485694" y="3360282"/>
                  <a:pt x="731428" y="3357808"/>
                  <a:pt x="977161" y="3364405"/>
                </a:cubicBezTo>
                <a:cubicBezTo>
                  <a:pt x="1193209" y="3370177"/>
                  <a:pt x="1409257" y="3371002"/>
                  <a:pt x="1625304" y="3364405"/>
                </a:cubicBezTo>
                <a:cubicBezTo>
                  <a:pt x="1863616" y="3356984"/>
                  <a:pt x="2102753" y="3365230"/>
                  <a:pt x="2341890" y="3364405"/>
                </a:cubicBezTo>
                <a:cubicBezTo>
                  <a:pt x="2571131" y="3363581"/>
                  <a:pt x="2802022" y="3348738"/>
                  <a:pt x="3030438" y="3364405"/>
                </a:cubicBezTo>
                <a:cubicBezTo>
                  <a:pt x="3259680" y="3380073"/>
                  <a:pt x="3488921" y="3375125"/>
                  <a:pt x="3718162" y="3364405"/>
                </a:cubicBezTo>
                <a:cubicBezTo>
                  <a:pt x="3720636" y="3397389"/>
                  <a:pt x="3719812" y="3430374"/>
                  <a:pt x="3718162" y="3463358"/>
                </a:cubicBezTo>
                <a:cubicBezTo>
                  <a:pt x="3493869" y="3463358"/>
                  <a:pt x="3269575" y="3463358"/>
                  <a:pt x="3045281" y="3463358"/>
                </a:cubicBezTo>
                <a:cubicBezTo>
                  <a:pt x="2818514" y="3463358"/>
                  <a:pt x="2591746" y="3459235"/>
                  <a:pt x="2364979" y="3463358"/>
                </a:cubicBezTo>
                <a:cubicBezTo>
                  <a:pt x="2140685" y="3467481"/>
                  <a:pt x="1917216" y="3463358"/>
                  <a:pt x="1693747" y="3463358"/>
                </a:cubicBezTo>
                <a:cubicBezTo>
                  <a:pt x="1470278" y="3463358"/>
                  <a:pt x="1246809" y="3450989"/>
                  <a:pt x="1023340" y="3463358"/>
                </a:cubicBezTo>
                <a:cubicBezTo>
                  <a:pt x="762763" y="3477377"/>
                  <a:pt x="500537" y="3447691"/>
                  <a:pt x="239961" y="3463358"/>
                </a:cubicBezTo>
                <a:cubicBezTo>
                  <a:pt x="239961" y="3430374"/>
                  <a:pt x="238312" y="3397389"/>
                  <a:pt x="239961" y="3364405"/>
                </a:cubicBezTo>
                <a:moveTo>
                  <a:pt x="1979062" y="0"/>
                </a:moveTo>
                <a:cubicBezTo>
                  <a:pt x="2116771" y="32984"/>
                  <a:pt x="2246235" y="96479"/>
                  <a:pt x="2384769" y="122042"/>
                </a:cubicBezTo>
                <a:cubicBezTo>
                  <a:pt x="2522479" y="146780"/>
                  <a:pt x="2650294" y="211924"/>
                  <a:pt x="2786354" y="242435"/>
                </a:cubicBezTo>
                <a:cubicBezTo>
                  <a:pt x="2918292" y="272121"/>
                  <a:pt x="3047755" y="311702"/>
                  <a:pt x="3174745" y="358705"/>
                </a:cubicBezTo>
                <a:cubicBezTo>
                  <a:pt x="3292664" y="402409"/>
                  <a:pt x="3415531" y="434569"/>
                  <a:pt x="3537573" y="467553"/>
                </a:cubicBezTo>
                <a:cubicBezTo>
                  <a:pt x="3678581" y="505485"/>
                  <a:pt x="3816291" y="556611"/>
                  <a:pt x="3958124" y="593718"/>
                </a:cubicBezTo>
                <a:cubicBezTo>
                  <a:pt x="3965545" y="625878"/>
                  <a:pt x="3957299" y="659687"/>
                  <a:pt x="3958124" y="692671"/>
                </a:cubicBezTo>
                <a:cubicBezTo>
                  <a:pt x="3917718" y="693496"/>
                  <a:pt x="3878137" y="692671"/>
                  <a:pt x="3838555" y="692671"/>
                </a:cubicBezTo>
                <a:cubicBezTo>
                  <a:pt x="3694249" y="692671"/>
                  <a:pt x="3549942" y="696794"/>
                  <a:pt x="3406460" y="692671"/>
                </a:cubicBezTo>
                <a:cubicBezTo>
                  <a:pt x="3254732" y="688548"/>
                  <a:pt x="3102179" y="691847"/>
                  <a:pt x="2950451" y="692671"/>
                </a:cubicBezTo>
                <a:cubicBezTo>
                  <a:pt x="2805320" y="693496"/>
                  <a:pt x="2659364" y="697619"/>
                  <a:pt x="2514233" y="692671"/>
                </a:cubicBezTo>
                <a:cubicBezTo>
                  <a:pt x="2347662" y="687724"/>
                  <a:pt x="2181091" y="693496"/>
                  <a:pt x="2014520" y="692671"/>
                </a:cubicBezTo>
                <a:cubicBezTo>
                  <a:pt x="1856195" y="691847"/>
                  <a:pt x="1697870" y="688548"/>
                  <a:pt x="1538720" y="692671"/>
                </a:cubicBezTo>
                <a:cubicBezTo>
                  <a:pt x="1375448" y="696794"/>
                  <a:pt x="1213000" y="690197"/>
                  <a:pt x="1049727" y="692671"/>
                </a:cubicBezTo>
                <a:cubicBezTo>
                  <a:pt x="888104" y="695145"/>
                  <a:pt x="726480" y="690197"/>
                  <a:pt x="565681" y="692671"/>
                </a:cubicBezTo>
                <a:cubicBezTo>
                  <a:pt x="417252" y="695145"/>
                  <a:pt x="267997" y="699268"/>
                  <a:pt x="119568" y="692671"/>
                </a:cubicBezTo>
                <a:cubicBezTo>
                  <a:pt x="79987" y="691022"/>
                  <a:pt x="39581" y="686074"/>
                  <a:pt x="0" y="692671"/>
                </a:cubicBezTo>
                <a:cubicBezTo>
                  <a:pt x="0" y="659687"/>
                  <a:pt x="7421" y="625878"/>
                  <a:pt x="0" y="593718"/>
                </a:cubicBezTo>
                <a:cubicBezTo>
                  <a:pt x="106374" y="568980"/>
                  <a:pt x="214398" y="543417"/>
                  <a:pt x="315000" y="499713"/>
                </a:cubicBezTo>
                <a:cubicBezTo>
                  <a:pt x="416427" y="455184"/>
                  <a:pt x="530223" y="441990"/>
                  <a:pt x="634949" y="403233"/>
                </a:cubicBezTo>
                <a:cubicBezTo>
                  <a:pt x="743797" y="362828"/>
                  <a:pt x="860892" y="343037"/>
                  <a:pt x="969740" y="302631"/>
                </a:cubicBezTo>
                <a:cubicBezTo>
                  <a:pt x="1087659" y="258927"/>
                  <a:pt x="1210526" y="231715"/>
                  <a:pt x="1330094" y="194607"/>
                </a:cubicBezTo>
                <a:cubicBezTo>
                  <a:pt x="1448013" y="158324"/>
                  <a:pt x="1565108" y="116269"/>
                  <a:pt x="1685501" y="88233"/>
                </a:cubicBezTo>
                <a:cubicBezTo>
                  <a:pt x="1785278" y="65144"/>
                  <a:pt x="1880109" y="25562"/>
                  <a:pt x="1979062" y="0"/>
                </a:cubicBezTo>
                <a:moveTo>
                  <a:pt x="239961" y="890577"/>
                </a:moveTo>
                <a:cubicBezTo>
                  <a:pt x="346335" y="877384"/>
                  <a:pt x="454359" y="882331"/>
                  <a:pt x="560734" y="890577"/>
                </a:cubicBezTo>
                <a:cubicBezTo>
                  <a:pt x="685250" y="899648"/>
                  <a:pt x="809766" y="895525"/>
                  <a:pt x="934282" y="890577"/>
                </a:cubicBezTo>
                <a:cubicBezTo>
                  <a:pt x="1059622" y="885630"/>
                  <a:pt x="1186612" y="883981"/>
                  <a:pt x="1312777" y="890577"/>
                </a:cubicBezTo>
                <a:cubicBezTo>
                  <a:pt x="1424924" y="896350"/>
                  <a:pt x="1538720" y="885630"/>
                  <a:pt x="1651692" y="890577"/>
                </a:cubicBezTo>
                <a:cubicBezTo>
                  <a:pt x="1772085" y="895525"/>
                  <a:pt x="1892478" y="895525"/>
                  <a:pt x="2012046" y="890577"/>
                </a:cubicBezTo>
                <a:cubicBezTo>
                  <a:pt x="2125842" y="886454"/>
                  <a:pt x="2240463" y="903771"/>
                  <a:pt x="2353434" y="890577"/>
                </a:cubicBezTo>
                <a:cubicBezTo>
                  <a:pt x="2458160" y="879033"/>
                  <a:pt x="2563710" y="883981"/>
                  <a:pt x="2668435" y="890577"/>
                </a:cubicBezTo>
                <a:cubicBezTo>
                  <a:pt x="2784705" y="897174"/>
                  <a:pt x="2902624" y="877384"/>
                  <a:pt x="3018069" y="890577"/>
                </a:cubicBezTo>
                <a:cubicBezTo>
                  <a:pt x="3123619" y="902947"/>
                  <a:pt x="3230818" y="893051"/>
                  <a:pt x="3336368" y="890577"/>
                </a:cubicBezTo>
                <a:cubicBezTo>
                  <a:pt x="3464183" y="888104"/>
                  <a:pt x="3591173" y="879033"/>
                  <a:pt x="3718162" y="890577"/>
                </a:cubicBezTo>
                <a:cubicBezTo>
                  <a:pt x="3719812" y="857593"/>
                  <a:pt x="3712390" y="823784"/>
                  <a:pt x="3718162" y="791624"/>
                </a:cubicBezTo>
                <a:cubicBezTo>
                  <a:pt x="3623332" y="796572"/>
                  <a:pt x="3527678" y="800695"/>
                  <a:pt x="3432848" y="791624"/>
                </a:cubicBezTo>
                <a:cubicBezTo>
                  <a:pt x="3337193" y="782554"/>
                  <a:pt x="3240714" y="802344"/>
                  <a:pt x="3145059" y="791624"/>
                </a:cubicBezTo>
                <a:cubicBezTo>
                  <a:pt x="3056001" y="780904"/>
                  <a:pt x="2965294" y="797397"/>
                  <a:pt x="2876236" y="791624"/>
                </a:cubicBezTo>
                <a:cubicBezTo>
                  <a:pt x="2771511" y="785027"/>
                  <a:pt x="2666786" y="782554"/>
                  <a:pt x="2562885" y="791624"/>
                </a:cubicBezTo>
                <a:cubicBezTo>
                  <a:pt x="2475476" y="799046"/>
                  <a:pt x="2388068" y="794098"/>
                  <a:pt x="2300659" y="791624"/>
                </a:cubicBezTo>
                <a:cubicBezTo>
                  <a:pt x="2197583" y="788326"/>
                  <a:pt x="2093682" y="792449"/>
                  <a:pt x="1990606" y="791624"/>
                </a:cubicBezTo>
                <a:cubicBezTo>
                  <a:pt x="1892478" y="790800"/>
                  <a:pt x="1793525" y="789151"/>
                  <a:pt x="1695396" y="791624"/>
                </a:cubicBezTo>
                <a:cubicBezTo>
                  <a:pt x="1607987" y="793274"/>
                  <a:pt x="1520579" y="791624"/>
                  <a:pt x="1433170" y="791624"/>
                </a:cubicBezTo>
                <a:cubicBezTo>
                  <a:pt x="1328445" y="791624"/>
                  <a:pt x="1223720" y="797397"/>
                  <a:pt x="1118994" y="791624"/>
                </a:cubicBezTo>
                <a:cubicBezTo>
                  <a:pt x="1018392" y="785852"/>
                  <a:pt x="917790" y="789151"/>
                  <a:pt x="817187" y="791624"/>
                </a:cubicBezTo>
                <a:cubicBezTo>
                  <a:pt x="729779" y="794098"/>
                  <a:pt x="642370" y="800695"/>
                  <a:pt x="556611" y="791624"/>
                </a:cubicBezTo>
                <a:cubicBezTo>
                  <a:pt x="451885" y="780904"/>
                  <a:pt x="345511" y="790800"/>
                  <a:pt x="239961" y="791624"/>
                </a:cubicBezTo>
                <a:cubicBezTo>
                  <a:pt x="237487" y="824609"/>
                  <a:pt x="239136" y="857593"/>
                  <a:pt x="239961" y="890577"/>
                </a:cubicBezTo>
                <a:moveTo>
                  <a:pt x="119568" y="692671"/>
                </a:moveTo>
                <a:cubicBezTo>
                  <a:pt x="118743" y="725656"/>
                  <a:pt x="110497" y="760289"/>
                  <a:pt x="119568" y="791624"/>
                </a:cubicBezTo>
                <a:cubicBezTo>
                  <a:pt x="159149" y="785027"/>
                  <a:pt x="200380" y="787501"/>
                  <a:pt x="239961" y="791624"/>
                </a:cubicBezTo>
                <a:cubicBezTo>
                  <a:pt x="375197" y="804818"/>
                  <a:pt x="512082" y="801520"/>
                  <a:pt x="647318" y="791624"/>
                </a:cubicBezTo>
                <a:cubicBezTo>
                  <a:pt x="769360" y="782554"/>
                  <a:pt x="893051" y="787501"/>
                  <a:pt x="1015093" y="791624"/>
                </a:cubicBezTo>
                <a:cubicBezTo>
                  <a:pt x="1141259" y="795747"/>
                  <a:pt x="1266599" y="793274"/>
                  <a:pt x="1392764" y="791624"/>
                </a:cubicBezTo>
                <a:cubicBezTo>
                  <a:pt x="1513157" y="789975"/>
                  <a:pt x="1633550" y="791624"/>
                  <a:pt x="1753943" y="791624"/>
                </a:cubicBezTo>
                <a:cubicBezTo>
                  <a:pt x="1880933" y="791624"/>
                  <a:pt x="2007098" y="788326"/>
                  <a:pt x="2134088" y="791624"/>
                </a:cubicBezTo>
                <a:cubicBezTo>
                  <a:pt x="2253656" y="794923"/>
                  <a:pt x="2374049" y="799870"/>
                  <a:pt x="2492793" y="791624"/>
                </a:cubicBezTo>
                <a:cubicBezTo>
                  <a:pt x="2628029" y="781729"/>
                  <a:pt x="2764090" y="803169"/>
                  <a:pt x="2898501" y="791624"/>
                </a:cubicBezTo>
                <a:cubicBezTo>
                  <a:pt x="3037035" y="779255"/>
                  <a:pt x="3177219" y="792449"/>
                  <a:pt x="3317402" y="791624"/>
                </a:cubicBezTo>
                <a:cubicBezTo>
                  <a:pt x="3450989" y="791624"/>
                  <a:pt x="3585400" y="779255"/>
                  <a:pt x="3718162" y="791624"/>
                </a:cubicBezTo>
                <a:cubicBezTo>
                  <a:pt x="3757744" y="794923"/>
                  <a:pt x="3798150" y="792449"/>
                  <a:pt x="3838555" y="791624"/>
                </a:cubicBezTo>
                <a:cubicBezTo>
                  <a:pt x="3838555" y="758640"/>
                  <a:pt x="3836082" y="725656"/>
                  <a:pt x="3838555" y="692671"/>
                </a:cubicBezTo>
                <a:cubicBezTo>
                  <a:pt x="3650545" y="700093"/>
                  <a:pt x="3462534" y="691022"/>
                  <a:pt x="3274523" y="692671"/>
                </a:cubicBezTo>
                <a:cubicBezTo>
                  <a:pt x="3081564" y="694320"/>
                  <a:pt x="2889430" y="698444"/>
                  <a:pt x="2696472" y="692671"/>
                </a:cubicBezTo>
                <a:cubicBezTo>
                  <a:pt x="2493618" y="686899"/>
                  <a:pt x="2290764" y="693496"/>
                  <a:pt x="2087085" y="692671"/>
                </a:cubicBezTo>
                <a:cubicBezTo>
                  <a:pt x="1863616" y="691022"/>
                  <a:pt x="1639323" y="683601"/>
                  <a:pt x="1415854" y="692671"/>
                </a:cubicBezTo>
                <a:cubicBezTo>
                  <a:pt x="1200631" y="701742"/>
                  <a:pt x="984583" y="681951"/>
                  <a:pt x="770185" y="692671"/>
                </a:cubicBezTo>
                <a:cubicBezTo>
                  <a:pt x="553312" y="703391"/>
                  <a:pt x="336440" y="687724"/>
                  <a:pt x="119568" y="692671"/>
                </a:cubicBezTo>
                <a:moveTo>
                  <a:pt x="3718162" y="3463358"/>
                </a:moveTo>
                <a:cubicBezTo>
                  <a:pt x="3520256" y="3479026"/>
                  <a:pt x="3321525" y="3468306"/>
                  <a:pt x="3122795" y="3463358"/>
                </a:cubicBezTo>
                <a:cubicBezTo>
                  <a:pt x="2929836" y="3458411"/>
                  <a:pt x="2736877" y="3450989"/>
                  <a:pt x="2543919" y="3463358"/>
                </a:cubicBezTo>
                <a:cubicBezTo>
                  <a:pt x="2350960" y="3475727"/>
                  <a:pt x="2157177" y="3470780"/>
                  <a:pt x="1964219" y="3463358"/>
                </a:cubicBezTo>
                <a:cubicBezTo>
                  <a:pt x="1769611" y="3455937"/>
                  <a:pt x="1573354" y="3449340"/>
                  <a:pt x="1378746" y="3463358"/>
                </a:cubicBezTo>
                <a:cubicBezTo>
                  <a:pt x="1194034" y="3476552"/>
                  <a:pt x="1007672" y="3447691"/>
                  <a:pt x="822960" y="3463358"/>
                </a:cubicBezTo>
                <a:cubicBezTo>
                  <a:pt x="629176" y="3479850"/>
                  <a:pt x="433744" y="3451814"/>
                  <a:pt x="239961" y="3463358"/>
                </a:cubicBezTo>
                <a:cubicBezTo>
                  <a:pt x="200380" y="3465832"/>
                  <a:pt x="156675" y="3448515"/>
                  <a:pt x="119568" y="3463358"/>
                </a:cubicBezTo>
                <a:cubicBezTo>
                  <a:pt x="115445" y="3496343"/>
                  <a:pt x="108023" y="3531801"/>
                  <a:pt x="119568" y="3562311"/>
                </a:cubicBezTo>
                <a:cubicBezTo>
                  <a:pt x="216047" y="3568908"/>
                  <a:pt x="312526" y="3559013"/>
                  <a:pt x="409006" y="3562311"/>
                </a:cubicBezTo>
                <a:cubicBezTo>
                  <a:pt x="519503" y="3565610"/>
                  <a:pt x="630826" y="3551591"/>
                  <a:pt x="740499" y="3562311"/>
                </a:cubicBezTo>
                <a:cubicBezTo>
                  <a:pt x="847698" y="3573031"/>
                  <a:pt x="956546" y="3548293"/>
                  <a:pt x="1062921" y="3562311"/>
                </a:cubicBezTo>
                <a:cubicBezTo>
                  <a:pt x="1173418" y="3577154"/>
                  <a:pt x="1286390" y="3563136"/>
                  <a:pt x="1398537" y="3562311"/>
                </a:cubicBezTo>
                <a:cubicBezTo>
                  <a:pt x="1495841" y="3561487"/>
                  <a:pt x="1593969" y="3551591"/>
                  <a:pt x="1690448" y="3562311"/>
                </a:cubicBezTo>
                <a:cubicBezTo>
                  <a:pt x="1793525" y="3573856"/>
                  <a:pt x="1899075" y="3567259"/>
                  <a:pt x="2002975" y="3562311"/>
                </a:cubicBezTo>
                <a:cubicBezTo>
                  <a:pt x="2099455" y="3557364"/>
                  <a:pt x="2196758" y="3561487"/>
                  <a:pt x="2293238" y="3562311"/>
                </a:cubicBezTo>
                <a:cubicBezTo>
                  <a:pt x="2399612" y="3563136"/>
                  <a:pt x="2506812" y="3575505"/>
                  <a:pt x="2612362" y="3562311"/>
                </a:cubicBezTo>
                <a:cubicBezTo>
                  <a:pt x="2713788" y="3549942"/>
                  <a:pt x="2817689" y="3573856"/>
                  <a:pt x="2919116" y="3562311"/>
                </a:cubicBezTo>
                <a:cubicBezTo>
                  <a:pt x="3016420" y="3550767"/>
                  <a:pt x="3115373" y="3565610"/>
                  <a:pt x="3214326" y="3562311"/>
                </a:cubicBezTo>
                <a:cubicBezTo>
                  <a:pt x="3309981" y="3559013"/>
                  <a:pt x="3405636" y="3567259"/>
                  <a:pt x="3501290" y="3562311"/>
                </a:cubicBezTo>
                <a:cubicBezTo>
                  <a:pt x="3613437" y="3556539"/>
                  <a:pt x="3726409" y="3549942"/>
                  <a:pt x="3838555" y="3562311"/>
                </a:cubicBezTo>
                <a:cubicBezTo>
                  <a:pt x="3825362" y="3531801"/>
                  <a:pt x="3838555" y="3496343"/>
                  <a:pt x="3838555" y="3463358"/>
                </a:cubicBezTo>
                <a:cubicBezTo>
                  <a:pt x="3798974" y="3470780"/>
                  <a:pt x="3757744" y="3470780"/>
                  <a:pt x="3718162" y="3463358"/>
                </a:cubicBezTo>
              </a:path>
            </a:pathLst>
          </a:custGeom>
          <a:noFill/>
          <a:ln w="24725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5635391" y="2877418"/>
            <a:ext cx="494765" cy="2558762"/>
          </a:xfrm>
          <a:custGeom>
            <a:avLst/>
            <a:gdLst/>
            <a:ahLst/>
            <a:cxnLst/>
            <a:rect l="l" t="t" r="r" b="b"/>
            <a:pathLst>
              <a:path w="494765" h="2558762" extrusionOk="0">
                <a:moveTo>
                  <a:pt x="140183" y="0"/>
                </a:moveTo>
                <a:lnTo>
                  <a:pt x="22264" y="20615"/>
                </a:lnTo>
                <a:lnTo>
                  <a:pt x="13193" y="189660"/>
                </a:lnTo>
                <a:lnTo>
                  <a:pt x="169044" y="161623"/>
                </a:lnTo>
                <a:lnTo>
                  <a:pt x="140183" y="0"/>
                </a:lnTo>
                <a:moveTo>
                  <a:pt x="13193" y="189660"/>
                </a:moveTo>
                <a:lnTo>
                  <a:pt x="390040" y="297683"/>
                </a:lnTo>
                <a:lnTo>
                  <a:pt x="396637" y="128639"/>
                </a:lnTo>
                <a:lnTo>
                  <a:pt x="22264" y="20615"/>
                </a:lnTo>
                <a:lnTo>
                  <a:pt x="13193" y="189660"/>
                </a:lnTo>
                <a:moveTo>
                  <a:pt x="396637" y="128639"/>
                </a:moveTo>
                <a:lnTo>
                  <a:pt x="65968" y="193783"/>
                </a:lnTo>
                <a:lnTo>
                  <a:pt x="63494" y="362828"/>
                </a:lnTo>
                <a:lnTo>
                  <a:pt x="390040" y="297683"/>
                </a:lnTo>
                <a:lnTo>
                  <a:pt x="396637" y="128639"/>
                </a:lnTo>
                <a:moveTo>
                  <a:pt x="63494" y="362828"/>
                </a:moveTo>
                <a:lnTo>
                  <a:pt x="435393" y="445288"/>
                </a:lnTo>
                <a:lnTo>
                  <a:pt x="431270" y="275419"/>
                </a:lnTo>
                <a:lnTo>
                  <a:pt x="65968" y="193783"/>
                </a:lnTo>
                <a:lnTo>
                  <a:pt x="63494" y="362828"/>
                </a:lnTo>
                <a:moveTo>
                  <a:pt x="431270" y="275419"/>
                </a:moveTo>
                <a:lnTo>
                  <a:pt x="27212" y="386741"/>
                </a:lnTo>
                <a:lnTo>
                  <a:pt x="32984" y="555786"/>
                </a:lnTo>
                <a:lnTo>
                  <a:pt x="435393" y="445288"/>
                </a:lnTo>
                <a:lnTo>
                  <a:pt x="431270" y="275419"/>
                </a:lnTo>
                <a:moveTo>
                  <a:pt x="32984" y="555786"/>
                </a:moveTo>
                <a:lnTo>
                  <a:pt x="446938" y="639896"/>
                </a:lnTo>
                <a:lnTo>
                  <a:pt x="452710" y="472501"/>
                </a:lnTo>
                <a:lnTo>
                  <a:pt x="27212" y="386741"/>
                </a:lnTo>
                <a:lnTo>
                  <a:pt x="32984" y="555786"/>
                </a:lnTo>
                <a:moveTo>
                  <a:pt x="452710" y="472501"/>
                </a:moveTo>
                <a:lnTo>
                  <a:pt x="88233" y="521153"/>
                </a:lnTo>
                <a:lnTo>
                  <a:pt x="63494" y="691022"/>
                </a:lnTo>
                <a:lnTo>
                  <a:pt x="446938" y="639896"/>
                </a:lnTo>
                <a:lnTo>
                  <a:pt x="452710" y="472501"/>
                </a:lnTo>
                <a:moveTo>
                  <a:pt x="63494" y="691022"/>
                </a:moveTo>
                <a:lnTo>
                  <a:pt x="394163" y="838627"/>
                </a:lnTo>
                <a:lnTo>
                  <a:pt x="412304" y="666284"/>
                </a:lnTo>
                <a:lnTo>
                  <a:pt x="88233" y="521153"/>
                </a:lnTo>
                <a:lnTo>
                  <a:pt x="63494" y="691022"/>
                </a:lnTo>
                <a:moveTo>
                  <a:pt x="412304" y="666284"/>
                </a:moveTo>
                <a:lnTo>
                  <a:pt x="22264" y="749569"/>
                </a:lnTo>
                <a:lnTo>
                  <a:pt x="17316" y="919439"/>
                </a:lnTo>
                <a:lnTo>
                  <a:pt x="394163" y="838627"/>
                </a:lnTo>
                <a:lnTo>
                  <a:pt x="412304" y="666284"/>
                </a:lnTo>
                <a:moveTo>
                  <a:pt x="17316" y="919439"/>
                </a:moveTo>
                <a:lnTo>
                  <a:pt x="410655" y="1031586"/>
                </a:lnTo>
                <a:lnTo>
                  <a:pt x="432095" y="866664"/>
                </a:lnTo>
                <a:lnTo>
                  <a:pt x="22264" y="749569"/>
                </a:lnTo>
                <a:lnTo>
                  <a:pt x="17316" y="919439"/>
                </a:lnTo>
                <a:moveTo>
                  <a:pt x="432095" y="866664"/>
                </a:moveTo>
                <a:lnTo>
                  <a:pt x="79987" y="872436"/>
                </a:lnTo>
                <a:lnTo>
                  <a:pt x="43704" y="1038183"/>
                </a:lnTo>
                <a:lnTo>
                  <a:pt x="410655" y="1031586"/>
                </a:lnTo>
                <a:lnTo>
                  <a:pt x="432095" y="866664"/>
                </a:lnTo>
                <a:moveTo>
                  <a:pt x="43704" y="1038183"/>
                </a:moveTo>
                <a:lnTo>
                  <a:pt x="388390" y="1201455"/>
                </a:lnTo>
                <a:lnTo>
                  <a:pt x="416427" y="1031586"/>
                </a:lnTo>
                <a:lnTo>
                  <a:pt x="79987" y="872436"/>
                </a:lnTo>
                <a:lnTo>
                  <a:pt x="43704" y="1038183"/>
                </a:lnTo>
                <a:moveTo>
                  <a:pt x="416427" y="1031586"/>
                </a:moveTo>
                <a:lnTo>
                  <a:pt x="27212" y="1080238"/>
                </a:lnTo>
                <a:lnTo>
                  <a:pt x="9070" y="1248458"/>
                </a:lnTo>
                <a:lnTo>
                  <a:pt x="388390" y="1201455"/>
                </a:lnTo>
                <a:lnTo>
                  <a:pt x="416427" y="1031586"/>
                </a:lnTo>
                <a:moveTo>
                  <a:pt x="9070" y="1248458"/>
                </a:moveTo>
                <a:lnTo>
                  <a:pt x="432919" y="1394414"/>
                </a:lnTo>
                <a:lnTo>
                  <a:pt x="448587" y="1224544"/>
                </a:lnTo>
                <a:lnTo>
                  <a:pt x="27212" y="1080238"/>
                </a:lnTo>
                <a:lnTo>
                  <a:pt x="9070" y="1248458"/>
                </a:lnTo>
                <a:moveTo>
                  <a:pt x="448587" y="1224544"/>
                </a:moveTo>
                <a:lnTo>
                  <a:pt x="53599" y="1285565"/>
                </a:lnTo>
                <a:lnTo>
                  <a:pt x="36282" y="1455435"/>
                </a:lnTo>
                <a:lnTo>
                  <a:pt x="432919" y="1394414"/>
                </a:lnTo>
                <a:lnTo>
                  <a:pt x="448587" y="1224544"/>
                </a:lnTo>
                <a:moveTo>
                  <a:pt x="36282" y="1455435"/>
                </a:moveTo>
                <a:lnTo>
                  <a:pt x="394987" y="1587372"/>
                </a:lnTo>
                <a:lnTo>
                  <a:pt x="412304" y="1417503"/>
                </a:lnTo>
                <a:lnTo>
                  <a:pt x="53599" y="1285565"/>
                </a:lnTo>
                <a:lnTo>
                  <a:pt x="36282" y="1455435"/>
                </a:lnTo>
                <a:moveTo>
                  <a:pt x="412304" y="1417503"/>
                </a:moveTo>
                <a:lnTo>
                  <a:pt x="68442" y="1468629"/>
                </a:lnTo>
                <a:lnTo>
                  <a:pt x="56898" y="1636849"/>
                </a:lnTo>
                <a:lnTo>
                  <a:pt x="394987" y="1587372"/>
                </a:lnTo>
                <a:lnTo>
                  <a:pt x="412304" y="1417503"/>
                </a:lnTo>
                <a:moveTo>
                  <a:pt x="56898" y="1636849"/>
                </a:moveTo>
                <a:lnTo>
                  <a:pt x="418076" y="1741574"/>
                </a:lnTo>
                <a:lnTo>
                  <a:pt x="437867" y="1575828"/>
                </a:lnTo>
                <a:lnTo>
                  <a:pt x="68442" y="1468629"/>
                </a:lnTo>
                <a:lnTo>
                  <a:pt x="56898" y="1636849"/>
                </a:lnTo>
                <a:moveTo>
                  <a:pt x="437867" y="1575828"/>
                </a:moveTo>
                <a:lnTo>
                  <a:pt x="67617" y="1592320"/>
                </a:lnTo>
                <a:lnTo>
                  <a:pt x="35458" y="1758891"/>
                </a:lnTo>
                <a:lnTo>
                  <a:pt x="418076" y="1741574"/>
                </a:lnTo>
                <a:lnTo>
                  <a:pt x="437867" y="1575828"/>
                </a:lnTo>
                <a:moveTo>
                  <a:pt x="35458" y="1758891"/>
                </a:moveTo>
                <a:lnTo>
                  <a:pt x="381794" y="1916391"/>
                </a:lnTo>
                <a:lnTo>
                  <a:pt x="410655" y="1748171"/>
                </a:lnTo>
                <a:lnTo>
                  <a:pt x="67617" y="1592320"/>
                </a:lnTo>
                <a:lnTo>
                  <a:pt x="35458" y="1758891"/>
                </a:lnTo>
                <a:moveTo>
                  <a:pt x="410655" y="1748171"/>
                </a:moveTo>
                <a:lnTo>
                  <a:pt x="28861" y="1781155"/>
                </a:lnTo>
                <a:lnTo>
                  <a:pt x="0" y="1948551"/>
                </a:lnTo>
                <a:lnTo>
                  <a:pt x="381794" y="1916391"/>
                </a:lnTo>
                <a:lnTo>
                  <a:pt x="410655" y="1748171"/>
                </a:lnTo>
                <a:moveTo>
                  <a:pt x="0" y="1948551"/>
                </a:moveTo>
                <a:lnTo>
                  <a:pt x="367775" y="2118421"/>
                </a:lnTo>
                <a:lnTo>
                  <a:pt x="390864" y="1947726"/>
                </a:lnTo>
                <a:lnTo>
                  <a:pt x="28861" y="1781155"/>
                </a:lnTo>
                <a:lnTo>
                  <a:pt x="0" y="1948551"/>
                </a:lnTo>
                <a:moveTo>
                  <a:pt x="390864" y="1947726"/>
                </a:moveTo>
                <a:lnTo>
                  <a:pt x="35458" y="2004625"/>
                </a:lnTo>
                <a:lnTo>
                  <a:pt x="18966" y="2174494"/>
                </a:lnTo>
                <a:lnTo>
                  <a:pt x="367775" y="2118421"/>
                </a:lnTo>
                <a:lnTo>
                  <a:pt x="390864" y="1947726"/>
                </a:lnTo>
                <a:moveTo>
                  <a:pt x="18966" y="2174494"/>
                </a:moveTo>
                <a:lnTo>
                  <a:pt x="396637" y="2313853"/>
                </a:lnTo>
                <a:lnTo>
                  <a:pt x="425498" y="2148931"/>
                </a:lnTo>
                <a:lnTo>
                  <a:pt x="35458" y="2004625"/>
                </a:lnTo>
                <a:lnTo>
                  <a:pt x="18966" y="2174494"/>
                </a:lnTo>
                <a:moveTo>
                  <a:pt x="425498" y="2148931"/>
                </a:moveTo>
                <a:lnTo>
                  <a:pt x="63494" y="2152230"/>
                </a:lnTo>
                <a:lnTo>
                  <a:pt x="36282" y="2317151"/>
                </a:lnTo>
                <a:lnTo>
                  <a:pt x="396637" y="2313853"/>
                </a:lnTo>
                <a:lnTo>
                  <a:pt x="425498" y="2148931"/>
                </a:lnTo>
                <a:moveTo>
                  <a:pt x="36282" y="2317151"/>
                </a:moveTo>
                <a:lnTo>
                  <a:pt x="485694" y="2473827"/>
                </a:lnTo>
                <a:lnTo>
                  <a:pt x="494765" y="2302308"/>
                </a:lnTo>
                <a:lnTo>
                  <a:pt x="63494" y="2152230"/>
                </a:lnTo>
                <a:lnTo>
                  <a:pt x="36282" y="2317151"/>
                </a:lnTo>
                <a:moveTo>
                  <a:pt x="494765" y="2302308"/>
                </a:moveTo>
                <a:lnTo>
                  <a:pt x="86583" y="2397963"/>
                </a:lnTo>
                <a:lnTo>
                  <a:pt x="124515" y="2558762"/>
                </a:lnTo>
                <a:lnTo>
                  <a:pt x="485694" y="2473827"/>
                </a:lnTo>
                <a:lnTo>
                  <a:pt x="494765" y="2302308"/>
                </a:lnTo>
              </a:path>
            </a:pathLst>
          </a:custGeom>
          <a:solidFill>
            <a:srgbClr val="9546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5565299" y="2887313"/>
            <a:ext cx="606912" cy="2484547"/>
          </a:xfrm>
          <a:custGeom>
            <a:avLst/>
            <a:gdLst/>
            <a:ahLst/>
            <a:cxnLst/>
            <a:rect l="l" t="t" r="r" b="b"/>
            <a:pathLst>
              <a:path w="606912" h="2484547" extrusionOk="0">
                <a:moveTo>
                  <a:pt x="103076" y="208626"/>
                </a:moveTo>
                <a:lnTo>
                  <a:pt x="103076" y="2286641"/>
                </a:lnTo>
                <a:lnTo>
                  <a:pt x="498888" y="2286641"/>
                </a:lnTo>
                <a:lnTo>
                  <a:pt x="498888" y="208626"/>
                </a:lnTo>
                <a:close/>
                <a:moveTo>
                  <a:pt x="53599" y="109673"/>
                </a:moveTo>
                <a:lnTo>
                  <a:pt x="4123" y="109673"/>
                </a:lnTo>
                <a:lnTo>
                  <a:pt x="4123" y="10719"/>
                </a:lnTo>
                <a:lnTo>
                  <a:pt x="597841" y="10719"/>
                </a:lnTo>
                <a:lnTo>
                  <a:pt x="597841" y="109673"/>
                </a:lnTo>
                <a:lnTo>
                  <a:pt x="548365" y="109673"/>
                </a:lnTo>
                <a:close/>
                <a:moveTo>
                  <a:pt x="548365" y="2385594"/>
                </a:moveTo>
                <a:lnTo>
                  <a:pt x="597841" y="2385594"/>
                </a:lnTo>
                <a:lnTo>
                  <a:pt x="597841" y="2484547"/>
                </a:lnTo>
                <a:lnTo>
                  <a:pt x="4123" y="2484547"/>
                </a:lnTo>
                <a:lnTo>
                  <a:pt x="4123" y="2385594"/>
                </a:lnTo>
                <a:lnTo>
                  <a:pt x="53599" y="2385594"/>
                </a:lnTo>
                <a:close/>
                <a:moveTo>
                  <a:pt x="548365" y="2385594"/>
                </a:moveTo>
                <a:lnTo>
                  <a:pt x="53599" y="2385594"/>
                </a:lnTo>
                <a:lnTo>
                  <a:pt x="53599" y="2286641"/>
                </a:lnTo>
                <a:lnTo>
                  <a:pt x="103076" y="2286641"/>
                </a:lnTo>
                <a:lnTo>
                  <a:pt x="498888" y="2286641"/>
                </a:lnTo>
                <a:lnTo>
                  <a:pt x="548365" y="2286641"/>
                </a:lnTo>
                <a:close/>
                <a:moveTo>
                  <a:pt x="548365" y="109673"/>
                </a:moveTo>
                <a:lnTo>
                  <a:pt x="548365" y="208626"/>
                </a:lnTo>
                <a:lnTo>
                  <a:pt x="498888" y="208626"/>
                </a:lnTo>
                <a:lnTo>
                  <a:pt x="103076" y="208626"/>
                </a:lnTo>
                <a:lnTo>
                  <a:pt x="53599" y="208626"/>
                </a:lnTo>
                <a:lnTo>
                  <a:pt x="53599" y="109673"/>
                </a:lnTo>
                <a:close/>
                <a:moveTo>
                  <a:pt x="103076" y="208626"/>
                </a:moveTo>
                <a:cubicBezTo>
                  <a:pt x="235013" y="207801"/>
                  <a:pt x="366951" y="209450"/>
                  <a:pt x="498888" y="208626"/>
                </a:cubicBezTo>
                <a:cubicBezTo>
                  <a:pt x="505485" y="391689"/>
                  <a:pt x="488993" y="575577"/>
                  <a:pt x="498888" y="759465"/>
                </a:cubicBezTo>
                <a:cubicBezTo>
                  <a:pt x="507959" y="927685"/>
                  <a:pt x="483221" y="1098379"/>
                  <a:pt x="498888" y="1266599"/>
                </a:cubicBezTo>
                <a:cubicBezTo>
                  <a:pt x="516205" y="1449663"/>
                  <a:pt x="498063" y="1634375"/>
                  <a:pt x="498888" y="1819087"/>
                </a:cubicBezTo>
                <a:cubicBezTo>
                  <a:pt x="499713" y="1974939"/>
                  <a:pt x="501362" y="2130790"/>
                  <a:pt x="498888" y="2286641"/>
                </a:cubicBezTo>
                <a:cubicBezTo>
                  <a:pt x="366951" y="2277570"/>
                  <a:pt x="235013" y="2294062"/>
                  <a:pt x="103076" y="2286641"/>
                </a:cubicBezTo>
                <a:cubicBezTo>
                  <a:pt x="115445" y="2153879"/>
                  <a:pt x="92356" y="2020292"/>
                  <a:pt x="103076" y="1887530"/>
                </a:cubicBezTo>
                <a:cubicBezTo>
                  <a:pt x="114620" y="1736627"/>
                  <a:pt x="114620" y="1584074"/>
                  <a:pt x="103076" y="1432346"/>
                </a:cubicBezTo>
                <a:cubicBezTo>
                  <a:pt x="94005" y="1310304"/>
                  <a:pt x="91531" y="1186612"/>
                  <a:pt x="103076" y="1063745"/>
                </a:cubicBezTo>
                <a:cubicBezTo>
                  <a:pt x="114620" y="933457"/>
                  <a:pt x="103900" y="801520"/>
                  <a:pt x="103076" y="669582"/>
                </a:cubicBezTo>
                <a:cubicBezTo>
                  <a:pt x="102251" y="516205"/>
                  <a:pt x="108848" y="362003"/>
                  <a:pt x="103076" y="208626"/>
                </a:cubicBezTo>
                <a:moveTo>
                  <a:pt x="53599" y="109673"/>
                </a:moveTo>
                <a:cubicBezTo>
                  <a:pt x="218521" y="117094"/>
                  <a:pt x="383443" y="112146"/>
                  <a:pt x="548365" y="109673"/>
                </a:cubicBezTo>
                <a:cubicBezTo>
                  <a:pt x="564857" y="109673"/>
                  <a:pt x="582174" y="105549"/>
                  <a:pt x="597841" y="109673"/>
                </a:cubicBezTo>
                <a:cubicBezTo>
                  <a:pt x="601964" y="76688"/>
                  <a:pt x="606912" y="42055"/>
                  <a:pt x="597841" y="10719"/>
                </a:cubicBezTo>
                <a:cubicBezTo>
                  <a:pt x="399935" y="0"/>
                  <a:pt x="202029" y="9895"/>
                  <a:pt x="4123" y="10719"/>
                </a:cubicBezTo>
                <a:cubicBezTo>
                  <a:pt x="0" y="43704"/>
                  <a:pt x="10719" y="77513"/>
                  <a:pt x="4123" y="109673"/>
                </a:cubicBezTo>
                <a:cubicBezTo>
                  <a:pt x="19790" y="113796"/>
                  <a:pt x="37107" y="110497"/>
                  <a:pt x="53599" y="109673"/>
                </a:cubicBezTo>
                <a:moveTo>
                  <a:pt x="548365" y="2385594"/>
                </a:moveTo>
                <a:cubicBezTo>
                  <a:pt x="383443" y="2384769"/>
                  <a:pt x="217696" y="2372400"/>
                  <a:pt x="53599" y="2385594"/>
                </a:cubicBezTo>
                <a:cubicBezTo>
                  <a:pt x="37107" y="2387243"/>
                  <a:pt x="20615" y="2385594"/>
                  <a:pt x="4123" y="2385594"/>
                </a:cubicBezTo>
                <a:cubicBezTo>
                  <a:pt x="4123" y="2418578"/>
                  <a:pt x="4123" y="2451563"/>
                  <a:pt x="4123" y="2484547"/>
                </a:cubicBezTo>
                <a:cubicBezTo>
                  <a:pt x="201204" y="2469704"/>
                  <a:pt x="399935" y="2473003"/>
                  <a:pt x="597841" y="2484547"/>
                </a:cubicBezTo>
                <a:cubicBezTo>
                  <a:pt x="602789" y="2451563"/>
                  <a:pt x="599490" y="2418578"/>
                  <a:pt x="597841" y="2385594"/>
                </a:cubicBezTo>
                <a:cubicBezTo>
                  <a:pt x="581349" y="2383120"/>
                  <a:pt x="564857" y="2382296"/>
                  <a:pt x="548365" y="2385594"/>
                </a:cubicBezTo>
                <a:moveTo>
                  <a:pt x="548365" y="2385594"/>
                </a:moveTo>
                <a:cubicBezTo>
                  <a:pt x="551663" y="2352610"/>
                  <a:pt x="550014" y="2319625"/>
                  <a:pt x="548365" y="2286641"/>
                </a:cubicBezTo>
                <a:cubicBezTo>
                  <a:pt x="531872" y="2284167"/>
                  <a:pt x="515380" y="2286641"/>
                  <a:pt x="498888" y="2286641"/>
                </a:cubicBezTo>
                <a:cubicBezTo>
                  <a:pt x="366951" y="2284167"/>
                  <a:pt x="235013" y="2289115"/>
                  <a:pt x="103076" y="2286641"/>
                </a:cubicBezTo>
                <a:cubicBezTo>
                  <a:pt x="86583" y="2286641"/>
                  <a:pt x="70091" y="2283342"/>
                  <a:pt x="53599" y="2286641"/>
                </a:cubicBezTo>
                <a:cubicBezTo>
                  <a:pt x="56073" y="2319625"/>
                  <a:pt x="56898" y="2352610"/>
                  <a:pt x="53599" y="2385594"/>
                </a:cubicBezTo>
                <a:cubicBezTo>
                  <a:pt x="218521" y="2381471"/>
                  <a:pt x="383443" y="2375699"/>
                  <a:pt x="548365" y="2385594"/>
                </a:cubicBezTo>
                <a:moveTo>
                  <a:pt x="548365" y="109673"/>
                </a:moveTo>
                <a:cubicBezTo>
                  <a:pt x="383443" y="105549"/>
                  <a:pt x="218521" y="98128"/>
                  <a:pt x="53599" y="109673"/>
                </a:cubicBezTo>
                <a:cubicBezTo>
                  <a:pt x="54424" y="142657"/>
                  <a:pt x="50301" y="175641"/>
                  <a:pt x="53599" y="208626"/>
                </a:cubicBezTo>
                <a:cubicBezTo>
                  <a:pt x="70091" y="211924"/>
                  <a:pt x="86583" y="207801"/>
                  <a:pt x="103076" y="208626"/>
                </a:cubicBezTo>
                <a:cubicBezTo>
                  <a:pt x="235013" y="212749"/>
                  <a:pt x="366951" y="202029"/>
                  <a:pt x="498888" y="208626"/>
                </a:cubicBezTo>
                <a:cubicBezTo>
                  <a:pt x="515380" y="209450"/>
                  <a:pt x="531872" y="205327"/>
                  <a:pt x="548365" y="208626"/>
                </a:cubicBezTo>
                <a:cubicBezTo>
                  <a:pt x="559085" y="177290"/>
                  <a:pt x="543417" y="142657"/>
                  <a:pt x="548365" y="109673"/>
                </a:cubicBezTo>
              </a:path>
            </a:pathLst>
          </a:custGeom>
          <a:noFill/>
          <a:ln w="24725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4947667" y="2878243"/>
            <a:ext cx="456008" cy="2524128"/>
          </a:xfrm>
          <a:custGeom>
            <a:avLst/>
            <a:gdLst/>
            <a:ahLst/>
            <a:cxnLst/>
            <a:rect l="l" t="t" r="r" b="b"/>
            <a:pathLst>
              <a:path w="456008" h="2524128" extrusionOk="0">
                <a:moveTo>
                  <a:pt x="60196" y="0"/>
                </a:moveTo>
                <a:lnTo>
                  <a:pt x="33808" y="824"/>
                </a:lnTo>
                <a:lnTo>
                  <a:pt x="14018" y="166571"/>
                </a:lnTo>
                <a:lnTo>
                  <a:pt x="64319" y="164921"/>
                </a:lnTo>
                <a:lnTo>
                  <a:pt x="60196" y="0"/>
                </a:lnTo>
                <a:moveTo>
                  <a:pt x="14018" y="166571"/>
                </a:moveTo>
                <a:lnTo>
                  <a:pt x="423024" y="277068"/>
                </a:lnTo>
                <a:lnTo>
                  <a:pt x="432095" y="108023"/>
                </a:lnTo>
                <a:lnTo>
                  <a:pt x="33808" y="824"/>
                </a:lnTo>
                <a:lnTo>
                  <a:pt x="14018" y="166571"/>
                </a:lnTo>
                <a:moveTo>
                  <a:pt x="432095" y="108023"/>
                </a:moveTo>
                <a:lnTo>
                  <a:pt x="54424" y="170694"/>
                </a:lnTo>
                <a:lnTo>
                  <a:pt x="41230" y="339738"/>
                </a:lnTo>
                <a:lnTo>
                  <a:pt x="423024" y="277068"/>
                </a:lnTo>
                <a:lnTo>
                  <a:pt x="432095" y="108023"/>
                </a:lnTo>
                <a:moveTo>
                  <a:pt x="41230" y="339738"/>
                </a:moveTo>
                <a:lnTo>
                  <a:pt x="376021" y="450236"/>
                </a:lnTo>
                <a:lnTo>
                  <a:pt x="390040" y="281191"/>
                </a:lnTo>
                <a:lnTo>
                  <a:pt x="54424" y="170694"/>
                </a:lnTo>
                <a:lnTo>
                  <a:pt x="41230" y="339738"/>
                </a:lnTo>
                <a:moveTo>
                  <a:pt x="390040" y="281191"/>
                </a:moveTo>
                <a:lnTo>
                  <a:pt x="20615" y="338089"/>
                </a:lnTo>
                <a:lnTo>
                  <a:pt x="5772" y="507134"/>
                </a:lnTo>
                <a:lnTo>
                  <a:pt x="376021" y="450236"/>
                </a:lnTo>
                <a:lnTo>
                  <a:pt x="390040" y="281191"/>
                </a:lnTo>
                <a:moveTo>
                  <a:pt x="5772" y="507134"/>
                </a:moveTo>
                <a:lnTo>
                  <a:pt x="415603" y="648142"/>
                </a:lnTo>
                <a:lnTo>
                  <a:pt x="437867" y="481571"/>
                </a:lnTo>
                <a:lnTo>
                  <a:pt x="20615" y="338089"/>
                </a:lnTo>
                <a:lnTo>
                  <a:pt x="5772" y="507134"/>
                </a:lnTo>
                <a:moveTo>
                  <a:pt x="437867" y="481571"/>
                </a:moveTo>
                <a:lnTo>
                  <a:pt x="48651" y="507134"/>
                </a:lnTo>
                <a:lnTo>
                  <a:pt x="21439" y="673705"/>
                </a:lnTo>
                <a:lnTo>
                  <a:pt x="415603" y="648142"/>
                </a:lnTo>
                <a:lnTo>
                  <a:pt x="437867" y="481571"/>
                </a:lnTo>
                <a:moveTo>
                  <a:pt x="21439" y="673705"/>
                </a:moveTo>
                <a:lnTo>
                  <a:pt x="429621" y="841101"/>
                </a:lnTo>
                <a:lnTo>
                  <a:pt x="456008" y="673705"/>
                </a:lnTo>
                <a:lnTo>
                  <a:pt x="48651" y="507134"/>
                </a:lnTo>
                <a:lnTo>
                  <a:pt x="21439" y="673705"/>
                </a:lnTo>
                <a:moveTo>
                  <a:pt x="456008" y="673705"/>
                </a:moveTo>
                <a:lnTo>
                  <a:pt x="75039" y="701742"/>
                </a:lnTo>
                <a:lnTo>
                  <a:pt x="52774" y="868313"/>
                </a:lnTo>
                <a:lnTo>
                  <a:pt x="429621" y="841101"/>
                </a:lnTo>
                <a:lnTo>
                  <a:pt x="456008" y="673705"/>
                </a:lnTo>
                <a:moveTo>
                  <a:pt x="52774" y="868313"/>
                </a:moveTo>
                <a:lnTo>
                  <a:pt x="380144" y="984583"/>
                </a:lnTo>
                <a:lnTo>
                  <a:pt x="384267" y="811415"/>
                </a:lnTo>
                <a:lnTo>
                  <a:pt x="75039" y="701742"/>
                </a:lnTo>
                <a:lnTo>
                  <a:pt x="52774" y="868313"/>
                </a:lnTo>
                <a:moveTo>
                  <a:pt x="384267" y="811415"/>
                </a:moveTo>
                <a:lnTo>
                  <a:pt x="79162" y="904596"/>
                </a:lnTo>
                <a:lnTo>
                  <a:pt x="73390" y="1078588"/>
                </a:lnTo>
                <a:lnTo>
                  <a:pt x="380144" y="984583"/>
                </a:lnTo>
                <a:lnTo>
                  <a:pt x="384267" y="811415"/>
                </a:lnTo>
                <a:moveTo>
                  <a:pt x="73390" y="1078588"/>
                </a:moveTo>
                <a:lnTo>
                  <a:pt x="406532" y="1206403"/>
                </a:lnTo>
                <a:lnTo>
                  <a:pt x="420550" y="1035709"/>
                </a:lnTo>
                <a:lnTo>
                  <a:pt x="79162" y="904596"/>
                </a:lnTo>
                <a:lnTo>
                  <a:pt x="73390" y="1078588"/>
                </a:lnTo>
                <a:moveTo>
                  <a:pt x="420550" y="1035709"/>
                </a:moveTo>
                <a:lnTo>
                  <a:pt x="10719" y="1118994"/>
                </a:lnTo>
                <a:lnTo>
                  <a:pt x="4947" y="1288864"/>
                </a:lnTo>
                <a:lnTo>
                  <a:pt x="406532" y="1206403"/>
                </a:lnTo>
                <a:lnTo>
                  <a:pt x="420550" y="1035709"/>
                </a:lnTo>
                <a:moveTo>
                  <a:pt x="4947" y="1288864"/>
                </a:moveTo>
                <a:lnTo>
                  <a:pt x="434569" y="1406783"/>
                </a:lnTo>
                <a:lnTo>
                  <a:pt x="446113" y="1239387"/>
                </a:lnTo>
                <a:lnTo>
                  <a:pt x="10719" y="1118994"/>
                </a:lnTo>
                <a:lnTo>
                  <a:pt x="4947" y="1288864"/>
                </a:lnTo>
                <a:moveTo>
                  <a:pt x="446113" y="1239387"/>
                </a:moveTo>
                <a:lnTo>
                  <a:pt x="59371" y="1286390"/>
                </a:lnTo>
                <a:lnTo>
                  <a:pt x="45353" y="1453786"/>
                </a:lnTo>
                <a:lnTo>
                  <a:pt x="434569" y="1406783"/>
                </a:lnTo>
                <a:lnTo>
                  <a:pt x="446113" y="1239387"/>
                </a:lnTo>
                <a:moveTo>
                  <a:pt x="45353" y="1453786"/>
                </a:moveTo>
                <a:lnTo>
                  <a:pt x="399935" y="1558511"/>
                </a:lnTo>
                <a:lnTo>
                  <a:pt x="403233" y="1386992"/>
                </a:lnTo>
                <a:lnTo>
                  <a:pt x="59371" y="1286390"/>
                </a:lnTo>
                <a:lnTo>
                  <a:pt x="45353" y="1453786"/>
                </a:lnTo>
                <a:moveTo>
                  <a:pt x="403233" y="1386992"/>
                </a:moveTo>
                <a:lnTo>
                  <a:pt x="47002" y="1476875"/>
                </a:lnTo>
                <a:lnTo>
                  <a:pt x="49476" y="1645919"/>
                </a:lnTo>
                <a:lnTo>
                  <a:pt x="399935" y="1558511"/>
                </a:lnTo>
                <a:lnTo>
                  <a:pt x="403233" y="1386992"/>
                </a:lnTo>
                <a:moveTo>
                  <a:pt x="49476" y="1645919"/>
                </a:moveTo>
                <a:lnTo>
                  <a:pt x="407356" y="1725082"/>
                </a:lnTo>
                <a:lnTo>
                  <a:pt x="412304" y="1557686"/>
                </a:lnTo>
                <a:lnTo>
                  <a:pt x="47002" y="1476875"/>
                </a:lnTo>
                <a:lnTo>
                  <a:pt x="49476" y="1645919"/>
                </a:lnTo>
                <a:moveTo>
                  <a:pt x="412304" y="1557686"/>
                </a:moveTo>
                <a:lnTo>
                  <a:pt x="77513" y="1608812"/>
                </a:lnTo>
                <a:lnTo>
                  <a:pt x="51125" y="1779506"/>
                </a:lnTo>
                <a:lnTo>
                  <a:pt x="407356" y="1725082"/>
                </a:lnTo>
                <a:lnTo>
                  <a:pt x="412304" y="1557686"/>
                </a:lnTo>
                <a:moveTo>
                  <a:pt x="51125" y="1779506"/>
                </a:moveTo>
                <a:lnTo>
                  <a:pt x="399935" y="1949376"/>
                </a:lnTo>
                <a:lnTo>
                  <a:pt x="433744" y="1781980"/>
                </a:lnTo>
                <a:lnTo>
                  <a:pt x="77513" y="1608812"/>
                </a:lnTo>
                <a:lnTo>
                  <a:pt x="51125" y="1779506"/>
                </a:lnTo>
                <a:moveTo>
                  <a:pt x="433744" y="1781980"/>
                </a:moveTo>
                <a:lnTo>
                  <a:pt x="18966" y="1804244"/>
                </a:lnTo>
                <a:lnTo>
                  <a:pt x="0" y="1970816"/>
                </a:lnTo>
                <a:lnTo>
                  <a:pt x="399935" y="1949376"/>
                </a:lnTo>
                <a:lnTo>
                  <a:pt x="433744" y="1781980"/>
                </a:lnTo>
                <a:moveTo>
                  <a:pt x="0" y="1970816"/>
                </a:moveTo>
                <a:lnTo>
                  <a:pt x="430446" y="2096156"/>
                </a:lnTo>
                <a:lnTo>
                  <a:pt x="442815" y="1927936"/>
                </a:lnTo>
                <a:lnTo>
                  <a:pt x="18966" y="1804244"/>
                </a:lnTo>
                <a:lnTo>
                  <a:pt x="0" y="1970816"/>
                </a:lnTo>
                <a:moveTo>
                  <a:pt x="442815" y="1927936"/>
                </a:moveTo>
                <a:lnTo>
                  <a:pt x="65144" y="1981535"/>
                </a:lnTo>
                <a:lnTo>
                  <a:pt x="46178" y="2150580"/>
                </a:lnTo>
                <a:lnTo>
                  <a:pt x="430446" y="2096156"/>
                </a:lnTo>
                <a:lnTo>
                  <a:pt x="442815" y="1927936"/>
                </a:lnTo>
                <a:moveTo>
                  <a:pt x="46178" y="2150580"/>
                </a:moveTo>
                <a:lnTo>
                  <a:pt x="421375" y="2292413"/>
                </a:lnTo>
                <a:lnTo>
                  <a:pt x="437867" y="2122544"/>
                </a:lnTo>
                <a:lnTo>
                  <a:pt x="65144" y="1981535"/>
                </a:lnTo>
                <a:lnTo>
                  <a:pt x="46178" y="2150580"/>
                </a:lnTo>
                <a:moveTo>
                  <a:pt x="437867" y="2122544"/>
                </a:moveTo>
                <a:lnTo>
                  <a:pt x="56898" y="2186039"/>
                </a:lnTo>
                <a:lnTo>
                  <a:pt x="48651" y="2354259"/>
                </a:lnTo>
                <a:lnTo>
                  <a:pt x="421375" y="2292413"/>
                </a:lnTo>
                <a:lnTo>
                  <a:pt x="437867" y="2122544"/>
                </a:lnTo>
                <a:moveTo>
                  <a:pt x="48651" y="2354259"/>
                </a:moveTo>
                <a:lnTo>
                  <a:pt x="435393" y="2457335"/>
                </a:lnTo>
                <a:lnTo>
                  <a:pt x="441990" y="2288290"/>
                </a:lnTo>
                <a:lnTo>
                  <a:pt x="56898" y="2186039"/>
                </a:lnTo>
                <a:lnTo>
                  <a:pt x="48651" y="2354259"/>
                </a:lnTo>
                <a:moveTo>
                  <a:pt x="441990" y="2288290"/>
                </a:moveTo>
                <a:lnTo>
                  <a:pt x="44528" y="2362505"/>
                </a:lnTo>
                <a:lnTo>
                  <a:pt x="74214" y="2524128"/>
                </a:lnTo>
                <a:lnTo>
                  <a:pt x="435393" y="2457335"/>
                </a:lnTo>
                <a:lnTo>
                  <a:pt x="441990" y="2288290"/>
                </a:lnTo>
              </a:path>
            </a:pathLst>
          </a:custGeom>
          <a:solidFill>
            <a:srgbClr val="815D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4865206" y="2898033"/>
            <a:ext cx="607736" cy="2474652"/>
          </a:xfrm>
          <a:custGeom>
            <a:avLst/>
            <a:gdLst/>
            <a:ahLst/>
            <a:cxnLst/>
            <a:rect l="l" t="t" r="r" b="b"/>
            <a:pathLst>
              <a:path w="607736" h="2474652" extrusionOk="0">
                <a:moveTo>
                  <a:pt x="110497" y="197906"/>
                </a:moveTo>
                <a:lnTo>
                  <a:pt x="110497" y="2275921"/>
                </a:lnTo>
                <a:lnTo>
                  <a:pt x="506310" y="2275921"/>
                </a:lnTo>
                <a:lnTo>
                  <a:pt x="506310" y="197906"/>
                </a:lnTo>
                <a:close/>
                <a:moveTo>
                  <a:pt x="61021" y="98953"/>
                </a:moveTo>
                <a:lnTo>
                  <a:pt x="11544" y="98953"/>
                </a:lnTo>
                <a:lnTo>
                  <a:pt x="11544" y="0"/>
                </a:lnTo>
                <a:lnTo>
                  <a:pt x="605263" y="0"/>
                </a:lnTo>
                <a:lnTo>
                  <a:pt x="605263" y="98953"/>
                </a:lnTo>
                <a:lnTo>
                  <a:pt x="555786" y="98953"/>
                </a:lnTo>
                <a:close/>
                <a:moveTo>
                  <a:pt x="555786" y="2374874"/>
                </a:moveTo>
                <a:lnTo>
                  <a:pt x="605263" y="2374874"/>
                </a:lnTo>
                <a:lnTo>
                  <a:pt x="605263" y="2473827"/>
                </a:lnTo>
                <a:lnTo>
                  <a:pt x="11544" y="2473827"/>
                </a:lnTo>
                <a:lnTo>
                  <a:pt x="11544" y="2374874"/>
                </a:lnTo>
                <a:lnTo>
                  <a:pt x="61021" y="2374874"/>
                </a:lnTo>
                <a:close/>
                <a:moveTo>
                  <a:pt x="555786" y="2374874"/>
                </a:moveTo>
                <a:lnTo>
                  <a:pt x="61021" y="2374874"/>
                </a:lnTo>
                <a:lnTo>
                  <a:pt x="61021" y="2275921"/>
                </a:lnTo>
                <a:lnTo>
                  <a:pt x="110497" y="2275921"/>
                </a:lnTo>
                <a:lnTo>
                  <a:pt x="506310" y="2275921"/>
                </a:lnTo>
                <a:lnTo>
                  <a:pt x="555786" y="2275921"/>
                </a:lnTo>
                <a:close/>
                <a:moveTo>
                  <a:pt x="555786" y="98953"/>
                </a:moveTo>
                <a:lnTo>
                  <a:pt x="555786" y="197906"/>
                </a:lnTo>
                <a:lnTo>
                  <a:pt x="506310" y="197906"/>
                </a:lnTo>
                <a:lnTo>
                  <a:pt x="110497" y="197906"/>
                </a:lnTo>
                <a:lnTo>
                  <a:pt x="61021" y="197906"/>
                </a:lnTo>
                <a:lnTo>
                  <a:pt x="61021" y="98953"/>
                </a:lnTo>
                <a:close/>
                <a:moveTo>
                  <a:pt x="110497" y="197906"/>
                </a:moveTo>
                <a:cubicBezTo>
                  <a:pt x="242435" y="189660"/>
                  <a:pt x="374372" y="197906"/>
                  <a:pt x="506310" y="197906"/>
                </a:cubicBezTo>
                <a:cubicBezTo>
                  <a:pt x="508783" y="373547"/>
                  <a:pt x="493940" y="549189"/>
                  <a:pt x="506310" y="724006"/>
                </a:cubicBezTo>
                <a:cubicBezTo>
                  <a:pt x="517854" y="887279"/>
                  <a:pt x="501362" y="1051376"/>
                  <a:pt x="506310" y="1215473"/>
                </a:cubicBezTo>
                <a:cubicBezTo>
                  <a:pt x="511257" y="1380395"/>
                  <a:pt x="493116" y="1546966"/>
                  <a:pt x="506310" y="1711888"/>
                </a:cubicBezTo>
                <a:cubicBezTo>
                  <a:pt x="521153" y="1899075"/>
                  <a:pt x="499713" y="2087910"/>
                  <a:pt x="506310" y="2275921"/>
                </a:cubicBezTo>
                <a:cubicBezTo>
                  <a:pt x="374372" y="2274272"/>
                  <a:pt x="242435" y="2284167"/>
                  <a:pt x="110497" y="2275921"/>
                </a:cubicBezTo>
                <a:cubicBezTo>
                  <a:pt x="112146" y="2049153"/>
                  <a:pt x="108848" y="1822386"/>
                  <a:pt x="110497" y="1594794"/>
                </a:cubicBezTo>
                <a:cubicBezTo>
                  <a:pt x="112146" y="1339165"/>
                  <a:pt x="114620" y="1083536"/>
                  <a:pt x="110497" y="827907"/>
                </a:cubicBezTo>
                <a:cubicBezTo>
                  <a:pt x="107199" y="618456"/>
                  <a:pt x="117094" y="408181"/>
                  <a:pt x="110497" y="197906"/>
                </a:cubicBezTo>
                <a:moveTo>
                  <a:pt x="61021" y="98953"/>
                </a:moveTo>
                <a:cubicBezTo>
                  <a:pt x="225942" y="89882"/>
                  <a:pt x="390864" y="91531"/>
                  <a:pt x="555786" y="98953"/>
                </a:cubicBezTo>
                <a:cubicBezTo>
                  <a:pt x="572278" y="99777"/>
                  <a:pt x="589595" y="93180"/>
                  <a:pt x="605263" y="98953"/>
                </a:cubicBezTo>
                <a:cubicBezTo>
                  <a:pt x="603613" y="65968"/>
                  <a:pt x="607736" y="32984"/>
                  <a:pt x="605263" y="0"/>
                </a:cubicBezTo>
                <a:cubicBezTo>
                  <a:pt x="407356" y="2473"/>
                  <a:pt x="209450" y="9895"/>
                  <a:pt x="11544" y="0"/>
                </a:cubicBezTo>
                <a:cubicBezTo>
                  <a:pt x="0" y="30510"/>
                  <a:pt x="11544" y="65968"/>
                  <a:pt x="11544" y="98953"/>
                </a:cubicBezTo>
                <a:cubicBezTo>
                  <a:pt x="28036" y="96479"/>
                  <a:pt x="45353" y="94830"/>
                  <a:pt x="61021" y="98953"/>
                </a:cubicBezTo>
                <a:moveTo>
                  <a:pt x="555786" y="2374874"/>
                </a:moveTo>
                <a:cubicBezTo>
                  <a:pt x="390864" y="2381471"/>
                  <a:pt x="225942" y="2377348"/>
                  <a:pt x="61021" y="2374874"/>
                </a:cubicBezTo>
                <a:cubicBezTo>
                  <a:pt x="44528" y="2374874"/>
                  <a:pt x="27212" y="2369926"/>
                  <a:pt x="11544" y="2374874"/>
                </a:cubicBezTo>
                <a:cubicBezTo>
                  <a:pt x="12369" y="2407858"/>
                  <a:pt x="18966" y="2441667"/>
                  <a:pt x="11544" y="2473827"/>
                </a:cubicBezTo>
                <a:cubicBezTo>
                  <a:pt x="209450" y="2469704"/>
                  <a:pt x="407356" y="2474652"/>
                  <a:pt x="605263" y="2473827"/>
                </a:cubicBezTo>
                <a:cubicBezTo>
                  <a:pt x="605263" y="2440843"/>
                  <a:pt x="606087" y="2407858"/>
                  <a:pt x="605263" y="2374874"/>
                </a:cubicBezTo>
                <a:cubicBezTo>
                  <a:pt x="588770" y="2378172"/>
                  <a:pt x="572278" y="2373225"/>
                  <a:pt x="555786" y="2374874"/>
                </a:cubicBezTo>
                <a:moveTo>
                  <a:pt x="555786" y="2374874"/>
                </a:moveTo>
                <a:cubicBezTo>
                  <a:pt x="562383" y="2342714"/>
                  <a:pt x="554137" y="2308905"/>
                  <a:pt x="555786" y="2275921"/>
                </a:cubicBezTo>
                <a:cubicBezTo>
                  <a:pt x="539294" y="2275096"/>
                  <a:pt x="521977" y="2280869"/>
                  <a:pt x="506310" y="2275921"/>
                </a:cubicBezTo>
                <a:cubicBezTo>
                  <a:pt x="380144" y="2237164"/>
                  <a:pt x="241610" y="2291589"/>
                  <a:pt x="110497" y="2275921"/>
                </a:cubicBezTo>
                <a:cubicBezTo>
                  <a:pt x="94005" y="2274272"/>
                  <a:pt x="76688" y="2270973"/>
                  <a:pt x="61021" y="2275921"/>
                </a:cubicBezTo>
                <a:cubicBezTo>
                  <a:pt x="66793" y="2308081"/>
                  <a:pt x="59371" y="2341890"/>
                  <a:pt x="61021" y="2374874"/>
                </a:cubicBezTo>
                <a:cubicBezTo>
                  <a:pt x="225118" y="2389717"/>
                  <a:pt x="390864" y="2374049"/>
                  <a:pt x="555786" y="2374874"/>
                </a:cubicBezTo>
                <a:moveTo>
                  <a:pt x="555786" y="98953"/>
                </a:moveTo>
                <a:cubicBezTo>
                  <a:pt x="390864" y="104725"/>
                  <a:pt x="225942" y="107199"/>
                  <a:pt x="61021" y="98953"/>
                </a:cubicBezTo>
                <a:cubicBezTo>
                  <a:pt x="65144" y="131937"/>
                  <a:pt x="56073" y="164921"/>
                  <a:pt x="61021" y="197906"/>
                </a:cubicBezTo>
                <a:cubicBezTo>
                  <a:pt x="77513" y="200380"/>
                  <a:pt x="94005" y="200380"/>
                  <a:pt x="110497" y="197906"/>
                </a:cubicBezTo>
                <a:cubicBezTo>
                  <a:pt x="240785" y="179764"/>
                  <a:pt x="375197" y="214398"/>
                  <a:pt x="506310" y="197906"/>
                </a:cubicBezTo>
                <a:cubicBezTo>
                  <a:pt x="522802" y="196256"/>
                  <a:pt x="540119" y="203678"/>
                  <a:pt x="555786" y="197906"/>
                </a:cubicBezTo>
                <a:cubicBezTo>
                  <a:pt x="553312" y="164921"/>
                  <a:pt x="554137" y="131937"/>
                  <a:pt x="555786" y="98953"/>
                </a:cubicBezTo>
              </a:path>
            </a:pathLst>
          </a:custGeom>
          <a:noFill/>
          <a:ln w="24725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4254171" y="2883190"/>
            <a:ext cx="454359" cy="2529901"/>
          </a:xfrm>
          <a:custGeom>
            <a:avLst/>
            <a:gdLst/>
            <a:ahLst/>
            <a:cxnLst/>
            <a:rect l="l" t="t" r="r" b="b"/>
            <a:pathLst>
              <a:path w="454359" h="2529901" extrusionOk="0">
                <a:moveTo>
                  <a:pt x="25562" y="0"/>
                </a:moveTo>
                <a:lnTo>
                  <a:pt x="0" y="11544"/>
                </a:lnTo>
                <a:lnTo>
                  <a:pt x="18141" y="184712"/>
                </a:lnTo>
                <a:lnTo>
                  <a:pt x="94830" y="149254"/>
                </a:lnTo>
                <a:lnTo>
                  <a:pt x="25562" y="0"/>
                </a:lnTo>
                <a:moveTo>
                  <a:pt x="18141" y="184712"/>
                </a:moveTo>
                <a:lnTo>
                  <a:pt x="413129" y="274594"/>
                </a:lnTo>
                <a:lnTo>
                  <a:pt x="423849" y="108023"/>
                </a:lnTo>
                <a:lnTo>
                  <a:pt x="0" y="11544"/>
                </a:lnTo>
                <a:lnTo>
                  <a:pt x="18141" y="184712"/>
                </a:lnTo>
                <a:moveTo>
                  <a:pt x="423849" y="108023"/>
                </a:moveTo>
                <a:lnTo>
                  <a:pt x="37107" y="142657"/>
                </a:lnTo>
                <a:lnTo>
                  <a:pt x="15667" y="310053"/>
                </a:lnTo>
                <a:lnTo>
                  <a:pt x="413129" y="274594"/>
                </a:lnTo>
                <a:lnTo>
                  <a:pt x="423849" y="108023"/>
                </a:lnTo>
                <a:moveTo>
                  <a:pt x="15667" y="310053"/>
                </a:moveTo>
                <a:lnTo>
                  <a:pt x="407356" y="451061"/>
                </a:lnTo>
                <a:lnTo>
                  <a:pt x="428796" y="283665"/>
                </a:lnTo>
                <a:lnTo>
                  <a:pt x="37107" y="142657"/>
                </a:lnTo>
                <a:lnTo>
                  <a:pt x="15667" y="310053"/>
                </a:lnTo>
                <a:moveTo>
                  <a:pt x="428796" y="283665"/>
                </a:moveTo>
                <a:lnTo>
                  <a:pt x="61845" y="317474"/>
                </a:lnTo>
                <a:lnTo>
                  <a:pt x="32159" y="486519"/>
                </a:lnTo>
                <a:lnTo>
                  <a:pt x="407356" y="451061"/>
                </a:lnTo>
                <a:lnTo>
                  <a:pt x="428796" y="283665"/>
                </a:lnTo>
                <a:moveTo>
                  <a:pt x="32159" y="486519"/>
                </a:moveTo>
                <a:lnTo>
                  <a:pt x="417252" y="672881"/>
                </a:lnTo>
                <a:lnTo>
                  <a:pt x="454359" y="507959"/>
                </a:lnTo>
                <a:lnTo>
                  <a:pt x="61845" y="317474"/>
                </a:lnTo>
                <a:lnTo>
                  <a:pt x="32159" y="486519"/>
                </a:lnTo>
                <a:moveTo>
                  <a:pt x="454359" y="507959"/>
                </a:moveTo>
                <a:lnTo>
                  <a:pt x="34633" y="511257"/>
                </a:lnTo>
                <a:lnTo>
                  <a:pt x="9895" y="676179"/>
                </a:lnTo>
                <a:lnTo>
                  <a:pt x="417252" y="672881"/>
                </a:lnTo>
                <a:lnTo>
                  <a:pt x="454359" y="507959"/>
                </a:lnTo>
                <a:moveTo>
                  <a:pt x="9895" y="676179"/>
                </a:moveTo>
                <a:lnTo>
                  <a:pt x="411479" y="807292"/>
                </a:lnTo>
                <a:lnTo>
                  <a:pt x="426322" y="638247"/>
                </a:lnTo>
                <a:lnTo>
                  <a:pt x="34633" y="511257"/>
                </a:lnTo>
                <a:lnTo>
                  <a:pt x="9895" y="676179"/>
                </a:lnTo>
                <a:moveTo>
                  <a:pt x="426322" y="638247"/>
                </a:moveTo>
                <a:lnTo>
                  <a:pt x="55248" y="691022"/>
                </a:lnTo>
                <a:lnTo>
                  <a:pt x="32159" y="860892"/>
                </a:lnTo>
                <a:lnTo>
                  <a:pt x="411479" y="807292"/>
                </a:lnTo>
                <a:lnTo>
                  <a:pt x="426322" y="638247"/>
                </a:lnTo>
                <a:moveTo>
                  <a:pt x="32159" y="860892"/>
                </a:moveTo>
                <a:lnTo>
                  <a:pt x="380144" y="1010146"/>
                </a:lnTo>
                <a:lnTo>
                  <a:pt x="401584" y="840276"/>
                </a:lnTo>
                <a:lnTo>
                  <a:pt x="55248" y="691022"/>
                </a:lnTo>
                <a:lnTo>
                  <a:pt x="32159" y="860892"/>
                </a:lnTo>
                <a:moveTo>
                  <a:pt x="401584" y="840276"/>
                </a:moveTo>
                <a:lnTo>
                  <a:pt x="15667" y="901297"/>
                </a:lnTo>
                <a:lnTo>
                  <a:pt x="8246" y="1069518"/>
                </a:lnTo>
                <a:lnTo>
                  <a:pt x="380144" y="1010146"/>
                </a:lnTo>
                <a:lnTo>
                  <a:pt x="401584" y="840276"/>
                </a:lnTo>
                <a:moveTo>
                  <a:pt x="8246" y="1069518"/>
                </a:moveTo>
                <a:lnTo>
                  <a:pt x="385917" y="1162698"/>
                </a:lnTo>
                <a:lnTo>
                  <a:pt x="380144" y="991180"/>
                </a:lnTo>
                <a:lnTo>
                  <a:pt x="15667" y="901297"/>
                </a:lnTo>
                <a:lnTo>
                  <a:pt x="8246" y="1069518"/>
                </a:lnTo>
                <a:moveTo>
                  <a:pt x="380144" y="991180"/>
                </a:moveTo>
                <a:lnTo>
                  <a:pt x="55248" y="1095081"/>
                </a:lnTo>
                <a:lnTo>
                  <a:pt x="52774" y="1269073"/>
                </a:lnTo>
                <a:lnTo>
                  <a:pt x="385917" y="1162698"/>
                </a:lnTo>
                <a:lnTo>
                  <a:pt x="380144" y="991180"/>
                </a:lnTo>
                <a:moveTo>
                  <a:pt x="52774" y="1269073"/>
                </a:moveTo>
                <a:lnTo>
                  <a:pt x="405707" y="1391115"/>
                </a:lnTo>
                <a:lnTo>
                  <a:pt x="417252" y="1220421"/>
                </a:lnTo>
                <a:lnTo>
                  <a:pt x="55248" y="1095081"/>
                </a:lnTo>
                <a:lnTo>
                  <a:pt x="52774" y="1269073"/>
                </a:lnTo>
                <a:moveTo>
                  <a:pt x="417252" y="1220421"/>
                </a:moveTo>
                <a:lnTo>
                  <a:pt x="79162" y="1291338"/>
                </a:lnTo>
                <a:lnTo>
                  <a:pt x="77513" y="1460382"/>
                </a:lnTo>
                <a:lnTo>
                  <a:pt x="405707" y="1391115"/>
                </a:lnTo>
                <a:lnTo>
                  <a:pt x="417252" y="1220421"/>
                </a:lnTo>
                <a:moveTo>
                  <a:pt x="77513" y="1460382"/>
                </a:moveTo>
                <a:lnTo>
                  <a:pt x="413129" y="1538720"/>
                </a:lnTo>
                <a:lnTo>
                  <a:pt x="417252" y="1369675"/>
                </a:lnTo>
                <a:lnTo>
                  <a:pt x="79162" y="1291338"/>
                </a:lnTo>
                <a:lnTo>
                  <a:pt x="77513" y="1460382"/>
                </a:lnTo>
                <a:moveTo>
                  <a:pt x="417252" y="1369675"/>
                </a:moveTo>
                <a:lnTo>
                  <a:pt x="84934" y="1432346"/>
                </a:lnTo>
                <a:lnTo>
                  <a:pt x="64319" y="1603864"/>
                </a:lnTo>
                <a:lnTo>
                  <a:pt x="413129" y="1538720"/>
                </a:lnTo>
                <a:lnTo>
                  <a:pt x="417252" y="1369675"/>
                </a:lnTo>
                <a:moveTo>
                  <a:pt x="64319" y="1603864"/>
                </a:moveTo>
                <a:lnTo>
                  <a:pt x="362828" y="1741574"/>
                </a:lnTo>
                <a:lnTo>
                  <a:pt x="390040" y="1572529"/>
                </a:lnTo>
                <a:lnTo>
                  <a:pt x="84934" y="1432346"/>
                </a:lnTo>
                <a:lnTo>
                  <a:pt x="64319" y="1603864"/>
                </a:lnTo>
                <a:moveTo>
                  <a:pt x="390040" y="1572529"/>
                </a:moveTo>
                <a:lnTo>
                  <a:pt x="28861" y="1612935"/>
                </a:lnTo>
                <a:lnTo>
                  <a:pt x="9070" y="1781155"/>
                </a:lnTo>
                <a:lnTo>
                  <a:pt x="362828" y="1741574"/>
                </a:lnTo>
                <a:lnTo>
                  <a:pt x="390040" y="1572529"/>
                </a:lnTo>
                <a:moveTo>
                  <a:pt x="9070" y="1781155"/>
                </a:moveTo>
                <a:lnTo>
                  <a:pt x="383443" y="1915567"/>
                </a:lnTo>
                <a:lnTo>
                  <a:pt x="398286" y="1745697"/>
                </a:lnTo>
                <a:lnTo>
                  <a:pt x="28861" y="1612935"/>
                </a:lnTo>
                <a:lnTo>
                  <a:pt x="9070" y="1781155"/>
                </a:lnTo>
                <a:moveTo>
                  <a:pt x="398286" y="1745697"/>
                </a:moveTo>
                <a:lnTo>
                  <a:pt x="36282" y="1809192"/>
                </a:lnTo>
                <a:lnTo>
                  <a:pt x="32159" y="1977412"/>
                </a:lnTo>
                <a:lnTo>
                  <a:pt x="383443" y="1915567"/>
                </a:lnTo>
                <a:lnTo>
                  <a:pt x="398286" y="1745697"/>
                </a:lnTo>
                <a:moveTo>
                  <a:pt x="32159" y="1977412"/>
                </a:moveTo>
                <a:lnTo>
                  <a:pt x="423849" y="2065646"/>
                </a:lnTo>
                <a:lnTo>
                  <a:pt x="416427" y="1894951"/>
                </a:lnTo>
                <a:lnTo>
                  <a:pt x="36282" y="1809192"/>
                </a:lnTo>
                <a:lnTo>
                  <a:pt x="32159" y="1977412"/>
                </a:lnTo>
                <a:moveTo>
                  <a:pt x="416427" y="1894951"/>
                </a:moveTo>
                <a:lnTo>
                  <a:pt x="20615" y="2021117"/>
                </a:lnTo>
                <a:lnTo>
                  <a:pt x="34633" y="2190162"/>
                </a:lnTo>
                <a:lnTo>
                  <a:pt x="423849" y="2065646"/>
                </a:lnTo>
                <a:lnTo>
                  <a:pt x="416427" y="1894951"/>
                </a:lnTo>
                <a:moveTo>
                  <a:pt x="34633" y="2190162"/>
                </a:moveTo>
                <a:lnTo>
                  <a:pt x="416427" y="2247060"/>
                </a:lnTo>
                <a:lnTo>
                  <a:pt x="396637" y="2077190"/>
                </a:lnTo>
                <a:lnTo>
                  <a:pt x="20615" y="2021117"/>
                </a:lnTo>
                <a:lnTo>
                  <a:pt x="34633" y="2190162"/>
                </a:lnTo>
                <a:moveTo>
                  <a:pt x="396637" y="2077190"/>
                </a:moveTo>
                <a:lnTo>
                  <a:pt x="60196" y="2209128"/>
                </a:lnTo>
                <a:lnTo>
                  <a:pt x="78337" y="2378997"/>
                </a:lnTo>
                <a:lnTo>
                  <a:pt x="416427" y="2247060"/>
                </a:lnTo>
                <a:lnTo>
                  <a:pt x="396637" y="2077190"/>
                </a:lnTo>
                <a:moveTo>
                  <a:pt x="78337" y="2378997"/>
                </a:moveTo>
                <a:lnTo>
                  <a:pt x="437867" y="2434246"/>
                </a:lnTo>
                <a:lnTo>
                  <a:pt x="429621" y="2266026"/>
                </a:lnTo>
                <a:lnTo>
                  <a:pt x="60196" y="2209128"/>
                </a:lnTo>
                <a:lnTo>
                  <a:pt x="78337" y="2378997"/>
                </a:lnTo>
                <a:moveTo>
                  <a:pt x="429621" y="2266026"/>
                </a:moveTo>
                <a:lnTo>
                  <a:pt x="28861" y="2369926"/>
                </a:lnTo>
                <a:lnTo>
                  <a:pt x="70091" y="2529901"/>
                </a:lnTo>
                <a:lnTo>
                  <a:pt x="437867" y="2434246"/>
                </a:lnTo>
                <a:lnTo>
                  <a:pt x="429621" y="2266026"/>
                </a:lnTo>
              </a:path>
            </a:pathLst>
          </a:custGeom>
          <a:solidFill>
            <a:srgbClr val="776F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4177482" y="2896384"/>
            <a:ext cx="605263" cy="2486196"/>
          </a:xfrm>
          <a:custGeom>
            <a:avLst/>
            <a:gdLst/>
            <a:ahLst/>
            <a:cxnLst/>
            <a:rect l="l" t="t" r="r" b="b"/>
            <a:pathLst>
              <a:path w="605263" h="2486196" extrusionOk="0">
                <a:moveTo>
                  <a:pt x="105549" y="199555"/>
                </a:moveTo>
                <a:lnTo>
                  <a:pt x="105549" y="2277570"/>
                </a:lnTo>
                <a:lnTo>
                  <a:pt x="501362" y="2277570"/>
                </a:lnTo>
                <a:lnTo>
                  <a:pt x="501362" y="199555"/>
                </a:lnTo>
                <a:close/>
                <a:moveTo>
                  <a:pt x="56073" y="100602"/>
                </a:moveTo>
                <a:lnTo>
                  <a:pt x="6596" y="100602"/>
                </a:lnTo>
                <a:lnTo>
                  <a:pt x="6596" y="1649"/>
                </a:lnTo>
                <a:lnTo>
                  <a:pt x="600315" y="1649"/>
                </a:lnTo>
                <a:lnTo>
                  <a:pt x="600315" y="100602"/>
                </a:lnTo>
                <a:lnTo>
                  <a:pt x="550838" y="100602"/>
                </a:lnTo>
                <a:close/>
                <a:moveTo>
                  <a:pt x="550838" y="2376523"/>
                </a:moveTo>
                <a:lnTo>
                  <a:pt x="600315" y="2376523"/>
                </a:lnTo>
                <a:lnTo>
                  <a:pt x="600315" y="2475476"/>
                </a:lnTo>
                <a:lnTo>
                  <a:pt x="6596" y="2475476"/>
                </a:lnTo>
                <a:lnTo>
                  <a:pt x="6596" y="2376523"/>
                </a:lnTo>
                <a:lnTo>
                  <a:pt x="56073" y="2376523"/>
                </a:lnTo>
                <a:close/>
                <a:moveTo>
                  <a:pt x="550838" y="2376523"/>
                </a:moveTo>
                <a:lnTo>
                  <a:pt x="56073" y="2376523"/>
                </a:lnTo>
                <a:lnTo>
                  <a:pt x="56073" y="2277570"/>
                </a:lnTo>
                <a:lnTo>
                  <a:pt x="105549" y="2277570"/>
                </a:lnTo>
                <a:lnTo>
                  <a:pt x="501362" y="2277570"/>
                </a:lnTo>
                <a:lnTo>
                  <a:pt x="550838" y="2277570"/>
                </a:lnTo>
                <a:close/>
                <a:moveTo>
                  <a:pt x="550838" y="100602"/>
                </a:moveTo>
                <a:lnTo>
                  <a:pt x="550838" y="199555"/>
                </a:lnTo>
                <a:lnTo>
                  <a:pt x="501362" y="199555"/>
                </a:lnTo>
                <a:lnTo>
                  <a:pt x="105549" y="199555"/>
                </a:lnTo>
                <a:lnTo>
                  <a:pt x="56073" y="199555"/>
                </a:lnTo>
                <a:lnTo>
                  <a:pt x="56073" y="100602"/>
                </a:lnTo>
                <a:close/>
                <a:moveTo>
                  <a:pt x="105549" y="199555"/>
                </a:moveTo>
                <a:cubicBezTo>
                  <a:pt x="236662" y="212749"/>
                  <a:pt x="370249" y="187186"/>
                  <a:pt x="501362" y="199555"/>
                </a:cubicBezTo>
                <a:cubicBezTo>
                  <a:pt x="489817" y="433744"/>
                  <a:pt x="501362" y="668758"/>
                  <a:pt x="501362" y="902947"/>
                </a:cubicBezTo>
                <a:cubicBezTo>
                  <a:pt x="501362" y="1150329"/>
                  <a:pt x="512906" y="1398537"/>
                  <a:pt x="501362" y="1645919"/>
                </a:cubicBezTo>
                <a:cubicBezTo>
                  <a:pt x="491467" y="1856195"/>
                  <a:pt x="493116" y="2067295"/>
                  <a:pt x="501362" y="2277570"/>
                </a:cubicBezTo>
                <a:cubicBezTo>
                  <a:pt x="369424" y="2274272"/>
                  <a:pt x="237487" y="2267675"/>
                  <a:pt x="105549" y="2277570"/>
                </a:cubicBezTo>
                <a:cubicBezTo>
                  <a:pt x="102251" y="2111824"/>
                  <a:pt x="94830" y="1946077"/>
                  <a:pt x="105549" y="1781155"/>
                </a:cubicBezTo>
                <a:cubicBezTo>
                  <a:pt x="117919" y="1593969"/>
                  <a:pt x="121217" y="1405134"/>
                  <a:pt x="105549" y="1217947"/>
                </a:cubicBezTo>
                <a:cubicBezTo>
                  <a:pt x="91531" y="1048078"/>
                  <a:pt x="107199" y="877384"/>
                  <a:pt x="105549" y="707514"/>
                </a:cubicBezTo>
                <a:cubicBezTo>
                  <a:pt x="103900" y="538469"/>
                  <a:pt x="119568" y="368600"/>
                  <a:pt x="105549" y="199555"/>
                </a:cubicBezTo>
                <a:moveTo>
                  <a:pt x="56073" y="100602"/>
                </a:moveTo>
                <a:cubicBezTo>
                  <a:pt x="220170" y="86583"/>
                  <a:pt x="385917" y="89882"/>
                  <a:pt x="550838" y="100602"/>
                </a:cubicBezTo>
                <a:cubicBezTo>
                  <a:pt x="567331" y="101426"/>
                  <a:pt x="583823" y="101426"/>
                  <a:pt x="600315" y="100602"/>
                </a:cubicBezTo>
                <a:cubicBezTo>
                  <a:pt x="602789" y="67617"/>
                  <a:pt x="605263" y="34633"/>
                  <a:pt x="600315" y="1649"/>
                </a:cubicBezTo>
                <a:cubicBezTo>
                  <a:pt x="509608" y="5772"/>
                  <a:pt x="419726" y="3298"/>
                  <a:pt x="329019" y="1649"/>
                </a:cubicBezTo>
                <a:cubicBezTo>
                  <a:pt x="221819" y="0"/>
                  <a:pt x="113796" y="12369"/>
                  <a:pt x="6596" y="1649"/>
                </a:cubicBezTo>
                <a:cubicBezTo>
                  <a:pt x="0" y="33808"/>
                  <a:pt x="9070" y="67617"/>
                  <a:pt x="6596" y="100602"/>
                </a:cubicBezTo>
                <a:cubicBezTo>
                  <a:pt x="22264" y="94830"/>
                  <a:pt x="40405" y="103900"/>
                  <a:pt x="56073" y="100602"/>
                </a:cubicBezTo>
                <a:moveTo>
                  <a:pt x="550838" y="2376523"/>
                </a:moveTo>
                <a:cubicBezTo>
                  <a:pt x="385917" y="2388068"/>
                  <a:pt x="220995" y="2374874"/>
                  <a:pt x="56073" y="2376523"/>
                </a:cubicBezTo>
                <a:cubicBezTo>
                  <a:pt x="39581" y="2376523"/>
                  <a:pt x="23089" y="2374874"/>
                  <a:pt x="6596" y="2376523"/>
                </a:cubicBezTo>
                <a:cubicBezTo>
                  <a:pt x="14842" y="2408683"/>
                  <a:pt x="2473" y="2442492"/>
                  <a:pt x="6596" y="2475476"/>
                </a:cubicBezTo>
                <a:cubicBezTo>
                  <a:pt x="106374" y="2458984"/>
                  <a:pt x="209450" y="2463932"/>
                  <a:pt x="309228" y="2475476"/>
                </a:cubicBezTo>
                <a:cubicBezTo>
                  <a:pt x="405707" y="2486196"/>
                  <a:pt x="504660" y="2459809"/>
                  <a:pt x="600315" y="2475476"/>
                </a:cubicBezTo>
                <a:cubicBezTo>
                  <a:pt x="602789" y="2442492"/>
                  <a:pt x="601964" y="2409508"/>
                  <a:pt x="600315" y="2376523"/>
                </a:cubicBezTo>
                <a:cubicBezTo>
                  <a:pt x="583823" y="2379822"/>
                  <a:pt x="567331" y="2378172"/>
                  <a:pt x="550838" y="2376523"/>
                </a:cubicBezTo>
                <a:moveTo>
                  <a:pt x="550838" y="2376523"/>
                </a:moveTo>
                <a:cubicBezTo>
                  <a:pt x="555786" y="2343539"/>
                  <a:pt x="545891" y="2310555"/>
                  <a:pt x="550838" y="2277570"/>
                </a:cubicBezTo>
                <a:cubicBezTo>
                  <a:pt x="535171" y="2273447"/>
                  <a:pt x="517854" y="2274272"/>
                  <a:pt x="501362" y="2277570"/>
                </a:cubicBezTo>
                <a:cubicBezTo>
                  <a:pt x="371898" y="2301484"/>
                  <a:pt x="236662" y="2263552"/>
                  <a:pt x="105549" y="2277570"/>
                </a:cubicBezTo>
                <a:cubicBezTo>
                  <a:pt x="89057" y="2279219"/>
                  <a:pt x="72565" y="2280044"/>
                  <a:pt x="56073" y="2277570"/>
                </a:cubicBezTo>
                <a:cubicBezTo>
                  <a:pt x="44528" y="2308905"/>
                  <a:pt x="55248" y="2343539"/>
                  <a:pt x="56073" y="2376523"/>
                </a:cubicBezTo>
                <a:cubicBezTo>
                  <a:pt x="220995" y="2366628"/>
                  <a:pt x="385917" y="2372400"/>
                  <a:pt x="550838" y="2376523"/>
                </a:cubicBezTo>
                <a:moveTo>
                  <a:pt x="550838" y="100602"/>
                </a:moveTo>
                <a:cubicBezTo>
                  <a:pt x="385917" y="107199"/>
                  <a:pt x="220995" y="112971"/>
                  <a:pt x="56073" y="100602"/>
                </a:cubicBezTo>
                <a:cubicBezTo>
                  <a:pt x="53599" y="133586"/>
                  <a:pt x="53599" y="166571"/>
                  <a:pt x="56073" y="199555"/>
                </a:cubicBezTo>
                <a:cubicBezTo>
                  <a:pt x="71741" y="204503"/>
                  <a:pt x="89057" y="200380"/>
                  <a:pt x="105549" y="199555"/>
                </a:cubicBezTo>
                <a:cubicBezTo>
                  <a:pt x="237487" y="192133"/>
                  <a:pt x="370249" y="211099"/>
                  <a:pt x="501362" y="199555"/>
                </a:cubicBezTo>
                <a:cubicBezTo>
                  <a:pt x="517854" y="197906"/>
                  <a:pt x="535171" y="204503"/>
                  <a:pt x="550838" y="199555"/>
                </a:cubicBezTo>
                <a:cubicBezTo>
                  <a:pt x="539294" y="169044"/>
                  <a:pt x="546715" y="133586"/>
                  <a:pt x="550838" y="100602"/>
                </a:cubicBezTo>
              </a:path>
            </a:pathLst>
          </a:custGeom>
          <a:noFill/>
          <a:ln w="24725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3516970" y="2882366"/>
            <a:ext cx="488993" cy="2559587"/>
          </a:xfrm>
          <a:custGeom>
            <a:avLst/>
            <a:gdLst/>
            <a:ahLst/>
            <a:cxnLst/>
            <a:rect l="l" t="t" r="r" b="b"/>
            <a:pathLst>
              <a:path w="488993" h="2559587" extrusionOk="0">
                <a:moveTo>
                  <a:pt x="89057" y="4947"/>
                </a:moveTo>
                <a:lnTo>
                  <a:pt x="75039" y="169869"/>
                </a:lnTo>
                <a:lnTo>
                  <a:pt x="0" y="163272"/>
                </a:lnTo>
                <a:lnTo>
                  <a:pt x="30510" y="0"/>
                </a:lnTo>
                <a:lnTo>
                  <a:pt x="89057" y="4947"/>
                </a:lnTo>
                <a:moveTo>
                  <a:pt x="0" y="163272"/>
                </a:moveTo>
                <a:lnTo>
                  <a:pt x="475799" y="304280"/>
                </a:lnTo>
                <a:lnTo>
                  <a:pt x="483221" y="134411"/>
                </a:lnTo>
                <a:lnTo>
                  <a:pt x="30510" y="0"/>
                </a:lnTo>
                <a:lnTo>
                  <a:pt x="0" y="163272"/>
                </a:lnTo>
                <a:moveTo>
                  <a:pt x="483221" y="134411"/>
                </a:moveTo>
                <a:lnTo>
                  <a:pt x="112971" y="210275"/>
                </a:lnTo>
                <a:lnTo>
                  <a:pt x="105549" y="380144"/>
                </a:lnTo>
                <a:lnTo>
                  <a:pt x="475799" y="304280"/>
                </a:lnTo>
                <a:lnTo>
                  <a:pt x="483221" y="134411"/>
                </a:lnTo>
                <a:moveTo>
                  <a:pt x="105549" y="380144"/>
                </a:moveTo>
                <a:lnTo>
                  <a:pt x="465079" y="487344"/>
                </a:lnTo>
                <a:lnTo>
                  <a:pt x="488993" y="322422"/>
                </a:lnTo>
                <a:lnTo>
                  <a:pt x="112971" y="210275"/>
                </a:lnTo>
                <a:lnTo>
                  <a:pt x="105549" y="380144"/>
                </a:lnTo>
                <a:moveTo>
                  <a:pt x="488993" y="322422"/>
                </a:moveTo>
                <a:lnTo>
                  <a:pt x="135235" y="323246"/>
                </a:lnTo>
                <a:lnTo>
                  <a:pt x="91531" y="488168"/>
                </a:lnTo>
                <a:lnTo>
                  <a:pt x="465079" y="487344"/>
                </a:lnTo>
                <a:lnTo>
                  <a:pt x="488993" y="322422"/>
                </a:lnTo>
                <a:moveTo>
                  <a:pt x="91531" y="488168"/>
                </a:moveTo>
                <a:lnTo>
                  <a:pt x="417252" y="677004"/>
                </a:lnTo>
                <a:lnTo>
                  <a:pt x="449412" y="504660"/>
                </a:lnTo>
                <a:lnTo>
                  <a:pt x="135235" y="323246"/>
                </a:lnTo>
                <a:lnTo>
                  <a:pt x="91531" y="488168"/>
                </a:lnTo>
                <a:moveTo>
                  <a:pt x="449412" y="504660"/>
                </a:moveTo>
                <a:lnTo>
                  <a:pt x="68442" y="565681"/>
                </a:lnTo>
                <a:lnTo>
                  <a:pt x="57722" y="734726"/>
                </a:lnTo>
                <a:lnTo>
                  <a:pt x="417252" y="677004"/>
                </a:lnTo>
                <a:lnTo>
                  <a:pt x="449412" y="504660"/>
                </a:lnTo>
                <a:moveTo>
                  <a:pt x="57722" y="734726"/>
                </a:moveTo>
                <a:lnTo>
                  <a:pt x="449412" y="847698"/>
                </a:lnTo>
                <a:lnTo>
                  <a:pt x="455184" y="677828"/>
                </a:lnTo>
                <a:lnTo>
                  <a:pt x="68442" y="565681"/>
                </a:lnTo>
                <a:lnTo>
                  <a:pt x="57722" y="734726"/>
                </a:lnTo>
                <a:moveTo>
                  <a:pt x="455184" y="677828"/>
                </a:moveTo>
                <a:lnTo>
                  <a:pt x="108848" y="753692"/>
                </a:lnTo>
                <a:lnTo>
                  <a:pt x="103900" y="923562"/>
                </a:lnTo>
                <a:lnTo>
                  <a:pt x="449412" y="847698"/>
                </a:lnTo>
                <a:lnTo>
                  <a:pt x="455184" y="677828"/>
                </a:lnTo>
                <a:moveTo>
                  <a:pt x="103900" y="923562"/>
                </a:moveTo>
                <a:lnTo>
                  <a:pt x="474150" y="1026638"/>
                </a:lnTo>
                <a:lnTo>
                  <a:pt x="480747" y="856768"/>
                </a:lnTo>
                <a:lnTo>
                  <a:pt x="108848" y="753692"/>
                </a:lnTo>
                <a:lnTo>
                  <a:pt x="103900" y="923562"/>
                </a:lnTo>
                <a:moveTo>
                  <a:pt x="480747" y="856768"/>
                </a:moveTo>
                <a:lnTo>
                  <a:pt x="56073" y="940879"/>
                </a:lnTo>
                <a:lnTo>
                  <a:pt x="61021" y="1107450"/>
                </a:lnTo>
                <a:lnTo>
                  <a:pt x="474150" y="1026638"/>
                </a:lnTo>
                <a:lnTo>
                  <a:pt x="480747" y="856768"/>
                </a:lnTo>
                <a:moveTo>
                  <a:pt x="61021" y="1107450"/>
                </a:moveTo>
                <a:lnTo>
                  <a:pt x="487344" y="1165997"/>
                </a:lnTo>
                <a:lnTo>
                  <a:pt x="476624" y="997777"/>
                </a:lnTo>
                <a:lnTo>
                  <a:pt x="56073" y="940879"/>
                </a:lnTo>
                <a:lnTo>
                  <a:pt x="61021" y="1107450"/>
                </a:lnTo>
                <a:moveTo>
                  <a:pt x="476624" y="997777"/>
                </a:moveTo>
                <a:lnTo>
                  <a:pt x="104725" y="1097554"/>
                </a:lnTo>
                <a:lnTo>
                  <a:pt x="100602" y="1269073"/>
                </a:lnTo>
                <a:lnTo>
                  <a:pt x="487344" y="1165997"/>
                </a:lnTo>
                <a:lnTo>
                  <a:pt x="476624" y="997777"/>
                </a:lnTo>
                <a:moveTo>
                  <a:pt x="100602" y="1269073"/>
                </a:moveTo>
                <a:lnTo>
                  <a:pt x="432919" y="1372974"/>
                </a:lnTo>
                <a:lnTo>
                  <a:pt x="434569" y="1200631"/>
                </a:lnTo>
                <a:lnTo>
                  <a:pt x="104725" y="1097554"/>
                </a:lnTo>
                <a:lnTo>
                  <a:pt x="100602" y="1269073"/>
                </a:lnTo>
                <a:moveTo>
                  <a:pt x="434569" y="1200631"/>
                </a:moveTo>
                <a:lnTo>
                  <a:pt x="79987" y="1305356"/>
                </a:lnTo>
                <a:lnTo>
                  <a:pt x="81636" y="1477699"/>
                </a:lnTo>
                <a:lnTo>
                  <a:pt x="432919" y="1372974"/>
                </a:lnTo>
                <a:lnTo>
                  <a:pt x="434569" y="1200631"/>
                </a:lnTo>
                <a:moveTo>
                  <a:pt x="81636" y="1477699"/>
                </a:moveTo>
                <a:lnTo>
                  <a:pt x="472501" y="1584898"/>
                </a:lnTo>
                <a:lnTo>
                  <a:pt x="480747" y="1416678"/>
                </a:lnTo>
                <a:lnTo>
                  <a:pt x="79987" y="1305356"/>
                </a:lnTo>
                <a:lnTo>
                  <a:pt x="81636" y="1477699"/>
                </a:lnTo>
                <a:moveTo>
                  <a:pt x="480747" y="1416678"/>
                </a:moveTo>
                <a:lnTo>
                  <a:pt x="119568" y="1480173"/>
                </a:lnTo>
                <a:lnTo>
                  <a:pt x="106374" y="1649218"/>
                </a:lnTo>
                <a:lnTo>
                  <a:pt x="472501" y="1584898"/>
                </a:lnTo>
                <a:lnTo>
                  <a:pt x="480747" y="1416678"/>
                </a:lnTo>
                <a:moveTo>
                  <a:pt x="106374" y="1649218"/>
                </a:moveTo>
                <a:lnTo>
                  <a:pt x="435393" y="1760540"/>
                </a:lnTo>
                <a:lnTo>
                  <a:pt x="454359" y="1593145"/>
                </a:lnTo>
                <a:lnTo>
                  <a:pt x="119568" y="1480173"/>
                </a:lnTo>
                <a:lnTo>
                  <a:pt x="106374" y="1649218"/>
                </a:lnTo>
                <a:moveTo>
                  <a:pt x="454359" y="1593145"/>
                </a:moveTo>
                <a:lnTo>
                  <a:pt x="135235" y="1623655"/>
                </a:lnTo>
                <a:lnTo>
                  <a:pt x="110497" y="1791051"/>
                </a:lnTo>
                <a:lnTo>
                  <a:pt x="435393" y="1760540"/>
                </a:lnTo>
                <a:lnTo>
                  <a:pt x="454359" y="1593145"/>
                </a:lnTo>
                <a:moveTo>
                  <a:pt x="110497" y="1791051"/>
                </a:moveTo>
                <a:lnTo>
                  <a:pt x="428796" y="1918041"/>
                </a:lnTo>
                <a:lnTo>
                  <a:pt x="432919" y="1742399"/>
                </a:lnTo>
                <a:lnTo>
                  <a:pt x="135235" y="1623655"/>
                </a:lnTo>
                <a:lnTo>
                  <a:pt x="110497" y="1791051"/>
                </a:lnTo>
                <a:moveTo>
                  <a:pt x="432919" y="1742399"/>
                </a:moveTo>
                <a:lnTo>
                  <a:pt x="96479" y="1859493"/>
                </a:lnTo>
                <a:lnTo>
                  <a:pt x="95654" y="2034310"/>
                </a:lnTo>
                <a:lnTo>
                  <a:pt x="428796" y="1918041"/>
                </a:lnTo>
                <a:lnTo>
                  <a:pt x="432919" y="1742399"/>
                </a:lnTo>
                <a:moveTo>
                  <a:pt x="95654" y="2034310"/>
                </a:moveTo>
                <a:lnTo>
                  <a:pt x="411480" y="2146457"/>
                </a:lnTo>
                <a:lnTo>
                  <a:pt x="437042" y="1980711"/>
                </a:lnTo>
                <a:lnTo>
                  <a:pt x="96479" y="1859493"/>
                </a:lnTo>
                <a:lnTo>
                  <a:pt x="95654" y="2034310"/>
                </a:lnTo>
                <a:moveTo>
                  <a:pt x="437042" y="1980711"/>
                </a:moveTo>
                <a:lnTo>
                  <a:pt x="130288" y="1993080"/>
                </a:lnTo>
                <a:lnTo>
                  <a:pt x="103900" y="2159651"/>
                </a:lnTo>
                <a:lnTo>
                  <a:pt x="411480" y="2146457"/>
                </a:lnTo>
                <a:lnTo>
                  <a:pt x="437042" y="1980711"/>
                </a:lnTo>
                <a:moveTo>
                  <a:pt x="103900" y="2159651"/>
                </a:moveTo>
                <a:lnTo>
                  <a:pt x="441165" y="2287465"/>
                </a:lnTo>
                <a:lnTo>
                  <a:pt x="456008" y="2116771"/>
                </a:lnTo>
                <a:lnTo>
                  <a:pt x="130288" y="1993080"/>
                </a:lnTo>
                <a:lnTo>
                  <a:pt x="103900" y="2159651"/>
                </a:lnTo>
                <a:moveTo>
                  <a:pt x="456008" y="2116771"/>
                </a:moveTo>
                <a:lnTo>
                  <a:pt x="102251" y="2185214"/>
                </a:lnTo>
                <a:lnTo>
                  <a:pt x="88233" y="2355908"/>
                </a:lnTo>
                <a:lnTo>
                  <a:pt x="441165" y="2287465"/>
                </a:lnTo>
                <a:lnTo>
                  <a:pt x="456008" y="2116771"/>
                </a:lnTo>
                <a:moveTo>
                  <a:pt x="88233" y="2355908"/>
                </a:moveTo>
                <a:lnTo>
                  <a:pt x="472501" y="2499390"/>
                </a:lnTo>
                <a:lnTo>
                  <a:pt x="484045" y="2327871"/>
                </a:lnTo>
                <a:lnTo>
                  <a:pt x="102251" y="2185214"/>
                </a:lnTo>
                <a:lnTo>
                  <a:pt x="88233" y="2355908"/>
                </a:lnTo>
                <a:moveTo>
                  <a:pt x="484045" y="2327871"/>
                </a:moveTo>
                <a:lnTo>
                  <a:pt x="176466" y="2398788"/>
                </a:lnTo>
                <a:lnTo>
                  <a:pt x="213573" y="2559587"/>
                </a:lnTo>
                <a:lnTo>
                  <a:pt x="472501" y="2499390"/>
                </a:lnTo>
                <a:lnTo>
                  <a:pt x="484045" y="2327871"/>
                </a:lnTo>
              </a:path>
            </a:pathLst>
          </a:custGeom>
          <a:solidFill>
            <a:srgbClr val="6070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3484810" y="2906279"/>
            <a:ext cx="608561" cy="2478775"/>
          </a:xfrm>
          <a:custGeom>
            <a:avLst/>
            <a:gdLst/>
            <a:ahLst/>
            <a:cxnLst/>
            <a:rect l="l" t="t" r="r" b="b"/>
            <a:pathLst>
              <a:path w="608561" h="2478775" extrusionOk="0">
                <a:moveTo>
                  <a:pt x="105549" y="197906"/>
                </a:moveTo>
                <a:lnTo>
                  <a:pt x="105549" y="2275921"/>
                </a:lnTo>
                <a:lnTo>
                  <a:pt x="501362" y="2275921"/>
                </a:lnTo>
                <a:lnTo>
                  <a:pt x="501362" y="197906"/>
                </a:lnTo>
                <a:close/>
                <a:moveTo>
                  <a:pt x="56073" y="98953"/>
                </a:moveTo>
                <a:lnTo>
                  <a:pt x="6596" y="98953"/>
                </a:lnTo>
                <a:lnTo>
                  <a:pt x="6596" y="0"/>
                </a:lnTo>
                <a:lnTo>
                  <a:pt x="600315" y="0"/>
                </a:lnTo>
                <a:lnTo>
                  <a:pt x="600315" y="98953"/>
                </a:lnTo>
                <a:lnTo>
                  <a:pt x="550838" y="98953"/>
                </a:lnTo>
                <a:close/>
                <a:moveTo>
                  <a:pt x="550838" y="2374874"/>
                </a:moveTo>
                <a:lnTo>
                  <a:pt x="600315" y="2374874"/>
                </a:lnTo>
                <a:lnTo>
                  <a:pt x="600315" y="2473827"/>
                </a:lnTo>
                <a:lnTo>
                  <a:pt x="6596" y="2473827"/>
                </a:lnTo>
                <a:lnTo>
                  <a:pt x="6596" y="2374874"/>
                </a:lnTo>
                <a:lnTo>
                  <a:pt x="56073" y="2374874"/>
                </a:lnTo>
                <a:close/>
                <a:moveTo>
                  <a:pt x="550838" y="2374874"/>
                </a:moveTo>
                <a:lnTo>
                  <a:pt x="56073" y="2374874"/>
                </a:lnTo>
                <a:lnTo>
                  <a:pt x="56073" y="2275921"/>
                </a:lnTo>
                <a:lnTo>
                  <a:pt x="105549" y="2275921"/>
                </a:lnTo>
                <a:lnTo>
                  <a:pt x="501362" y="2275921"/>
                </a:lnTo>
                <a:lnTo>
                  <a:pt x="550838" y="2275921"/>
                </a:lnTo>
                <a:close/>
                <a:moveTo>
                  <a:pt x="550838" y="98953"/>
                </a:moveTo>
                <a:lnTo>
                  <a:pt x="550838" y="197906"/>
                </a:lnTo>
                <a:lnTo>
                  <a:pt x="501362" y="197906"/>
                </a:lnTo>
                <a:lnTo>
                  <a:pt x="105549" y="197906"/>
                </a:lnTo>
                <a:lnTo>
                  <a:pt x="56073" y="197906"/>
                </a:lnTo>
                <a:lnTo>
                  <a:pt x="56073" y="98953"/>
                </a:lnTo>
                <a:close/>
                <a:moveTo>
                  <a:pt x="105549" y="197906"/>
                </a:moveTo>
                <a:cubicBezTo>
                  <a:pt x="237487" y="197906"/>
                  <a:pt x="369424" y="191309"/>
                  <a:pt x="501362" y="197906"/>
                </a:cubicBezTo>
                <a:cubicBezTo>
                  <a:pt x="495590" y="371074"/>
                  <a:pt x="507134" y="545066"/>
                  <a:pt x="501362" y="719059"/>
                </a:cubicBezTo>
                <a:cubicBezTo>
                  <a:pt x="495590" y="892227"/>
                  <a:pt x="486519" y="1066219"/>
                  <a:pt x="501362" y="1238563"/>
                </a:cubicBezTo>
                <a:cubicBezTo>
                  <a:pt x="517029" y="1424924"/>
                  <a:pt x="505485" y="1612111"/>
                  <a:pt x="501362" y="1798472"/>
                </a:cubicBezTo>
                <a:cubicBezTo>
                  <a:pt x="498063" y="1957622"/>
                  <a:pt x="508783" y="2116771"/>
                  <a:pt x="501362" y="2275921"/>
                </a:cubicBezTo>
                <a:cubicBezTo>
                  <a:pt x="369424" y="2275096"/>
                  <a:pt x="237487" y="2279219"/>
                  <a:pt x="105549" y="2275921"/>
                </a:cubicBezTo>
                <a:cubicBezTo>
                  <a:pt x="120392" y="2133264"/>
                  <a:pt x="97303" y="1988132"/>
                  <a:pt x="105549" y="1844650"/>
                </a:cubicBezTo>
                <a:cubicBezTo>
                  <a:pt x="113796" y="1704467"/>
                  <a:pt x="93180" y="1562634"/>
                  <a:pt x="105549" y="1422450"/>
                </a:cubicBezTo>
                <a:cubicBezTo>
                  <a:pt x="116269" y="1299584"/>
                  <a:pt x="121217" y="1174243"/>
                  <a:pt x="105549" y="1050552"/>
                </a:cubicBezTo>
                <a:cubicBezTo>
                  <a:pt x="86583" y="896350"/>
                  <a:pt x="94005" y="739674"/>
                  <a:pt x="105549" y="584647"/>
                </a:cubicBezTo>
                <a:cubicBezTo>
                  <a:pt x="115445" y="456008"/>
                  <a:pt x="97303" y="326545"/>
                  <a:pt x="105549" y="197906"/>
                </a:cubicBezTo>
                <a:moveTo>
                  <a:pt x="56073" y="98953"/>
                </a:moveTo>
                <a:cubicBezTo>
                  <a:pt x="220995" y="106374"/>
                  <a:pt x="385917" y="97303"/>
                  <a:pt x="550838" y="98953"/>
                </a:cubicBezTo>
                <a:cubicBezTo>
                  <a:pt x="567331" y="98953"/>
                  <a:pt x="583823" y="96479"/>
                  <a:pt x="600315" y="98953"/>
                </a:cubicBezTo>
                <a:cubicBezTo>
                  <a:pt x="589595" y="67617"/>
                  <a:pt x="598666" y="32984"/>
                  <a:pt x="600315" y="0"/>
                </a:cubicBezTo>
                <a:cubicBezTo>
                  <a:pt x="402409" y="8246"/>
                  <a:pt x="204503" y="6596"/>
                  <a:pt x="6596" y="0"/>
                </a:cubicBezTo>
                <a:cubicBezTo>
                  <a:pt x="0" y="32159"/>
                  <a:pt x="11544" y="66793"/>
                  <a:pt x="6596" y="98953"/>
                </a:cubicBezTo>
                <a:cubicBezTo>
                  <a:pt x="23089" y="101426"/>
                  <a:pt x="40405" y="93180"/>
                  <a:pt x="56073" y="98953"/>
                </a:cubicBezTo>
                <a:moveTo>
                  <a:pt x="550838" y="2374874"/>
                </a:moveTo>
                <a:cubicBezTo>
                  <a:pt x="385917" y="2385594"/>
                  <a:pt x="220995" y="2374049"/>
                  <a:pt x="56073" y="2374874"/>
                </a:cubicBezTo>
                <a:cubicBezTo>
                  <a:pt x="39581" y="2374874"/>
                  <a:pt x="22264" y="2378997"/>
                  <a:pt x="6596" y="2374874"/>
                </a:cubicBezTo>
                <a:cubicBezTo>
                  <a:pt x="16492" y="2406209"/>
                  <a:pt x="7421" y="2440843"/>
                  <a:pt x="6596" y="2473827"/>
                </a:cubicBezTo>
                <a:cubicBezTo>
                  <a:pt x="204503" y="2472178"/>
                  <a:pt x="402409" y="2478775"/>
                  <a:pt x="600315" y="2473827"/>
                </a:cubicBezTo>
                <a:cubicBezTo>
                  <a:pt x="608561" y="2441667"/>
                  <a:pt x="598666" y="2407858"/>
                  <a:pt x="600315" y="2374874"/>
                </a:cubicBezTo>
                <a:cubicBezTo>
                  <a:pt x="584647" y="2378997"/>
                  <a:pt x="566506" y="2370751"/>
                  <a:pt x="550838" y="2374874"/>
                </a:cubicBezTo>
                <a:moveTo>
                  <a:pt x="550838" y="2374874"/>
                </a:moveTo>
                <a:cubicBezTo>
                  <a:pt x="552488" y="2341890"/>
                  <a:pt x="551663" y="2308905"/>
                  <a:pt x="550838" y="2275921"/>
                </a:cubicBezTo>
                <a:cubicBezTo>
                  <a:pt x="534346" y="2274272"/>
                  <a:pt x="517854" y="2274272"/>
                  <a:pt x="501362" y="2275921"/>
                </a:cubicBezTo>
                <a:cubicBezTo>
                  <a:pt x="370249" y="2289115"/>
                  <a:pt x="237487" y="2276746"/>
                  <a:pt x="105549" y="2275921"/>
                </a:cubicBezTo>
                <a:cubicBezTo>
                  <a:pt x="89057" y="2275921"/>
                  <a:pt x="72565" y="2275096"/>
                  <a:pt x="56073" y="2275921"/>
                </a:cubicBezTo>
                <a:cubicBezTo>
                  <a:pt x="56073" y="2308905"/>
                  <a:pt x="56073" y="2341890"/>
                  <a:pt x="56073" y="2374874"/>
                </a:cubicBezTo>
                <a:cubicBezTo>
                  <a:pt x="220170" y="2388892"/>
                  <a:pt x="385917" y="2380646"/>
                  <a:pt x="550838" y="2374874"/>
                </a:cubicBezTo>
                <a:moveTo>
                  <a:pt x="550838" y="98953"/>
                </a:moveTo>
                <a:cubicBezTo>
                  <a:pt x="385917" y="103076"/>
                  <a:pt x="220995" y="94830"/>
                  <a:pt x="56073" y="98953"/>
                </a:cubicBezTo>
                <a:cubicBezTo>
                  <a:pt x="48651" y="131112"/>
                  <a:pt x="60196" y="164921"/>
                  <a:pt x="56073" y="197906"/>
                </a:cubicBezTo>
                <a:cubicBezTo>
                  <a:pt x="72565" y="194607"/>
                  <a:pt x="89057" y="197906"/>
                  <a:pt x="105549" y="197906"/>
                </a:cubicBezTo>
                <a:cubicBezTo>
                  <a:pt x="237487" y="197081"/>
                  <a:pt x="369424" y="194607"/>
                  <a:pt x="501362" y="197906"/>
                </a:cubicBezTo>
                <a:cubicBezTo>
                  <a:pt x="517854" y="198730"/>
                  <a:pt x="534346" y="199555"/>
                  <a:pt x="550838" y="197906"/>
                </a:cubicBezTo>
                <a:cubicBezTo>
                  <a:pt x="558260" y="165746"/>
                  <a:pt x="550838" y="131937"/>
                  <a:pt x="550838" y="98953"/>
                </a:cubicBezTo>
              </a:path>
            </a:pathLst>
          </a:custGeom>
          <a:noFill/>
          <a:ln w="24725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/>
          <p:nvPr/>
        </p:nvSpPr>
        <p:spPr>
          <a:xfrm>
            <a:off x="2838317" y="2875769"/>
            <a:ext cx="489817" cy="2534024"/>
          </a:xfrm>
          <a:custGeom>
            <a:avLst/>
            <a:gdLst/>
            <a:ahLst/>
            <a:cxnLst/>
            <a:rect l="l" t="t" r="r" b="b"/>
            <a:pathLst>
              <a:path w="489817" h="2534024" extrusionOk="0">
                <a:moveTo>
                  <a:pt x="51125" y="0"/>
                </a:moveTo>
                <a:lnTo>
                  <a:pt x="0" y="33808"/>
                </a:lnTo>
                <a:lnTo>
                  <a:pt x="41230" y="203678"/>
                </a:lnTo>
                <a:lnTo>
                  <a:pt x="141008" y="138534"/>
                </a:lnTo>
                <a:lnTo>
                  <a:pt x="51125" y="0"/>
                </a:lnTo>
                <a:moveTo>
                  <a:pt x="41230" y="203678"/>
                </a:moveTo>
                <a:lnTo>
                  <a:pt x="451885" y="244084"/>
                </a:lnTo>
                <a:lnTo>
                  <a:pt x="437867" y="77513"/>
                </a:lnTo>
                <a:lnTo>
                  <a:pt x="0" y="33808"/>
                </a:lnTo>
                <a:lnTo>
                  <a:pt x="41230" y="203678"/>
                </a:lnTo>
                <a:moveTo>
                  <a:pt x="437867" y="77513"/>
                </a:moveTo>
                <a:lnTo>
                  <a:pt x="58547" y="178940"/>
                </a:lnTo>
                <a:lnTo>
                  <a:pt x="59371" y="349634"/>
                </a:lnTo>
                <a:lnTo>
                  <a:pt x="451885" y="244084"/>
                </a:lnTo>
                <a:lnTo>
                  <a:pt x="437867" y="77513"/>
                </a:lnTo>
                <a:moveTo>
                  <a:pt x="442815" y="278717"/>
                </a:moveTo>
                <a:lnTo>
                  <a:pt x="89057" y="370249"/>
                </a:lnTo>
                <a:lnTo>
                  <a:pt x="85759" y="541768"/>
                </a:lnTo>
                <a:lnTo>
                  <a:pt x="442815" y="449412"/>
                </a:lnTo>
                <a:lnTo>
                  <a:pt x="58547" y="178940"/>
                </a:lnTo>
                <a:lnTo>
                  <a:pt x="59371" y="349634"/>
                </a:lnTo>
                <a:lnTo>
                  <a:pt x="442815" y="449412"/>
                </a:lnTo>
                <a:moveTo>
                  <a:pt x="85759" y="541768"/>
                </a:moveTo>
                <a:lnTo>
                  <a:pt x="457658" y="653915"/>
                </a:lnTo>
                <a:lnTo>
                  <a:pt x="478273" y="487344"/>
                </a:lnTo>
                <a:lnTo>
                  <a:pt x="89057" y="370249"/>
                </a:lnTo>
                <a:lnTo>
                  <a:pt x="85759" y="541768"/>
                </a:lnTo>
                <a:moveTo>
                  <a:pt x="478273" y="487344"/>
                </a:moveTo>
                <a:lnTo>
                  <a:pt x="116269" y="505485"/>
                </a:lnTo>
                <a:lnTo>
                  <a:pt x="78337" y="672881"/>
                </a:lnTo>
                <a:lnTo>
                  <a:pt x="457658" y="653915"/>
                </a:lnTo>
                <a:lnTo>
                  <a:pt x="478273" y="487344"/>
                </a:lnTo>
                <a:moveTo>
                  <a:pt x="78337" y="672881"/>
                </a:moveTo>
                <a:lnTo>
                  <a:pt x="400760" y="846873"/>
                </a:lnTo>
                <a:lnTo>
                  <a:pt x="438692" y="680302"/>
                </a:lnTo>
                <a:lnTo>
                  <a:pt x="116269" y="505485"/>
                </a:lnTo>
                <a:lnTo>
                  <a:pt x="78337" y="672881"/>
                </a:lnTo>
                <a:moveTo>
                  <a:pt x="438692" y="680302"/>
                </a:moveTo>
                <a:lnTo>
                  <a:pt x="70916" y="698444"/>
                </a:lnTo>
                <a:lnTo>
                  <a:pt x="42055" y="865015"/>
                </a:lnTo>
                <a:lnTo>
                  <a:pt x="400760" y="846873"/>
                </a:lnTo>
                <a:lnTo>
                  <a:pt x="438692" y="680302"/>
                </a:lnTo>
                <a:moveTo>
                  <a:pt x="42055" y="865015"/>
                </a:moveTo>
                <a:lnTo>
                  <a:pt x="459307" y="1040656"/>
                </a:lnTo>
                <a:lnTo>
                  <a:pt x="489817" y="874910"/>
                </a:lnTo>
                <a:lnTo>
                  <a:pt x="70916" y="698444"/>
                </a:lnTo>
                <a:lnTo>
                  <a:pt x="42055" y="865015"/>
                </a:lnTo>
                <a:moveTo>
                  <a:pt x="489817" y="874910"/>
                </a:moveTo>
                <a:lnTo>
                  <a:pt x="79987" y="889753"/>
                </a:lnTo>
                <a:lnTo>
                  <a:pt x="52774" y="1055499"/>
                </a:lnTo>
                <a:lnTo>
                  <a:pt x="459307" y="1040656"/>
                </a:lnTo>
                <a:lnTo>
                  <a:pt x="489817" y="874910"/>
                </a:lnTo>
                <a:moveTo>
                  <a:pt x="52774" y="1055499"/>
                </a:moveTo>
                <a:lnTo>
                  <a:pt x="451061" y="1208052"/>
                </a:lnTo>
                <a:lnTo>
                  <a:pt x="469202" y="1039007"/>
                </a:lnTo>
                <a:lnTo>
                  <a:pt x="79987" y="889753"/>
                </a:lnTo>
                <a:lnTo>
                  <a:pt x="52774" y="1055499"/>
                </a:lnTo>
                <a:moveTo>
                  <a:pt x="469202" y="1039007"/>
                </a:moveTo>
                <a:lnTo>
                  <a:pt x="79162" y="1099204"/>
                </a:lnTo>
                <a:lnTo>
                  <a:pt x="63494" y="1268248"/>
                </a:lnTo>
                <a:lnTo>
                  <a:pt x="451061" y="1208052"/>
                </a:lnTo>
                <a:lnTo>
                  <a:pt x="469202" y="1039007"/>
                </a:lnTo>
                <a:moveTo>
                  <a:pt x="63494" y="1268248"/>
                </a:moveTo>
                <a:lnTo>
                  <a:pt x="432095" y="1397712"/>
                </a:lnTo>
                <a:lnTo>
                  <a:pt x="457658" y="1231966"/>
                </a:lnTo>
                <a:lnTo>
                  <a:pt x="79162" y="1099204"/>
                </a:lnTo>
                <a:lnTo>
                  <a:pt x="63494" y="1268248"/>
                </a:lnTo>
                <a:moveTo>
                  <a:pt x="457658" y="1231966"/>
                </a:moveTo>
                <a:lnTo>
                  <a:pt x="64319" y="1244335"/>
                </a:lnTo>
                <a:lnTo>
                  <a:pt x="32984" y="1410081"/>
                </a:lnTo>
                <a:lnTo>
                  <a:pt x="432095" y="1397712"/>
                </a:lnTo>
                <a:lnTo>
                  <a:pt x="457658" y="1231966"/>
                </a:lnTo>
                <a:moveTo>
                  <a:pt x="32984" y="1410081"/>
                </a:moveTo>
                <a:lnTo>
                  <a:pt x="409006" y="1570055"/>
                </a:lnTo>
                <a:lnTo>
                  <a:pt x="425498" y="1397712"/>
                </a:lnTo>
                <a:lnTo>
                  <a:pt x="64319" y="1244335"/>
                </a:lnTo>
                <a:lnTo>
                  <a:pt x="32984" y="1410081"/>
                </a:lnTo>
                <a:moveTo>
                  <a:pt x="425498" y="1397712"/>
                </a:moveTo>
                <a:lnTo>
                  <a:pt x="75039" y="1475225"/>
                </a:lnTo>
                <a:lnTo>
                  <a:pt x="66793" y="1645919"/>
                </a:lnTo>
                <a:lnTo>
                  <a:pt x="409006" y="1570055"/>
                </a:lnTo>
                <a:lnTo>
                  <a:pt x="425498" y="1397712"/>
                </a:lnTo>
                <a:moveTo>
                  <a:pt x="66793" y="1645919"/>
                </a:moveTo>
                <a:lnTo>
                  <a:pt x="432095" y="1764663"/>
                </a:lnTo>
                <a:lnTo>
                  <a:pt x="451885" y="1598092"/>
                </a:lnTo>
                <a:lnTo>
                  <a:pt x="75039" y="1475225"/>
                </a:lnTo>
                <a:lnTo>
                  <a:pt x="66793" y="1645919"/>
                </a:lnTo>
                <a:moveTo>
                  <a:pt x="451885" y="1598092"/>
                </a:moveTo>
                <a:lnTo>
                  <a:pt x="60196" y="1626953"/>
                </a:lnTo>
                <a:lnTo>
                  <a:pt x="42879" y="1793525"/>
                </a:lnTo>
                <a:lnTo>
                  <a:pt x="432095" y="1764663"/>
                </a:lnTo>
                <a:lnTo>
                  <a:pt x="451885" y="1598092"/>
                </a:lnTo>
                <a:moveTo>
                  <a:pt x="42879" y="1793525"/>
                </a:moveTo>
                <a:lnTo>
                  <a:pt x="460131" y="1913093"/>
                </a:lnTo>
                <a:lnTo>
                  <a:pt x="456833" y="1739925"/>
                </a:lnTo>
                <a:lnTo>
                  <a:pt x="60196" y="1626953"/>
                </a:lnTo>
                <a:lnTo>
                  <a:pt x="42879" y="1793525"/>
                </a:lnTo>
                <a:moveTo>
                  <a:pt x="456833" y="1739925"/>
                </a:moveTo>
                <a:lnTo>
                  <a:pt x="81636" y="1863616"/>
                </a:lnTo>
                <a:lnTo>
                  <a:pt x="79987" y="2037609"/>
                </a:lnTo>
                <a:lnTo>
                  <a:pt x="460131" y="1913093"/>
                </a:lnTo>
                <a:lnTo>
                  <a:pt x="456833" y="1739925"/>
                </a:lnTo>
                <a:moveTo>
                  <a:pt x="79987" y="2037609"/>
                </a:moveTo>
                <a:lnTo>
                  <a:pt x="416427" y="2156353"/>
                </a:lnTo>
                <a:lnTo>
                  <a:pt x="440341" y="1989782"/>
                </a:lnTo>
                <a:lnTo>
                  <a:pt x="81636" y="1863616"/>
                </a:lnTo>
                <a:lnTo>
                  <a:pt x="79987" y="2037609"/>
                </a:lnTo>
                <a:moveTo>
                  <a:pt x="440341" y="1989782"/>
                </a:moveTo>
                <a:lnTo>
                  <a:pt x="61021" y="2011221"/>
                </a:lnTo>
                <a:lnTo>
                  <a:pt x="36282" y="2177792"/>
                </a:lnTo>
                <a:lnTo>
                  <a:pt x="416427" y="2156353"/>
                </a:lnTo>
                <a:lnTo>
                  <a:pt x="440341" y="1989782"/>
                </a:lnTo>
                <a:moveTo>
                  <a:pt x="36282" y="2177792"/>
                </a:moveTo>
                <a:lnTo>
                  <a:pt x="463430" y="2336942"/>
                </a:lnTo>
                <a:lnTo>
                  <a:pt x="489817" y="2170371"/>
                </a:lnTo>
                <a:lnTo>
                  <a:pt x="61021" y="2011221"/>
                </a:lnTo>
                <a:lnTo>
                  <a:pt x="36282" y="2177792"/>
                </a:lnTo>
                <a:moveTo>
                  <a:pt x="489817" y="2170371"/>
                </a:moveTo>
                <a:lnTo>
                  <a:pt x="51125" y="2190162"/>
                </a:lnTo>
                <a:lnTo>
                  <a:pt x="25562" y="2355908"/>
                </a:lnTo>
                <a:lnTo>
                  <a:pt x="463430" y="2336942"/>
                </a:lnTo>
                <a:lnTo>
                  <a:pt x="489817" y="2170371"/>
                </a:lnTo>
                <a:moveTo>
                  <a:pt x="25562" y="2355908"/>
                </a:moveTo>
                <a:lnTo>
                  <a:pt x="464254" y="2515058"/>
                </a:lnTo>
                <a:lnTo>
                  <a:pt x="486519" y="2348487"/>
                </a:lnTo>
                <a:lnTo>
                  <a:pt x="51125" y="2190162"/>
                </a:lnTo>
                <a:lnTo>
                  <a:pt x="25562" y="2355908"/>
                </a:lnTo>
                <a:moveTo>
                  <a:pt x="486519" y="2348487"/>
                </a:moveTo>
                <a:lnTo>
                  <a:pt x="207801" y="2369926"/>
                </a:lnTo>
                <a:lnTo>
                  <a:pt x="220170" y="2534024"/>
                </a:lnTo>
                <a:lnTo>
                  <a:pt x="464254" y="2515058"/>
                </a:lnTo>
                <a:lnTo>
                  <a:pt x="486519" y="2348487"/>
                </a:lnTo>
              </a:path>
            </a:pathLst>
          </a:custGeom>
          <a:solidFill>
            <a:srgbClr val="41735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4"/>
          <p:cNvSpPr/>
          <p:nvPr/>
        </p:nvSpPr>
        <p:spPr>
          <a:xfrm>
            <a:off x="2788015" y="2906279"/>
            <a:ext cx="610210" cy="2481249"/>
          </a:xfrm>
          <a:custGeom>
            <a:avLst/>
            <a:gdLst/>
            <a:ahLst/>
            <a:cxnLst/>
            <a:rect l="l" t="t" r="r" b="b"/>
            <a:pathLst>
              <a:path w="610210" h="2481249" extrusionOk="0">
                <a:moveTo>
                  <a:pt x="109673" y="197906"/>
                </a:moveTo>
                <a:lnTo>
                  <a:pt x="109673" y="2275921"/>
                </a:lnTo>
                <a:lnTo>
                  <a:pt x="505485" y="2275921"/>
                </a:lnTo>
                <a:lnTo>
                  <a:pt x="505485" y="197906"/>
                </a:lnTo>
                <a:close/>
                <a:moveTo>
                  <a:pt x="60196" y="98953"/>
                </a:moveTo>
                <a:lnTo>
                  <a:pt x="10719" y="98953"/>
                </a:lnTo>
                <a:lnTo>
                  <a:pt x="10719" y="0"/>
                </a:lnTo>
                <a:lnTo>
                  <a:pt x="604438" y="0"/>
                </a:lnTo>
                <a:lnTo>
                  <a:pt x="604438" y="98953"/>
                </a:lnTo>
                <a:lnTo>
                  <a:pt x="554962" y="98953"/>
                </a:lnTo>
                <a:close/>
                <a:moveTo>
                  <a:pt x="554962" y="2374874"/>
                </a:moveTo>
                <a:lnTo>
                  <a:pt x="604438" y="2374874"/>
                </a:lnTo>
                <a:lnTo>
                  <a:pt x="604438" y="2473827"/>
                </a:lnTo>
                <a:lnTo>
                  <a:pt x="10719" y="2473827"/>
                </a:lnTo>
                <a:lnTo>
                  <a:pt x="10719" y="2374874"/>
                </a:lnTo>
                <a:lnTo>
                  <a:pt x="60196" y="2374874"/>
                </a:lnTo>
                <a:close/>
                <a:moveTo>
                  <a:pt x="554962" y="2374874"/>
                </a:moveTo>
                <a:lnTo>
                  <a:pt x="60196" y="2374874"/>
                </a:lnTo>
                <a:lnTo>
                  <a:pt x="60196" y="2275921"/>
                </a:lnTo>
                <a:lnTo>
                  <a:pt x="109673" y="2275921"/>
                </a:lnTo>
                <a:lnTo>
                  <a:pt x="505485" y="2275921"/>
                </a:lnTo>
                <a:lnTo>
                  <a:pt x="554962" y="2275921"/>
                </a:lnTo>
                <a:close/>
                <a:moveTo>
                  <a:pt x="554962" y="98953"/>
                </a:moveTo>
                <a:lnTo>
                  <a:pt x="554962" y="197906"/>
                </a:lnTo>
                <a:lnTo>
                  <a:pt x="505485" y="197906"/>
                </a:lnTo>
                <a:lnTo>
                  <a:pt x="109673" y="197906"/>
                </a:lnTo>
                <a:lnTo>
                  <a:pt x="60196" y="197906"/>
                </a:lnTo>
                <a:lnTo>
                  <a:pt x="60196" y="98953"/>
                </a:lnTo>
                <a:close/>
                <a:moveTo>
                  <a:pt x="109673" y="197906"/>
                </a:moveTo>
                <a:cubicBezTo>
                  <a:pt x="241610" y="194607"/>
                  <a:pt x="373547" y="201204"/>
                  <a:pt x="505485" y="197906"/>
                </a:cubicBezTo>
                <a:cubicBezTo>
                  <a:pt x="511257" y="324071"/>
                  <a:pt x="507959" y="450236"/>
                  <a:pt x="505485" y="577226"/>
                </a:cubicBezTo>
                <a:cubicBezTo>
                  <a:pt x="503011" y="708339"/>
                  <a:pt x="515380" y="839452"/>
                  <a:pt x="505485" y="970565"/>
                </a:cubicBezTo>
                <a:cubicBezTo>
                  <a:pt x="494765" y="1107450"/>
                  <a:pt x="507134" y="1245159"/>
                  <a:pt x="505485" y="1382045"/>
                </a:cubicBezTo>
                <a:cubicBezTo>
                  <a:pt x="503836" y="1533773"/>
                  <a:pt x="520328" y="1685501"/>
                  <a:pt x="505485" y="1836404"/>
                </a:cubicBezTo>
                <a:cubicBezTo>
                  <a:pt x="490642" y="1982360"/>
                  <a:pt x="503011" y="2129141"/>
                  <a:pt x="505485" y="2275921"/>
                </a:cubicBezTo>
                <a:cubicBezTo>
                  <a:pt x="374372" y="2292413"/>
                  <a:pt x="240785" y="2290764"/>
                  <a:pt x="109673" y="2275921"/>
                </a:cubicBezTo>
                <a:cubicBezTo>
                  <a:pt x="108023" y="2124193"/>
                  <a:pt x="106374" y="1972465"/>
                  <a:pt x="109673" y="1820737"/>
                </a:cubicBezTo>
                <a:cubicBezTo>
                  <a:pt x="112146" y="1677255"/>
                  <a:pt x="97303" y="1532948"/>
                  <a:pt x="109673" y="1389466"/>
                </a:cubicBezTo>
                <a:cubicBezTo>
                  <a:pt x="121217" y="1254230"/>
                  <a:pt x="102251" y="1117345"/>
                  <a:pt x="109673" y="981284"/>
                </a:cubicBezTo>
                <a:cubicBezTo>
                  <a:pt x="117094" y="850172"/>
                  <a:pt x="122042" y="716585"/>
                  <a:pt x="109673" y="585472"/>
                </a:cubicBezTo>
                <a:cubicBezTo>
                  <a:pt x="98128" y="456833"/>
                  <a:pt x="99777" y="326545"/>
                  <a:pt x="109673" y="197906"/>
                </a:cubicBezTo>
                <a:moveTo>
                  <a:pt x="60196" y="98953"/>
                </a:moveTo>
                <a:cubicBezTo>
                  <a:pt x="225118" y="107199"/>
                  <a:pt x="390040" y="108848"/>
                  <a:pt x="554962" y="98953"/>
                </a:cubicBezTo>
                <a:cubicBezTo>
                  <a:pt x="571454" y="98128"/>
                  <a:pt x="587946" y="101426"/>
                  <a:pt x="604438" y="98953"/>
                </a:cubicBezTo>
                <a:cubicBezTo>
                  <a:pt x="610210" y="66793"/>
                  <a:pt x="597841" y="32159"/>
                  <a:pt x="604438" y="0"/>
                </a:cubicBezTo>
                <a:cubicBezTo>
                  <a:pt x="406532" y="12369"/>
                  <a:pt x="208626" y="8246"/>
                  <a:pt x="10719" y="0"/>
                </a:cubicBezTo>
                <a:cubicBezTo>
                  <a:pt x="13193" y="32984"/>
                  <a:pt x="8246" y="65968"/>
                  <a:pt x="10719" y="98953"/>
                </a:cubicBezTo>
                <a:cubicBezTo>
                  <a:pt x="27212" y="97303"/>
                  <a:pt x="43704" y="99777"/>
                  <a:pt x="60196" y="98953"/>
                </a:cubicBezTo>
                <a:moveTo>
                  <a:pt x="554962" y="2374874"/>
                </a:moveTo>
                <a:cubicBezTo>
                  <a:pt x="390864" y="2361680"/>
                  <a:pt x="224293" y="2359206"/>
                  <a:pt x="60196" y="2374874"/>
                </a:cubicBezTo>
                <a:cubicBezTo>
                  <a:pt x="43704" y="2376523"/>
                  <a:pt x="27212" y="2377348"/>
                  <a:pt x="10719" y="2374874"/>
                </a:cubicBezTo>
                <a:cubicBezTo>
                  <a:pt x="0" y="2406209"/>
                  <a:pt x="9070" y="2440843"/>
                  <a:pt x="10719" y="2473827"/>
                </a:cubicBezTo>
                <a:cubicBezTo>
                  <a:pt x="208626" y="2481249"/>
                  <a:pt x="406532" y="2475476"/>
                  <a:pt x="604438" y="2473827"/>
                </a:cubicBezTo>
                <a:cubicBezTo>
                  <a:pt x="601964" y="2440843"/>
                  <a:pt x="608561" y="2407858"/>
                  <a:pt x="604438" y="2374874"/>
                </a:cubicBezTo>
                <a:cubicBezTo>
                  <a:pt x="587946" y="2374874"/>
                  <a:pt x="571454" y="2374874"/>
                  <a:pt x="554962" y="2374874"/>
                </a:cubicBezTo>
                <a:moveTo>
                  <a:pt x="554962" y="2374874"/>
                </a:moveTo>
                <a:cubicBezTo>
                  <a:pt x="554137" y="2341890"/>
                  <a:pt x="559909" y="2308905"/>
                  <a:pt x="554962" y="2275921"/>
                </a:cubicBezTo>
                <a:cubicBezTo>
                  <a:pt x="538469" y="2272623"/>
                  <a:pt x="521153" y="2270149"/>
                  <a:pt x="505485" y="2275921"/>
                </a:cubicBezTo>
                <a:cubicBezTo>
                  <a:pt x="380969" y="2320450"/>
                  <a:pt x="240785" y="2261903"/>
                  <a:pt x="109673" y="2275921"/>
                </a:cubicBezTo>
                <a:cubicBezTo>
                  <a:pt x="93180" y="2277570"/>
                  <a:pt x="75864" y="2280869"/>
                  <a:pt x="60196" y="2275921"/>
                </a:cubicBezTo>
                <a:cubicBezTo>
                  <a:pt x="60196" y="2308905"/>
                  <a:pt x="61021" y="2341890"/>
                  <a:pt x="60196" y="2374874"/>
                </a:cubicBezTo>
                <a:cubicBezTo>
                  <a:pt x="225118" y="2383945"/>
                  <a:pt x="390040" y="2365803"/>
                  <a:pt x="554962" y="2374874"/>
                </a:cubicBezTo>
                <a:moveTo>
                  <a:pt x="554962" y="98953"/>
                </a:moveTo>
                <a:cubicBezTo>
                  <a:pt x="390040" y="97303"/>
                  <a:pt x="225118" y="110497"/>
                  <a:pt x="60196" y="98953"/>
                </a:cubicBezTo>
                <a:cubicBezTo>
                  <a:pt x="47827" y="129463"/>
                  <a:pt x="48651" y="166571"/>
                  <a:pt x="60196" y="197906"/>
                </a:cubicBezTo>
                <a:cubicBezTo>
                  <a:pt x="76688" y="197906"/>
                  <a:pt x="93180" y="197081"/>
                  <a:pt x="109673" y="197906"/>
                </a:cubicBezTo>
                <a:cubicBezTo>
                  <a:pt x="241610" y="202853"/>
                  <a:pt x="373547" y="187186"/>
                  <a:pt x="505485" y="197906"/>
                </a:cubicBezTo>
                <a:cubicBezTo>
                  <a:pt x="521977" y="199555"/>
                  <a:pt x="539294" y="192958"/>
                  <a:pt x="554962" y="197906"/>
                </a:cubicBezTo>
                <a:cubicBezTo>
                  <a:pt x="564032" y="165746"/>
                  <a:pt x="546715" y="131112"/>
                  <a:pt x="554962" y="98953"/>
                </a:cubicBezTo>
              </a:path>
            </a:pathLst>
          </a:custGeom>
          <a:noFill/>
          <a:ln w="24725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7259871" y="2326332"/>
            <a:ext cx="225848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Individual donor records used for</a:t>
            </a:r>
            <a:br>
              <a:rPr lang="en-US" sz="1000" b="0" i="0" u="none" strike="noStrike" cap="none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000" b="0" i="0" u="none" strike="noStrike" cap="none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analysis.</a:t>
            </a:r>
            <a:endParaRPr dirty="0"/>
          </a:p>
        </p:txBody>
      </p:sp>
      <p:sp>
        <p:nvSpPr>
          <p:cNvPr id="130" name="Google Shape;130;p14"/>
          <p:cNvSpPr txBox="1"/>
          <p:nvPr/>
        </p:nvSpPr>
        <p:spPr>
          <a:xfrm>
            <a:off x="7259871" y="2039037"/>
            <a:ext cx="172643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Unit of Analysis</a:t>
            </a:r>
            <a:endParaRPr dirty="0"/>
          </a:p>
        </p:txBody>
      </p:sp>
      <p:sp>
        <p:nvSpPr>
          <p:cNvPr id="131" name="Google Shape;131;p14"/>
          <p:cNvSpPr txBox="1"/>
          <p:nvPr/>
        </p:nvSpPr>
        <p:spPr>
          <a:xfrm>
            <a:off x="4947667" y="930435"/>
            <a:ext cx="254641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Dataset Framework</a:t>
            </a:r>
            <a:endParaRPr dirty="0"/>
          </a:p>
        </p:txBody>
      </p:sp>
      <p:sp>
        <p:nvSpPr>
          <p:cNvPr id="132" name="Google Shape;132;p14"/>
          <p:cNvSpPr txBox="1"/>
          <p:nvPr/>
        </p:nvSpPr>
        <p:spPr>
          <a:xfrm>
            <a:off x="7259871" y="5492831"/>
            <a:ext cx="234439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Weak signals, heterogeneity, and</a:t>
            </a:r>
            <a:br>
              <a:rPr lang="en-US" sz="1000" b="0" i="0" u="none" strike="noStrike" cap="none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000" b="0" i="0" u="none" strike="noStrike" cap="none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uncertainty.</a:t>
            </a:r>
            <a:endParaRPr dirty="0"/>
          </a:p>
        </p:txBody>
      </p:sp>
      <p:sp>
        <p:nvSpPr>
          <p:cNvPr id="133" name="Google Shape;133;p14"/>
          <p:cNvSpPr txBox="1"/>
          <p:nvPr/>
        </p:nvSpPr>
        <p:spPr>
          <a:xfrm>
            <a:off x="7259870" y="2830663"/>
            <a:ext cx="164468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Target Variable</a:t>
            </a:r>
            <a:endParaRPr dirty="0"/>
          </a:p>
        </p:txBody>
      </p:sp>
      <p:sp>
        <p:nvSpPr>
          <p:cNvPr id="134" name="Google Shape;134;p14"/>
          <p:cNvSpPr txBox="1"/>
          <p:nvPr/>
        </p:nvSpPr>
        <p:spPr>
          <a:xfrm>
            <a:off x="7259871" y="3117957"/>
            <a:ext cx="19270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Binary classification of donor</a:t>
            </a:r>
            <a:br>
              <a:rPr lang="en-US" sz="1000" b="0" i="0" u="none" strike="noStrike" cap="none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000" b="0" i="0" u="none" strike="noStrike" cap="none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availability.</a:t>
            </a:r>
            <a:endParaRPr dirty="0"/>
          </a:p>
        </p:txBody>
      </p:sp>
      <p:sp>
        <p:nvSpPr>
          <p:cNvPr id="135" name="Google Shape;135;p14"/>
          <p:cNvSpPr txBox="1"/>
          <p:nvPr/>
        </p:nvSpPr>
        <p:spPr>
          <a:xfrm>
            <a:off x="7259871" y="3622287"/>
            <a:ext cx="172643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Class Distribution</a:t>
            </a:r>
            <a:endParaRPr dirty="0"/>
          </a:p>
        </p:txBody>
      </p:sp>
      <p:sp>
        <p:nvSpPr>
          <p:cNvPr id="136" name="Google Shape;136;p14"/>
          <p:cNvSpPr txBox="1"/>
          <p:nvPr/>
        </p:nvSpPr>
        <p:spPr>
          <a:xfrm>
            <a:off x="7259870" y="3909582"/>
            <a:ext cx="21909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Balanced distribution of donor</a:t>
            </a:r>
            <a:br>
              <a:rPr lang="en-US" sz="1000" b="0" i="0" u="none" strike="noStrike" cap="none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000" b="0" i="0" u="none" strike="noStrike" cap="none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availability.</a:t>
            </a:r>
            <a:endParaRPr dirty="0"/>
          </a:p>
        </p:txBody>
      </p:sp>
      <p:sp>
        <p:nvSpPr>
          <p:cNvPr id="137" name="Google Shape;137;p14"/>
          <p:cNvSpPr txBox="1"/>
          <p:nvPr/>
        </p:nvSpPr>
        <p:spPr>
          <a:xfrm>
            <a:off x="7259871" y="4413913"/>
            <a:ext cx="192708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Feature Categories</a:t>
            </a:r>
            <a:endParaRPr dirty="0"/>
          </a:p>
        </p:txBody>
      </p:sp>
      <p:sp>
        <p:nvSpPr>
          <p:cNvPr id="138" name="Google Shape;138;p14"/>
          <p:cNvSpPr txBox="1"/>
          <p:nvPr/>
        </p:nvSpPr>
        <p:spPr>
          <a:xfrm>
            <a:off x="7259871" y="4701206"/>
            <a:ext cx="21909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Donor profile, donation history,</a:t>
            </a:r>
            <a:br>
              <a:rPr lang="en-US" sz="1000" b="0" i="0" u="none" strike="noStrike" cap="none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000" b="0" i="0" u="none" strike="noStrike" cap="none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pints donated</a:t>
            </a:r>
            <a:endParaRPr lang="en-US" dirty="0"/>
          </a:p>
        </p:txBody>
      </p:sp>
      <p:sp>
        <p:nvSpPr>
          <p:cNvPr id="139" name="Google Shape;139;p14"/>
          <p:cNvSpPr txBox="1"/>
          <p:nvPr/>
        </p:nvSpPr>
        <p:spPr>
          <a:xfrm>
            <a:off x="7259871" y="5205537"/>
            <a:ext cx="209381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Modelling Challenges</a:t>
            </a:r>
            <a:endParaRPr dirty="0"/>
          </a:p>
        </p:txBody>
      </p:sp>
      <p:sp>
        <p:nvSpPr>
          <p:cNvPr id="140" name="Google Shape;140;p14"/>
          <p:cNvSpPr/>
          <p:nvPr/>
        </p:nvSpPr>
        <p:spPr>
          <a:xfrm>
            <a:off x="6745315" y="2006631"/>
            <a:ext cx="389215" cy="390864"/>
          </a:xfrm>
          <a:custGeom>
            <a:avLst/>
            <a:gdLst/>
            <a:ahLst/>
            <a:cxnLst/>
            <a:rect l="l" t="t" r="r" b="b"/>
            <a:pathLst>
              <a:path w="389215" h="390864" extrusionOk="0">
                <a:moveTo>
                  <a:pt x="331898" y="219756"/>
                </a:moveTo>
                <a:lnTo>
                  <a:pt x="331898" y="272871"/>
                </a:lnTo>
                <a:lnTo>
                  <a:pt x="385011" y="272871"/>
                </a:lnTo>
                <a:lnTo>
                  <a:pt x="385011" y="335409"/>
                </a:lnTo>
                <a:lnTo>
                  <a:pt x="331898" y="335409"/>
                </a:lnTo>
                <a:lnTo>
                  <a:pt x="331898" y="388521"/>
                </a:lnTo>
                <a:lnTo>
                  <a:pt x="269360" y="388521"/>
                </a:lnTo>
                <a:lnTo>
                  <a:pt x="269360" y="335409"/>
                </a:lnTo>
                <a:lnTo>
                  <a:pt x="216247" y="335409"/>
                </a:lnTo>
                <a:lnTo>
                  <a:pt x="216247" y="272871"/>
                </a:lnTo>
                <a:lnTo>
                  <a:pt x="269360" y="272871"/>
                </a:lnTo>
                <a:lnTo>
                  <a:pt x="269360" y="219756"/>
                </a:lnTo>
                <a:close/>
                <a:moveTo>
                  <a:pt x="289520" y="169650"/>
                </a:moveTo>
                <a:lnTo>
                  <a:pt x="289520" y="92560"/>
                </a:lnTo>
                <a:cubicBezTo>
                  <a:pt x="289518" y="86004"/>
                  <a:pt x="286914" y="79716"/>
                  <a:pt x="282280" y="75079"/>
                </a:cubicBezTo>
                <a:lnTo>
                  <a:pt x="234914" y="27713"/>
                </a:lnTo>
                <a:cubicBezTo>
                  <a:pt x="230277" y="23078"/>
                  <a:pt x="223988" y="20474"/>
                  <a:pt x="217432" y="20473"/>
                </a:cubicBezTo>
                <a:lnTo>
                  <a:pt x="42137" y="20473"/>
                </a:lnTo>
                <a:cubicBezTo>
                  <a:pt x="35576" y="20473"/>
                  <a:pt x="29283" y="23079"/>
                  <a:pt x="24644" y="27719"/>
                </a:cubicBezTo>
                <a:cubicBezTo>
                  <a:pt x="20005" y="32358"/>
                  <a:pt x="17398" y="38650"/>
                  <a:pt x="17398" y="45211"/>
                </a:cubicBezTo>
                <a:lnTo>
                  <a:pt x="17398" y="317332"/>
                </a:lnTo>
                <a:cubicBezTo>
                  <a:pt x="17398" y="323893"/>
                  <a:pt x="20005" y="330186"/>
                  <a:pt x="24644" y="334825"/>
                </a:cubicBezTo>
                <a:cubicBezTo>
                  <a:pt x="29283" y="339465"/>
                  <a:pt x="35576" y="342071"/>
                  <a:pt x="42137" y="342071"/>
                </a:cubicBezTo>
                <a:lnTo>
                  <a:pt x="166348" y="342071"/>
                </a:lnTo>
                <a:moveTo>
                  <a:pt x="84267" y="219755"/>
                </a:moveTo>
                <a:lnTo>
                  <a:pt x="212166" y="219755"/>
                </a:lnTo>
                <a:cubicBezTo>
                  <a:pt x="212166" y="202794"/>
                  <a:pt x="205429" y="186528"/>
                  <a:pt x="193436" y="174535"/>
                </a:cubicBezTo>
                <a:cubicBezTo>
                  <a:pt x="181443" y="162542"/>
                  <a:pt x="165177" y="155805"/>
                  <a:pt x="148217" y="155805"/>
                </a:cubicBezTo>
                <a:cubicBezTo>
                  <a:pt x="131256" y="155805"/>
                  <a:pt x="114990" y="162542"/>
                  <a:pt x="102997" y="174535"/>
                </a:cubicBezTo>
                <a:cubicBezTo>
                  <a:pt x="91005" y="186528"/>
                  <a:pt x="84267" y="202794"/>
                  <a:pt x="84267" y="219755"/>
                </a:cubicBezTo>
                <a:close/>
                <a:moveTo>
                  <a:pt x="148218" y="155804"/>
                </a:moveTo>
                <a:cubicBezTo>
                  <a:pt x="171764" y="155804"/>
                  <a:pt x="190850" y="136716"/>
                  <a:pt x="190850" y="113171"/>
                </a:cubicBezTo>
                <a:cubicBezTo>
                  <a:pt x="190850" y="89625"/>
                  <a:pt x="171764" y="70537"/>
                  <a:pt x="148218" y="70537"/>
                </a:cubicBezTo>
                <a:cubicBezTo>
                  <a:pt x="124672" y="70537"/>
                  <a:pt x="105585" y="89625"/>
                  <a:pt x="105585" y="113171"/>
                </a:cubicBezTo>
                <a:cubicBezTo>
                  <a:pt x="105585" y="136716"/>
                  <a:pt x="124672" y="155804"/>
                  <a:pt x="148218" y="155804"/>
                </a:cubicBezTo>
                <a:close/>
                <a:moveTo>
                  <a:pt x="331492" y="219346"/>
                </a:moveTo>
                <a:cubicBezTo>
                  <a:pt x="311702" y="217696"/>
                  <a:pt x="290262" y="224293"/>
                  <a:pt x="268822" y="219346"/>
                </a:cubicBezTo>
                <a:cubicBezTo>
                  <a:pt x="270471" y="237487"/>
                  <a:pt x="273770" y="255628"/>
                  <a:pt x="268822" y="272121"/>
                </a:cubicBezTo>
                <a:cubicBezTo>
                  <a:pt x="252330" y="265524"/>
                  <a:pt x="234189" y="270471"/>
                  <a:pt x="216047" y="272121"/>
                </a:cubicBezTo>
                <a:cubicBezTo>
                  <a:pt x="217696" y="293560"/>
                  <a:pt x="209450" y="316649"/>
                  <a:pt x="216047" y="334791"/>
                </a:cubicBezTo>
                <a:cubicBezTo>
                  <a:pt x="234189" y="338089"/>
                  <a:pt x="252330" y="334791"/>
                  <a:pt x="268822" y="334791"/>
                </a:cubicBezTo>
                <a:cubicBezTo>
                  <a:pt x="270471" y="352932"/>
                  <a:pt x="273770" y="371074"/>
                  <a:pt x="268822" y="389215"/>
                </a:cubicBezTo>
                <a:cubicBezTo>
                  <a:pt x="288613" y="382618"/>
                  <a:pt x="311702" y="390864"/>
                  <a:pt x="331492" y="389215"/>
                </a:cubicBezTo>
                <a:cubicBezTo>
                  <a:pt x="333142" y="371074"/>
                  <a:pt x="336440" y="352932"/>
                  <a:pt x="331492" y="334791"/>
                </a:cubicBezTo>
                <a:cubicBezTo>
                  <a:pt x="347985" y="329843"/>
                  <a:pt x="367775" y="334791"/>
                  <a:pt x="384267" y="334791"/>
                </a:cubicBezTo>
                <a:cubicBezTo>
                  <a:pt x="389215" y="315000"/>
                  <a:pt x="382618" y="293560"/>
                  <a:pt x="384267" y="272121"/>
                </a:cubicBezTo>
                <a:cubicBezTo>
                  <a:pt x="367775" y="270471"/>
                  <a:pt x="347985" y="278717"/>
                  <a:pt x="331492" y="272121"/>
                </a:cubicBezTo>
                <a:cubicBezTo>
                  <a:pt x="329843" y="255628"/>
                  <a:pt x="329843" y="237487"/>
                  <a:pt x="331492" y="219346"/>
                </a:cubicBezTo>
                <a:moveTo>
                  <a:pt x="166571" y="341388"/>
                </a:moveTo>
                <a:cubicBezTo>
                  <a:pt x="125340" y="347985"/>
                  <a:pt x="84110" y="338089"/>
                  <a:pt x="42879" y="341388"/>
                </a:cubicBezTo>
                <a:cubicBezTo>
                  <a:pt x="36282" y="343037"/>
                  <a:pt x="29685" y="339738"/>
                  <a:pt x="24738" y="334791"/>
                </a:cubicBezTo>
                <a:cubicBezTo>
                  <a:pt x="19790" y="329843"/>
                  <a:pt x="18141" y="323246"/>
                  <a:pt x="18141" y="316649"/>
                </a:cubicBezTo>
                <a:cubicBezTo>
                  <a:pt x="0" y="227592"/>
                  <a:pt x="32984" y="135235"/>
                  <a:pt x="18141" y="44528"/>
                </a:cubicBezTo>
                <a:cubicBezTo>
                  <a:pt x="16492" y="37932"/>
                  <a:pt x="21439" y="32984"/>
                  <a:pt x="24738" y="28036"/>
                </a:cubicBezTo>
                <a:cubicBezTo>
                  <a:pt x="28036" y="21439"/>
                  <a:pt x="36282" y="23089"/>
                  <a:pt x="42879" y="19790"/>
                </a:cubicBezTo>
                <a:cubicBezTo>
                  <a:pt x="97303" y="0"/>
                  <a:pt x="158324" y="24738"/>
                  <a:pt x="217696" y="19790"/>
                </a:cubicBezTo>
                <a:cubicBezTo>
                  <a:pt x="224293" y="19790"/>
                  <a:pt x="229241" y="24738"/>
                  <a:pt x="234189" y="28036"/>
                </a:cubicBezTo>
                <a:cubicBezTo>
                  <a:pt x="255628" y="37932"/>
                  <a:pt x="268822" y="57722"/>
                  <a:pt x="282016" y="75864"/>
                </a:cubicBezTo>
                <a:cubicBezTo>
                  <a:pt x="286964" y="80811"/>
                  <a:pt x="288613" y="85759"/>
                  <a:pt x="290262" y="92356"/>
                </a:cubicBezTo>
                <a:cubicBezTo>
                  <a:pt x="296859" y="117094"/>
                  <a:pt x="298508" y="145131"/>
                  <a:pt x="290262" y="169869"/>
                </a:cubicBezTo>
                <a:moveTo>
                  <a:pt x="84110" y="219346"/>
                </a:moveTo>
                <a:cubicBezTo>
                  <a:pt x="123691" y="235838"/>
                  <a:pt x="169869" y="219346"/>
                  <a:pt x="212749" y="219346"/>
                </a:cubicBezTo>
                <a:cubicBezTo>
                  <a:pt x="216047" y="202853"/>
                  <a:pt x="204503" y="188010"/>
                  <a:pt x="192958" y="174817"/>
                </a:cubicBezTo>
                <a:cubicBezTo>
                  <a:pt x="183063" y="161623"/>
                  <a:pt x="164921" y="158324"/>
                  <a:pt x="148429" y="155026"/>
                </a:cubicBezTo>
                <a:cubicBezTo>
                  <a:pt x="131937" y="153377"/>
                  <a:pt x="108848" y="158324"/>
                  <a:pt x="102251" y="174817"/>
                </a:cubicBezTo>
                <a:cubicBezTo>
                  <a:pt x="95654" y="189660"/>
                  <a:pt x="84110" y="202853"/>
                  <a:pt x="84110" y="219346"/>
                </a:cubicBezTo>
                <a:moveTo>
                  <a:pt x="148429" y="155026"/>
                </a:moveTo>
                <a:cubicBezTo>
                  <a:pt x="171518" y="159974"/>
                  <a:pt x="186361" y="136885"/>
                  <a:pt x="191309" y="113796"/>
                </a:cubicBezTo>
                <a:cubicBezTo>
                  <a:pt x="194607" y="90707"/>
                  <a:pt x="171518" y="65968"/>
                  <a:pt x="148429" y="70916"/>
                </a:cubicBezTo>
                <a:cubicBezTo>
                  <a:pt x="125340" y="74214"/>
                  <a:pt x="97303" y="90707"/>
                  <a:pt x="105549" y="113796"/>
                </a:cubicBezTo>
                <a:cubicBezTo>
                  <a:pt x="113796" y="135235"/>
                  <a:pt x="125340" y="159974"/>
                  <a:pt x="148429" y="155026"/>
                </a:cubicBezTo>
              </a:path>
            </a:pathLst>
          </a:custGeom>
          <a:noFill/>
          <a:ln w="12350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/>
          <p:nvPr/>
        </p:nvSpPr>
        <p:spPr>
          <a:xfrm>
            <a:off x="6761807" y="3609671"/>
            <a:ext cx="374372" cy="366126"/>
          </a:xfrm>
          <a:custGeom>
            <a:avLst/>
            <a:gdLst/>
            <a:ahLst/>
            <a:cxnLst/>
            <a:rect l="l" t="t" r="r" b="b"/>
            <a:pathLst>
              <a:path w="374372" h="366126" extrusionOk="0">
                <a:moveTo>
                  <a:pt x="275435" y="37602"/>
                </a:moveTo>
                <a:cubicBezTo>
                  <a:pt x="275435" y="16871"/>
                  <a:pt x="292241" y="65"/>
                  <a:pt x="312972" y="65"/>
                </a:cubicBezTo>
                <a:cubicBezTo>
                  <a:pt x="333702" y="65"/>
                  <a:pt x="350508" y="16871"/>
                  <a:pt x="350508" y="37602"/>
                </a:cubicBezTo>
                <a:cubicBezTo>
                  <a:pt x="350508" y="58332"/>
                  <a:pt x="333702" y="75138"/>
                  <a:pt x="312972" y="75138"/>
                </a:cubicBezTo>
                <a:cubicBezTo>
                  <a:pt x="292241" y="75138"/>
                  <a:pt x="275435" y="58332"/>
                  <a:pt x="275435" y="37602"/>
                </a:cubicBezTo>
                <a:moveTo>
                  <a:pt x="369292" y="154911"/>
                </a:moveTo>
                <a:cubicBezTo>
                  <a:pt x="368767" y="124186"/>
                  <a:pt x="343709" y="99554"/>
                  <a:pt x="312980" y="99554"/>
                </a:cubicBezTo>
                <a:cubicBezTo>
                  <a:pt x="282251" y="99554"/>
                  <a:pt x="257193" y="124186"/>
                  <a:pt x="256667" y="154911"/>
                </a:cubicBezTo>
                <a:moveTo>
                  <a:pt x="275435" y="248751"/>
                </a:moveTo>
                <a:cubicBezTo>
                  <a:pt x="275435" y="228020"/>
                  <a:pt x="292241" y="211215"/>
                  <a:pt x="312972" y="211215"/>
                </a:cubicBezTo>
                <a:cubicBezTo>
                  <a:pt x="333702" y="211215"/>
                  <a:pt x="350508" y="228020"/>
                  <a:pt x="350508" y="248751"/>
                </a:cubicBezTo>
                <a:cubicBezTo>
                  <a:pt x="350508" y="269482"/>
                  <a:pt x="333702" y="286287"/>
                  <a:pt x="312972" y="286287"/>
                </a:cubicBezTo>
                <a:cubicBezTo>
                  <a:pt x="292241" y="286287"/>
                  <a:pt x="275435" y="269482"/>
                  <a:pt x="275435" y="248751"/>
                </a:cubicBezTo>
                <a:moveTo>
                  <a:pt x="369292" y="366126"/>
                </a:moveTo>
                <a:cubicBezTo>
                  <a:pt x="368767" y="335401"/>
                  <a:pt x="343709" y="310769"/>
                  <a:pt x="312980" y="310769"/>
                </a:cubicBezTo>
                <a:cubicBezTo>
                  <a:pt x="282251" y="310769"/>
                  <a:pt x="257193" y="335401"/>
                  <a:pt x="256667" y="366126"/>
                </a:cubicBezTo>
                <a:moveTo>
                  <a:pt x="131" y="211875"/>
                </a:moveTo>
                <a:cubicBezTo>
                  <a:pt x="131" y="148116"/>
                  <a:pt x="51818" y="96429"/>
                  <a:pt x="115577" y="96429"/>
                </a:cubicBezTo>
                <a:cubicBezTo>
                  <a:pt x="179335" y="96429"/>
                  <a:pt x="231022" y="148116"/>
                  <a:pt x="231022" y="211875"/>
                </a:cubicBezTo>
                <a:cubicBezTo>
                  <a:pt x="231022" y="275633"/>
                  <a:pt x="179335" y="327320"/>
                  <a:pt x="115577" y="327320"/>
                </a:cubicBezTo>
                <a:cubicBezTo>
                  <a:pt x="51818" y="327320"/>
                  <a:pt x="131" y="275633"/>
                  <a:pt x="131" y="211875"/>
                </a:cubicBezTo>
                <a:moveTo>
                  <a:pt x="115577" y="96429"/>
                </a:moveTo>
                <a:lnTo>
                  <a:pt x="115577" y="211875"/>
                </a:lnTo>
                <a:lnTo>
                  <a:pt x="39564" y="298755"/>
                </a:lnTo>
                <a:moveTo>
                  <a:pt x="231022" y="211875"/>
                </a:moveTo>
                <a:lnTo>
                  <a:pt x="115577" y="211875"/>
                </a:lnTo>
                <a:moveTo>
                  <a:pt x="275419" y="37932"/>
                </a:moveTo>
                <a:cubicBezTo>
                  <a:pt x="272121" y="57722"/>
                  <a:pt x="291911" y="74214"/>
                  <a:pt x="313351" y="75864"/>
                </a:cubicBezTo>
                <a:cubicBezTo>
                  <a:pt x="333142" y="75864"/>
                  <a:pt x="343037" y="57722"/>
                  <a:pt x="351283" y="37932"/>
                </a:cubicBezTo>
                <a:cubicBezTo>
                  <a:pt x="357880" y="18141"/>
                  <a:pt x="333142" y="0"/>
                  <a:pt x="313351" y="0"/>
                </a:cubicBezTo>
                <a:cubicBezTo>
                  <a:pt x="291911" y="0"/>
                  <a:pt x="275419" y="16492"/>
                  <a:pt x="275419" y="37932"/>
                </a:cubicBezTo>
                <a:moveTo>
                  <a:pt x="369424" y="155026"/>
                </a:moveTo>
                <a:cubicBezTo>
                  <a:pt x="374372" y="123691"/>
                  <a:pt x="343037" y="102251"/>
                  <a:pt x="313351" y="98953"/>
                </a:cubicBezTo>
                <a:cubicBezTo>
                  <a:pt x="282016" y="97303"/>
                  <a:pt x="257278" y="123691"/>
                  <a:pt x="257278" y="155026"/>
                </a:cubicBezTo>
                <a:moveTo>
                  <a:pt x="275419" y="249031"/>
                </a:moveTo>
                <a:cubicBezTo>
                  <a:pt x="275419" y="268822"/>
                  <a:pt x="291911" y="282016"/>
                  <a:pt x="313351" y="286963"/>
                </a:cubicBezTo>
                <a:cubicBezTo>
                  <a:pt x="333142" y="290262"/>
                  <a:pt x="346335" y="268822"/>
                  <a:pt x="351283" y="249031"/>
                </a:cubicBezTo>
                <a:cubicBezTo>
                  <a:pt x="354581" y="227592"/>
                  <a:pt x="333142" y="206152"/>
                  <a:pt x="313351" y="211099"/>
                </a:cubicBezTo>
                <a:cubicBezTo>
                  <a:pt x="293560" y="216047"/>
                  <a:pt x="282016" y="229241"/>
                  <a:pt x="275419" y="249031"/>
                </a:cubicBezTo>
                <a:moveTo>
                  <a:pt x="369424" y="366126"/>
                </a:moveTo>
                <a:cubicBezTo>
                  <a:pt x="369424" y="334791"/>
                  <a:pt x="343037" y="318299"/>
                  <a:pt x="313351" y="310053"/>
                </a:cubicBezTo>
                <a:cubicBezTo>
                  <a:pt x="283665" y="303456"/>
                  <a:pt x="262225" y="336440"/>
                  <a:pt x="257278" y="366126"/>
                </a:cubicBezTo>
                <a:moveTo>
                  <a:pt x="0" y="211099"/>
                </a:moveTo>
                <a:cubicBezTo>
                  <a:pt x="8246" y="275419"/>
                  <a:pt x="52774" y="315000"/>
                  <a:pt x="115445" y="326545"/>
                </a:cubicBezTo>
                <a:cubicBezTo>
                  <a:pt x="178115" y="339738"/>
                  <a:pt x="234189" y="275419"/>
                  <a:pt x="230890" y="211099"/>
                </a:cubicBezTo>
                <a:cubicBezTo>
                  <a:pt x="227592" y="148429"/>
                  <a:pt x="179764" y="100602"/>
                  <a:pt x="115445" y="95654"/>
                </a:cubicBezTo>
                <a:cubicBezTo>
                  <a:pt x="52774" y="92356"/>
                  <a:pt x="11544" y="148429"/>
                  <a:pt x="0" y="211099"/>
                </a:cubicBezTo>
                <a:moveTo>
                  <a:pt x="115445" y="95654"/>
                </a:moveTo>
                <a:cubicBezTo>
                  <a:pt x="102251" y="131937"/>
                  <a:pt x="100602" y="176466"/>
                  <a:pt x="115445" y="211099"/>
                </a:cubicBezTo>
                <a:cubicBezTo>
                  <a:pt x="82460" y="232539"/>
                  <a:pt x="61021" y="267173"/>
                  <a:pt x="39581" y="298508"/>
                </a:cubicBezTo>
                <a:moveTo>
                  <a:pt x="230890" y="211099"/>
                </a:moveTo>
                <a:cubicBezTo>
                  <a:pt x="192958" y="214398"/>
                  <a:pt x="153377" y="219346"/>
                  <a:pt x="115445" y="211099"/>
                </a:cubicBezTo>
              </a:path>
            </a:pathLst>
          </a:custGeom>
          <a:noFill/>
          <a:ln w="12350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6743666" y="4394699"/>
            <a:ext cx="394163" cy="382618"/>
          </a:xfrm>
          <a:custGeom>
            <a:avLst/>
            <a:gdLst/>
            <a:ahLst/>
            <a:cxnLst/>
            <a:rect l="l" t="t" r="r" b="b"/>
            <a:pathLst>
              <a:path w="394163" h="382618" extrusionOk="0">
                <a:moveTo>
                  <a:pt x="13193" y="197906"/>
                </a:moveTo>
                <a:cubicBezTo>
                  <a:pt x="13193" y="156918"/>
                  <a:pt x="46420" y="123691"/>
                  <a:pt x="87408" y="123691"/>
                </a:cubicBezTo>
                <a:cubicBezTo>
                  <a:pt x="128396" y="123691"/>
                  <a:pt x="161623" y="156918"/>
                  <a:pt x="161623" y="197906"/>
                </a:cubicBezTo>
                <a:cubicBezTo>
                  <a:pt x="161623" y="238893"/>
                  <a:pt x="128396" y="272121"/>
                  <a:pt x="87408" y="272121"/>
                </a:cubicBezTo>
                <a:cubicBezTo>
                  <a:pt x="46420" y="272121"/>
                  <a:pt x="13193" y="238893"/>
                  <a:pt x="13193" y="197906"/>
                </a:cubicBezTo>
                <a:moveTo>
                  <a:pt x="161623" y="74214"/>
                </a:moveTo>
                <a:cubicBezTo>
                  <a:pt x="161623" y="33227"/>
                  <a:pt x="194850" y="0"/>
                  <a:pt x="235838" y="0"/>
                </a:cubicBezTo>
                <a:cubicBezTo>
                  <a:pt x="276825" y="0"/>
                  <a:pt x="310053" y="33227"/>
                  <a:pt x="310053" y="74214"/>
                </a:cubicBezTo>
                <a:cubicBezTo>
                  <a:pt x="310053" y="115202"/>
                  <a:pt x="276825" y="148429"/>
                  <a:pt x="235838" y="148429"/>
                </a:cubicBezTo>
                <a:cubicBezTo>
                  <a:pt x="194850" y="148429"/>
                  <a:pt x="161623" y="115202"/>
                  <a:pt x="161623" y="74214"/>
                </a:cubicBezTo>
                <a:moveTo>
                  <a:pt x="252330" y="57722"/>
                </a:moveTo>
                <a:cubicBezTo>
                  <a:pt x="252330" y="48614"/>
                  <a:pt x="244946" y="41230"/>
                  <a:pt x="235838" y="41230"/>
                </a:cubicBezTo>
                <a:lnTo>
                  <a:pt x="219346" y="41230"/>
                </a:lnTo>
                <a:lnTo>
                  <a:pt x="219346" y="74214"/>
                </a:lnTo>
                <a:lnTo>
                  <a:pt x="235838" y="74214"/>
                </a:lnTo>
                <a:cubicBezTo>
                  <a:pt x="244946" y="74214"/>
                  <a:pt x="252330" y="66831"/>
                  <a:pt x="252330" y="57722"/>
                </a:cubicBezTo>
                <a:close/>
                <a:moveTo>
                  <a:pt x="252330" y="90707"/>
                </a:moveTo>
                <a:cubicBezTo>
                  <a:pt x="252330" y="81598"/>
                  <a:pt x="244946" y="74214"/>
                  <a:pt x="235838" y="74214"/>
                </a:cubicBezTo>
                <a:lnTo>
                  <a:pt x="219346" y="74214"/>
                </a:lnTo>
                <a:lnTo>
                  <a:pt x="219346" y="107199"/>
                </a:lnTo>
                <a:lnTo>
                  <a:pt x="235838" y="107199"/>
                </a:lnTo>
                <a:cubicBezTo>
                  <a:pt x="244946" y="107199"/>
                  <a:pt x="252330" y="99815"/>
                  <a:pt x="252330" y="90707"/>
                </a:cubicBezTo>
                <a:close/>
                <a:moveTo>
                  <a:pt x="103900" y="230890"/>
                </a:moveTo>
                <a:lnTo>
                  <a:pt x="103900" y="181414"/>
                </a:lnTo>
                <a:cubicBezTo>
                  <a:pt x="103900" y="172305"/>
                  <a:pt x="96516" y="164921"/>
                  <a:pt x="87408" y="164921"/>
                </a:cubicBezTo>
                <a:cubicBezTo>
                  <a:pt x="78300" y="164921"/>
                  <a:pt x="70916" y="172305"/>
                  <a:pt x="70916" y="181414"/>
                </a:cubicBezTo>
                <a:lnTo>
                  <a:pt x="70916" y="230890"/>
                </a:lnTo>
                <a:moveTo>
                  <a:pt x="70916" y="206152"/>
                </a:moveTo>
                <a:lnTo>
                  <a:pt x="103900" y="206152"/>
                </a:lnTo>
                <a:moveTo>
                  <a:pt x="376021" y="247382"/>
                </a:moveTo>
                <a:cubicBezTo>
                  <a:pt x="385130" y="247382"/>
                  <a:pt x="392513" y="254766"/>
                  <a:pt x="392513" y="263874"/>
                </a:cubicBezTo>
                <a:lnTo>
                  <a:pt x="392513" y="313351"/>
                </a:lnTo>
                <a:cubicBezTo>
                  <a:pt x="392513" y="322459"/>
                  <a:pt x="385130" y="329843"/>
                  <a:pt x="376021" y="329843"/>
                </a:cubicBezTo>
                <a:lnTo>
                  <a:pt x="343037" y="329843"/>
                </a:lnTo>
                <a:lnTo>
                  <a:pt x="343037" y="362828"/>
                </a:lnTo>
                <a:cubicBezTo>
                  <a:pt x="343037" y="371936"/>
                  <a:pt x="335653" y="379320"/>
                  <a:pt x="326545" y="379320"/>
                </a:cubicBezTo>
                <a:lnTo>
                  <a:pt x="277068" y="379320"/>
                </a:lnTo>
                <a:cubicBezTo>
                  <a:pt x="267960" y="379320"/>
                  <a:pt x="260576" y="371936"/>
                  <a:pt x="260576" y="362828"/>
                </a:cubicBezTo>
                <a:lnTo>
                  <a:pt x="260576" y="329843"/>
                </a:lnTo>
                <a:lnTo>
                  <a:pt x="227592" y="329843"/>
                </a:lnTo>
                <a:cubicBezTo>
                  <a:pt x="218483" y="329843"/>
                  <a:pt x="211099" y="322459"/>
                  <a:pt x="211099" y="313351"/>
                </a:cubicBezTo>
                <a:lnTo>
                  <a:pt x="211099" y="263874"/>
                </a:lnTo>
                <a:cubicBezTo>
                  <a:pt x="211099" y="254766"/>
                  <a:pt x="218483" y="247382"/>
                  <a:pt x="227592" y="247382"/>
                </a:cubicBezTo>
                <a:lnTo>
                  <a:pt x="260576" y="247382"/>
                </a:lnTo>
                <a:lnTo>
                  <a:pt x="260576" y="214398"/>
                </a:lnTo>
                <a:cubicBezTo>
                  <a:pt x="260576" y="205290"/>
                  <a:pt x="267960" y="197906"/>
                  <a:pt x="277068" y="197906"/>
                </a:cubicBezTo>
                <a:lnTo>
                  <a:pt x="326545" y="197906"/>
                </a:lnTo>
                <a:cubicBezTo>
                  <a:pt x="335653" y="197906"/>
                  <a:pt x="343037" y="205290"/>
                  <a:pt x="343037" y="214398"/>
                </a:cubicBezTo>
                <a:lnTo>
                  <a:pt x="343037" y="247382"/>
                </a:lnTo>
                <a:close/>
                <a:moveTo>
                  <a:pt x="277068" y="288613"/>
                </a:moveTo>
                <a:cubicBezTo>
                  <a:pt x="277068" y="274950"/>
                  <a:pt x="288144" y="263874"/>
                  <a:pt x="301806" y="263874"/>
                </a:cubicBezTo>
                <a:cubicBezTo>
                  <a:pt x="315469" y="263874"/>
                  <a:pt x="326545" y="274950"/>
                  <a:pt x="326545" y="288613"/>
                </a:cubicBezTo>
                <a:cubicBezTo>
                  <a:pt x="326545" y="302275"/>
                  <a:pt x="315469" y="313351"/>
                  <a:pt x="301806" y="313351"/>
                </a:cubicBezTo>
                <a:cubicBezTo>
                  <a:pt x="288144" y="313351"/>
                  <a:pt x="277068" y="302275"/>
                  <a:pt x="277068" y="288613"/>
                </a:cubicBezTo>
                <a:moveTo>
                  <a:pt x="13193" y="197906"/>
                </a:moveTo>
                <a:cubicBezTo>
                  <a:pt x="0" y="237487"/>
                  <a:pt x="46178" y="275419"/>
                  <a:pt x="87408" y="272121"/>
                </a:cubicBezTo>
                <a:cubicBezTo>
                  <a:pt x="128639" y="268822"/>
                  <a:pt x="166571" y="239136"/>
                  <a:pt x="161623" y="197906"/>
                </a:cubicBezTo>
                <a:cubicBezTo>
                  <a:pt x="156675" y="156675"/>
                  <a:pt x="126989" y="117094"/>
                  <a:pt x="87408" y="123691"/>
                </a:cubicBezTo>
                <a:cubicBezTo>
                  <a:pt x="46178" y="130288"/>
                  <a:pt x="11544" y="156675"/>
                  <a:pt x="13193" y="197906"/>
                </a:cubicBezTo>
                <a:moveTo>
                  <a:pt x="161623" y="74214"/>
                </a:moveTo>
                <a:cubicBezTo>
                  <a:pt x="153377" y="113796"/>
                  <a:pt x="194607" y="150078"/>
                  <a:pt x="235838" y="148429"/>
                </a:cubicBezTo>
                <a:cubicBezTo>
                  <a:pt x="277068" y="146780"/>
                  <a:pt x="301806" y="113796"/>
                  <a:pt x="310053" y="74214"/>
                </a:cubicBezTo>
                <a:cubicBezTo>
                  <a:pt x="318299" y="34633"/>
                  <a:pt x="277068" y="0"/>
                  <a:pt x="235838" y="0"/>
                </a:cubicBezTo>
                <a:cubicBezTo>
                  <a:pt x="194607" y="0"/>
                  <a:pt x="158324" y="32984"/>
                  <a:pt x="161623" y="74214"/>
                </a:cubicBezTo>
                <a:moveTo>
                  <a:pt x="252330" y="57722"/>
                </a:moveTo>
                <a:cubicBezTo>
                  <a:pt x="252330" y="67617"/>
                  <a:pt x="244084" y="77513"/>
                  <a:pt x="235838" y="74214"/>
                </a:cubicBezTo>
                <a:cubicBezTo>
                  <a:pt x="230890" y="72565"/>
                  <a:pt x="224293" y="74214"/>
                  <a:pt x="219346" y="74214"/>
                </a:cubicBezTo>
                <a:cubicBezTo>
                  <a:pt x="220995" y="62670"/>
                  <a:pt x="216047" y="51125"/>
                  <a:pt x="219346" y="41230"/>
                </a:cubicBezTo>
                <a:cubicBezTo>
                  <a:pt x="224293" y="39581"/>
                  <a:pt x="230890" y="41230"/>
                  <a:pt x="235838" y="41230"/>
                </a:cubicBezTo>
                <a:cubicBezTo>
                  <a:pt x="245733" y="41230"/>
                  <a:pt x="252330" y="49476"/>
                  <a:pt x="252330" y="57722"/>
                </a:cubicBezTo>
                <a:moveTo>
                  <a:pt x="252330" y="90707"/>
                </a:moveTo>
                <a:cubicBezTo>
                  <a:pt x="252330" y="100602"/>
                  <a:pt x="244084" y="103900"/>
                  <a:pt x="235838" y="107199"/>
                </a:cubicBezTo>
                <a:cubicBezTo>
                  <a:pt x="230890" y="108848"/>
                  <a:pt x="224293" y="108848"/>
                  <a:pt x="219346" y="107199"/>
                </a:cubicBezTo>
                <a:cubicBezTo>
                  <a:pt x="216047" y="97303"/>
                  <a:pt x="222644" y="84110"/>
                  <a:pt x="219346" y="74214"/>
                </a:cubicBezTo>
                <a:cubicBezTo>
                  <a:pt x="224293" y="75864"/>
                  <a:pt x="230890" y="74214"/>
                  <a:pt x="235838" y="74214"/>
                </a:cubicBezTo>
                <a:cubicBezTo>
                  <a:pt x="245733" y="75864"/>
                  <a:pt x="253979" y="80811"/>
                  <a:pt x="252330" y="90707"/>
                </a:cubicBezTo>
                <a:moveTo>
                  <a:pt x="103900" y="230890"/>
                </a:moveTo>
                <a:cubicBezTo>
                  <a:pt x="103900" y="214398"/>
                  <a:pt x="105549" y="197906"/>
                  <a:pt x="103900" y="181414"/>
                </a:cubicBezTo>
                <a:cubicBezTo>
                  <a:pt x="102251" y="171518"/>
                  <a:pt x="95654" y="163272"/>
                  <a:pt x="87408" y="164921"/>
                </a:cubicBezTo>
                <a:cubicBezTo>
                  <a:pt x="79162" y="166571"/>
                  <a:pt x="70916" y="171518"/>
                  <a:pt x="70916" y="181414"/>
                </a:cubicBezTo>
                <a:cubicBezTo>
                  <a:pt x="70916" y="197906"/>
                  <a:pt x="70916" y="214398"/>
                  <a:pt x="70916" y="230890"/>
                </a:cubicBezTo>
                <a:moveTo>
                  <a:pt x="103900" y="206152"/>
                </a:moveTo>
                <a:cubicBezTo>
                  <a:pt x="94005" y="209450"/>
                  <a:pt x="80811" y="209450"/>
                  <a:pt x="70916" y="206152"/>
                </a:cubicBezTo>
                <a:moveTo>
                  <a:pt x="376021" y="247382"/>
                </a:moveTo>
                <a:cubicBezTo>
                  <a:pt x="364477" y="245733"/>
                  <a:pt x="352932" y="244084"/>
                  <a:pt x="343037" y="247382"/>
                </a:cubicBezTo>
                <a:cubicBezTo>
                  <a:pt x="346335" y="237487"/>
                  <a:pt x="344686" y="224293"/>
                  <a:pt x="343037" y="214398"/>
                </a:cubicBezTo>
                <a:cubicBezTo>
                  <a:pt x="341388" y="206152"/>
                  <a:pt x="334791" y="199555"/>
                  <a:pt x="326545" y="197906"/>
                </a:cubicBezTo>
                <a:cubicBezTo>
                  <a:pt x="310053" y="196256"/>
                  <a:pt x="291911" y="204503"/>
                  <a:pt x="277068" y="197906"/>
                </a:cubicBezTo>
                <a:cubicBezTo>
                  <a:pt x="268822" y="194607"/>
                  <a:pt x="262225" y="204503"/>
                  <a:pt x="260576" y="214398"/>
                </a:cubicBezTo>
                <a:cubicBezTo>
                  <a:pt x="258927" y="225942"/>
                  <a:pt x="263874" y="237487"/>
                  <a:pt x="260576" y="247382"/>
                </a:cubicBezTo>
                <a:cubicBezTo>
                  <a:pt x="250681" y="244084"/>
                  <a:pt x="237487" y="249031"/>
                  <a:pt x="227592" y="247382"/>
                </a:cubicBezTo>
                <a:cubicBezTo>
                  <a:pt x="219346" y="245733"/>
                  <a:pt x="214398" y="255628"/>
                  <a:pt x="211099" y="263874"/>
                </a:cubicBezTo>
                <a:cubicBezTo>
                  <a:pt x="204503" y="278717"/>
                  <a:pt x="214398" y="296859"/>
                  <a:pt x="211099" y="313351"/>
                </a:cubicBezTo>
                <a:cubicBezTo>
                  <a:pt x="209450" y="321597"/>
                  <a:pt x="217696" y="329843"/>
                  <a:pt x="227592" y="329843"/>
                </a:cubicBezTo>
                <a:cubicBezTo>
                  <a:pt x="239136" y="329843"/>
                  <a:pt x="250681" y="326545"/>
                  <a:pt x="260576" y="329843"/>
                </a:cubicBezTo>
                <a:cubicBezTo>
                  <a:pt x="263874" y="339739"/>
                  <a:pt x="257278" y="352932"/>
                  <a:pt x="260576" y="362828"/>
                </a:cubicBezTo>
                <a:cubicBezTo>
                  <a:pt x="263874" y="371074"/>
                  <a:pt x="268822" y="382618"/>
                  <a:pt x="277068" y="379320"/>
                </a:cubicBezTo>
                <a:cubicBezTo>
                  <a:pt x="291911" y="372723"/>
                  <a:pt x="310053" y="374372"/>
                  <a:pt x="326545" y="379320"/>
                </a:cubicBezTo>
                <a:cubicBezTo>
                  <a:pt x="334791" y="380969"/>
                  <a:pt x="339738" y="371074"/>
                  <a:pt x="343037" y="362828"/>
                </a:cubicBezTo>
                <a:cubicBezTo>
                  <a:pt x="346335" y="352932"/>
                  <a:pt x="346335" y="339739"/>
                  <a:pt x="343037" y="329843"/>
                </a:cubicBezTo>
                <a:cubicBezTo>
                  <a:pt x="354581" y="331492"/>
                  <a:pt x="364477" y="328194"/>
                  <a:pt x="376021" y="329843"/>
                </a:cubicBezTo>
                <a:cubicBezTo>
                  <a:pt x="384267" y="331492"/>
                  <a:pt x="392513" y="321597"/>
                  <a:pt x="392513" y="313351"/>
                </a:cubicBezTo>
                <a:cubicBezTo>
                  <a:pt x="392513" y="296859"/>
                  <a:pt x="389215" y="280367"/>
                  <a:pt x="392513" y="263874"/>
                </a:cubicBezTo>
                <a:cubicBezTo>
                  <a:pt x="394163" y="255628"/>
                  <a:pt x="384267" y="244084"/>
                  <a:pt x="376021" y="247382"/>
                </a:cubicBezTo>
                <a:moveTo>
                  <a:pt x="277068" y="288613"/>
                </a:moveTo>
                <a:cubicBezTo>
                  <a:pt x="278717" y="275419"/>
                  <a:pt x="288613" y="268822"/>
                  <a:pt x="301806" y="263874"/>
                </a:cubicBezTo>
                <a:cubicBezTo>
                  <a:pt x="315000" y="258927"/>
                  <a:pt x="323246" y="275419"/>
                  <a:pt x="326545" y="288613"/>
                </a:cubicBezTo>
                <a:cubicBezTo>
                  <a:pt x="329843" y="301806"/>
                  <a:pt x="315000" y="315000"/>
                  <a:pt x="301806" y="313351"/>
                </a:cubicBezTo>
                <a:cubicBezTo>
                  <a:pt x="288613" y="311702"/>
                  <a:pt x="273770" y="301806"/>
                  <a:pt x="277068" y="288613"/>
                </a:cubicBezTo>
              </a:path>
            </a:pathLst>
          </a:custGeom>
          <a:noFill/>
          <a:ln w="12350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/>
          <p:nvPr/>
        </p:nvSpPr>
        <p:spPr>
          <a:xfrm>
            <a:off x="6761807" y="5187973"/>
            <a:ext cx="369424" cy="397461"/>
          </a:xfrm>
          <a:custGeom>
            <a:avLst/>
            <a:gdLst/>
            <a:ahLst/>
            <a:cxnLst/>
            <a:rect l="l" t="t" r="r" b="b"/>
            <a:pathLst>
              <a:path w="369424" h="397461" extrusionOk="0">
                <a:moveTo>
                  <a:pt x="268822" y="187845"/>
                </a:moveTo>
                <a:cubicBezTo>
                  <a:pt x="255747" y="175318"/>
                  <a:pt x="254912" y="154697"/>
                  <a:pt x="266930" y="141153"/>
                </a:cubicBezTo>
                <a:cubicBezTo>
                  <a:pt x="278948" y="127609"/>
                  <a:pt x="299523" y="125986"/>
                  <a:pt x="313516" y="137478"/>
                </a:cubicBezTo>
                <a:cubicBezTo>
                  <a:pt x="314507" y="138354"/>
                  <a:pt x="315444" y="139291"/>
                  <a:pt x="316320" y="140282"/>
                </a:cubicBezTo>
                <a:cubicBezTo>
                  <a:pt x="319659" y="143619"/>
                  <a:pt x="322290" y="147596"/>
                  <a:pt x="324054" y="151975"/>
                </a:cubicBezTo>
                <a:cubicBezTo>
                  <a:pt x="325120" y="154662"/>
                  <a:pt x="327449" y="156646"/>
                  <a:pt x="330272" y="157269"/>
                </a:cubicBezTo>
                <a:cubicBezTo>
                  <a:pt x="333090" y="157911"/>
                  <a:pt x="336041" y="157065"/>
                  <a:pt x="338089" y="155026"/>
                </a:cubicBezTo>
                <a:lnTo>
                  <a:pt x="364345" y="128639"/>
                </a:lnTo>
                <a:cubicBezTo>
                  <a:pt x="367497" y="125421"/>
                  <a:pt x="369240" y="121082"/>
                  <a:pt x="369190" y="116578"/>
                </a:cubicBezTo>
                <a:cubicBezTo>
                  <a:pt x="369141" y="112073"/>
                  <a:pt x="367303" y="107774"/>
                  <a:pt x="364081" y="104626"/>
                </a:cubicBezTo>
                <a:lnTo>
                  <a:pt x="364081" y="104626"/>
                </a:lnTo>
                <a:lnTo>
                  <a:pt x="336440" y="77166"/>
                </a:lnTo>
                <a:cubicBezTo>
                  <a:pt x="342173" y="75702"/>
                  <a:pt x="347404" y="72716"/>
                  <a:pt x="351580" y="68525"/>
                </a:cubicBezTo>
                <a:cubicBezTo>
                  <a:pt x="364616" y="55055"/>
                  <a:pt x="364441" y="33620"/>
                  <a:pt x="351187" y="20365"/>
                </a:cubicBezTo>
                <a:cubicBezTo>
                  <a:pt x="337932" y="7110"/>
                  <a:pt x="316496" y="6935"/>
                  <a:pt x="303027" y="19972"/>
                </a:cubicBezTo>
                <a:cubicBezTo>
                  <a:pt x="298838" y="24147"/>
                  <a:pt x="295857" y="29379"/>
                  <a:pt x="294401" y="35111"/>
                </a:cubicBezTo>
                <a:lnTo>
                  <a:pt x="266876" y="7586"/>
                </a:lnTo>
                <a:cubicBezTo>
                  <a:pt x="260321" y="881"/>
                  <a:pt x="249573" y="756"/>
                  <a:pt x="242863" y="7306"/>
                </a:cubicBezTo>
                <a:lnTo>
                  <a:pt x="242863" y="7306"/>
                </a:lnTo>
                <a:lnTo>
                  <a:pt x="218422" y="31747"/>
                </a:lnTo>
                <a:cubicBezTo>
                  <a:pt x="216639" y="33547"/>
                  <a:pt x="215766" y="36057"/>
                  <a:pt x="216047" y="38575"/>
                </a:cubicBezTo>
                <a:cubicBezTo>
                  <a:pt x="216334" y="41131"/>
                  <a:pt x="217734" y="43430"/>
                  <a:pt x="219873" y="44858"/>
                </a:cubicBezTo>
                <a:cubicBezTo>
                  <a:pt x="230306" y="51209"/>
                  <a:pt x="236486" y="62708"/>
                  <a:pt x="236024" y="74913"/>
                </a:cubicBezTo>
                <a:cubicBezTo>
                  <a:pt x="235562" y="87118"/>
                  <a:pt x="228532" y="98117"/>
                  <a:pt x="217649" y="103662"/>
                </a:cubicBezTo>
                <a:cubicBezTo>
                  <a:pt x="206766" y="109206"/>
                  <a:pt x="193735" y="108426"/>
                  <a:pt x="183590" y="101624"/>
                </a:cubicBezTo>
                <a:cubicBezTo>
                  <a:pt x="181430" y="100257"/>
                  <a:pt x="179437" y="98640"/>
                  <a:pt x="177653" y="96809"/>
                </a:cubicBezTo>
                <a:cubicBezTo>
                  <a:pt x="176075" y="95174"/>
                  <a:pt x="174666" y="93384"/>
                  <a:pt x="173448" y="91465"/>
                </a:cubicBezTo>
                <a:cubicBezTo>
                  <a:pt x="172009" y="89334"/>
                  <a:pt x="169717" y="87932"/>
                  <a:pt x="167164" y="87622"/>
                </a:cubicBezTo>
                <a:cubicBezTo>
                  <a:pt x="164641" y="87341"/>
                  <a:pt x="162126" y="88213"/>
                  <a:pt x="160320" y="89997"/>
                </a:cubicBezTo>
                <a:lnTo>
                  <a:pt x="135796" y="114373"/>
                </a:lnTo>
                <a:cubicBezTo>
                  <a:pt x="129220" y="121077"/>
                  <a:pt x="129323" y="131842"/>
                  <a:pt x="136027" y="138418"/>
                </a:cubicBezTo>
                <a:lnTo>
                  <a:pt x="233133" y="235524"/>
                </a:lnTo>
                <a:cubicBezTo>
                  <a:pt x="239713" y="242219"/>
                  <a:pt x="250471" y="242322"/>
                  <a:pt x="257179" y="235755"/>
                </a:cubicBezTo>
                <a:lnTo>
                  <a:pt x="283434" y="209450"/>
                </a:lnTo>
                <a:cubicBezTo>
                  <a:pt x="285433" y="207426"/>
                  <a:pt x="286266" y="204524"/>
                  <a:pt x="285644" y="201748"/>
                </a:cubicBezTo>
                <a:cubicBezTo>
                  <a:pt x="285021" y="198928"/>
                  <a:pt x="283056" y="196593"/>
                  <a:pt x="280383" y="195498"/>
                </a:cubicBezTo>
                <a:cubicBezTo>
                  <a:pt x="276050" y="193757"/>
                  <a:pt x="272117" y="191154"/>
                  <a:pt x="268822" y="187845"/>
                </a:cubicBezTo>
                <a:close/>
                <a:moveTo>
                  <a:pt x="313" y="334379"/>
                </a:moveTo>
                <a:cubicBezTo>
                  <a:pt x="173481" y="392101"/>
                  <a:pt x="115758" y="392101"/>
                  <a:pt x="313664" y="293148"/>
                </a:cubicBezTo>
                <a:cubicBezTo>
                  <a:pt x="302265" y="277815"/>
                  <a:pt x="282507" y="271229"/>
                  <a:pt x="264188" y="276656"/>
                </a:cubicBezTo>
                <a:lnTo>
                  <a:pt x="192958" y="299201"/>
                </a:lnTo>
                <a:moveTo>
                  <a:pt x="313" y="242649"/>
                </a:moveTo>
                <a:lnTo>
                  <a:pt x="49789" y="242649"/>
                </a:lnTo>
                <a:cubicBezTo>
                  <a:pt x="88596" y="242649"/>
                  <a:pt x="115758" y="275633"/>
                  <a:pt x="124004" y="275633"/>
                </a:cubicBezTo>
                <a:lnTo>
                  <a:pt x="181727" y="275633"/>
                </a:lnTo>
                <a:cubicBezTo>
                  <a:pt x="198219" y="275633"/>
                  <a:pt x="198219" y="308618"/>
                  <a:pt x="181727" y="308618"/>
                </a:cubicBezTo>
                <a:lnTo>
                  <a:pt x="91020" y="308618"/>
                </a:lnTo>
                <a:moveTo>
                  <a:pt x="56617" y="242995"/>
                </a:moveTo>
                <a:cubicBezTo>
                  <a:pt x="56617" y="242995"/>
                  <a:pt x="74214" y="299662"/>
                  <a:pt x="313" y="299662"/>
                </a:cubicBezTo>
                <a:moveTo>
                  <a:pt x="258185" y="321647"/>
                </a:moveTo>
                <a:lnTo>
                  <a:pt x="237437" y="285133"/>
                </a:lnTo>
                <a:moveTo>
                  <a:pt x="194294" y="355192"/>
                </a:moveTo>
                <a:lnTo>
                  <a:pt x="175757" y="308618"/>
                </a:lnTo>
                <a:moveTo>
                  <a:pt x="125686" y="308618"/>
                </a:moveTo>
                <a:cubicBezTo>
                  <a:pt x="122487" y="297856"/>
                  <a:pt x="122487" y="286395"/>
                  <a:pt x="125686" y="275633"/>
                </a:cubicBezTo>
                <a:moveTo>
                  <a:pt x="268822" y="188010"/>
                </a:moveTo>
                <a:cubicBezTo>
                  <a:pt x="260576" y="171518"/>
                  <a:pt x="252330" y="151728"/>
                  <a:pt x="267173" y="141832"/>
                </a:cubicBezTo>
                <a:cubicBezTo>
                  <a:pt x="282016" y="131937"/>
                  <a:pt x="301806" y="123691"/>
                  <a:pt x="313351" y="136885"/>
                </a:cubicBezTo>
                <a:cubicBezTo>
                  <a:pt x="315000" y="138534"/>
                  <a:pt x="315000" y="140183"/>
                  <a:pt x="316649" y="140183"/>
                </a:cubicBezTo>
                <a:cubicBezTo>
                  <a:pt x="319948" y="141832"/>
                  <a:pt x="321597" y="148429"/>
                  <a:pt x="323246" y="151728"/>
                </a:cubicBezTo>
                <a:cubicBezTo>
                  <a:pt x="324896" y="155026"/>
                  <a:pt x="326545" y="156675"/>
                  <a:pt x="329843" y="156675"/>
                </a:cubicBezTo>
                <a:cubicBezTo>
                  <a:pt x="333142" y="156675"/>
                  <a:pt x="336440" y="156675"/>
                  <a:pt x="338089" y="155026"/>
                </a:cubicBezTo>
                <a:cubicBezTo>
                  <a:pt x="344686" y="145131"/>
                  <a:pt x="352932" y="133586"/>
                  <a:pt x="364477" y="128639"/>
                </a:cubicBezTo>
                <a:cubicBezTo>
                  <a:pt x="367775" y="126989"/>
                  <a:pt x="369424" y="120392"/>
                  <a:pt x="369424" y="117094"/>
                </a:cubicBezTo>
                <a:cubicBezTo>
                  <a:pt x="367775" y="112146"/>
                  <a:pt x="366126" y="108848"/>
                  <a:pt x="364477" y="103900"/>
                </a:cubicBezTo>
                <a:cubicBezTo>
                  <a:pt x="356231" y="94005"/>
                  <a:pt x="341388" y="89057"/>
                  <a:pt x="336440" y="77513"/>
                </a:cubicBezTo>
                <a:cubicBezTo>
                  <a:pt x="341388" y="74214"/>
                  <a:pt x="346335" y="70916"/>
                  <a:pt x="351283" y="69267"/>
                </a:cubicBezTo>
                <a:cubicBezTo>
                  <a:pt x="367775" y="57722"/>
                  <a:pt x="364477" y="32984"/>
                  <a:pt x="351283" y="19790"/>
                </a:cubicBezTo>
                <a:cubicBezTo>
                  <a:pt x="338089" y="6596"/>
                  <a:pt x="311702" y="3298"/>
                  <a:pt x="303456" y="19790"/>
                </a:cubicBezTo>
                <a:cubicBezTo>
                  <a:pt x="300157" y="24738"/>
                  <a:pt x="296859" y="29685"/>
                  <a:pt x="295210" y="34633"/>
                </a:cubicBezTo>
                <a:cubicBezTo>
                  <a:pt x="285314" y="24738"/>
                  <a:pt x="278717" y="14842"/>
                  <a:pt x="267173" y="8246"/>
                </a:cubicBezTo>
                <a:cubicBezTo>
                  <a:pt x="258927" y="3298"/>
                  <a:pt x="249031" y="0"/>
                  <a:pt x="242435" y="6596"/>
                </a:cubicBezTo>
                <a:cubicBezTo>
                  <a:pt x="235838" y="16492"/>
                  <a:pt x="225942" y="23089"/>
                  <a:pt x="217696" y="31335"/>
                </a:cubicBezTo>
                <a:cubicBezTo>
                  <a:pt x="216047" y="32984"/>
                  <a:pt x="216047" y="36282"/>
                  <a:pt x="216047" y="37932"/>
                </a:cubicBezTo>
                <a:cubicBezTo>
                  <a:pt x="216047" y="41230"/>
                  <a:pt x="217696" y="42879"/>
                  <a:pt x="219346" y="44528"/>
                </a:cubicBezTo>
                <a:cubicBezTo>
                  <a:pt x="227592" y="54424"/>
                  <a:pt x="234189" y="62670"/>
                  <a:pt x="235838" y="74214"/>
                </a:cubicBezTo>
                <a:cubicBezTo>
                  <a:pt x="239136" y="87408"/>
                  <a:pt x="229241" y="100602"/>
                  <a:pt x="217696" y="103900"/>
                </a:cubicBezTo>
                <a:cubicBezTo>
                  <a:pt x="206152" y="107199"/>
                  <a:pt x="194607" y="105549"/>
                  <a:pt x="183063" y="102251"/>
                </a:cubicBezTo>
                <a:cubicBezTo>
                  <a:pt x="181414" y="100602"/>
                  <a:pt x="179764" y="98953"/>
                  <a:pt x="178115" y="97303"/>
                </a:cubicBezTo>
                <a:cubicBezTo>
                  <a:pt x="176466" y="95654"/>
                  <a:pt x="174817" y="94005"/>
                  <a:pt x="173167" y="90707"/>
                </a:cubicBezTo>
                <a:cubicBezTo>
                  <a:pt x="173167" y="89057"/>
                  <a:pt x="169869" y="87408"/>
                  <a:pt x="166571" y="87408"/>
                </a:cubicBezTo>
                <a:cubicBezTo>
                  <a:pt x="164921" y="87408"/>
                  <a:pt x="163272" y="89057"/>
                  <a:pt x="159974" y="90707"/>
                </a:cubicBezTo>
                <a:cubicBezTo>
                  <a:pt x="150078" y="95654"/>
                  <a:pt x="141832" y="103900"/>
                  <a:pt x="135235" y="113796"/>
                </a:cubicBezTo>
                <a:cubicBezTo>
                  <a:pt x="130288" y="122042"/>
                  <a:pt x="131937" y="130288"/>
                  <a:pt x="135235" y="138534"/>
                </a:cubicBezTo>
                <a:cubicBezTo>
                  <a:pt x="158324" y="178115"/>
                  <a:pt x="212749" y="194607"/>
                  <a:pt x="232539" y="235838"/>
                </a:cubicBezTo>
                <a:cubicBezTo>
                  <a:pt x="237487" y="244084"/>
                  <a:pt x="249031" y="240785"/>
                  <a:pt x="257278" y="235838"/>
                </a:cubicBezTo>
                <a:cubicBezTo>
                  <a:pt x="267173" y="229241"/>
                  <a:pt x="277068" y="220995"/>
                  <a:pt x="283665" y="209450"/>
                </a:cubicBezTo>
                <a:cubicBezTo>
                  <a:pt x="285314" y="206152"/>
                  <a:pt x="285314" y="204503"/>
                  <a:pt x="285314" y="201204"/>
                </a:cubicBezTo>
                <a:cubicBezTo>
                  <a:pt x="285314" y="199555"/>
                  <a:pt x="283665" y="196256"/>
                  <a:pt x="280367" y="196256"/>
                </a:cubicBezTo>
                <a:cubicBezTo>
                  <a:pt x="275419" y="194607"/>
                  <a:pt x="270471" y="192958"/>
                  <a:pt x="268822" y="188010"/>
                </a:cubicBezTo>
                <a:moveTo>
                  <a:pt x="0" y="334791"/>
                </a:moveTo>
                <a:cubicBezTo>
                  <a:pt x="171518" y="397461"/>
                  <a:pt x="112146" y="382618"/>
                  <a:pt x="313351" y="293560"/>
                </a:cubicBezTo>
                <a:cubicBezTo>
                  <a:pt x="303456" y="277068"/>
                  <a:pt x="283665" y="278717"/>
                  <a:pt x="263874" y="277068"/>
                </a:cubicBezTo>
                <a:cubicBezTo>
                  <a:pt x="239136" y="282016"/>
                  <a:pt x="217696" y="293560"/>
                  <a:pt x="192958" y="298508"/>
                </a:cubicBezTo>
                <a:moveTo>
                  <a:pt x="0" y="242435"/>
                </a:moveTo>
                <a:cubicBezTo>
                  <a:pt x="16492" y="240785"/>
                  <a:pt x="32984" y="240785"/>
                  <a:pt x="49476" y="242435"/>
                </a:cubicBezTo>
                <a:cubicBezTo>
                  <a:pt x="87408" y="247382"/>
                  <a:pt x="115445" y="273770"/>
                  <a:pt x="123691" y="275419"/>
                </a:cubicBezTo>
                <a:cubicBezTo>
                  <a:pt x="143482" y="280367"/>
                  <a:pt x="163272" y="268822"/>
                  <a:pt x="181414" y="275419"/>
                </a:cubicBezTo>
                <a:cubicBezTo>
                  <a:pt x="196257" y="282016"/>
                  <a:pt x="197906" y="308403"/>
                  <a:pt x="181414" y="308403"/>
                </a:cubicBezTo>
                <a:cubicBezTo>
                  <a:pt x="151728" y="308403"/>
                  <a:pt x="120392" y="308403"/>
                  <a:pt x="90707" y="308403"/>
                </a:cubicBezTo>
                <a:moveTo>
                  <a:pt x="56073" y="242435"/>
                </a:moveTo>
                <a:cubicBezTo>
                  <a:pt x="56073" y="242435"/>
                  <a:pt x="74214" y="295210"/>
                  <a:pt x="0" y="300157"/>
                </a:cubicBezTo>
                <a:moveTo>
                  <a:pt x="258927" y="321597"/>
                </a:moveTo>
                <a:cubicBezTo>
                  <a:pt x="249031" y="311702"/>
                  <a:pt x="242435" y="298508"/>
                  <a:pt x="237487" y="285314"/>
                </a:cubicBezTo>
                <a:moveTo>
                  <a:pt x="194607" y="354581"/>
                </a:moveTo>
                <a:cubicBezTo>
                  <a:pt x="186361" y="339739"/>
                  <a:pt x="181414" y="324896"/>
                  <a:pt x="176466" y="308403"/>
                </a:cubicBezTo>
                <a:moveTo>
                  <a:pt x="125340" y="308403"/>
                </a:moveTo>
                <a:cubicBezTo>
                  <a:pt x="120392" y="298508"/>
                  <a:pt x="123691" y="286964"/>
                  <a:pt x="125340" y="275419"/>
                </a:cubicBezTo>
              </a:path>
            </a:pathLst>
          </a:custGeom>
          <a:noFill/>
          <a:ln w="12350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6742017" y="2809800"/>
            <a:ext cx="409006" cy="391157"/>
          </a:xfrm>
          <a:custGeom>
            <a:avLst/>
            <a:gdLst/>
            <a:ahLst/>
            <a:cxnLst/>
            <a:rect l="l" t="t" r="r" b="b"/>
            <a:pathLst>
              <a:path w="409006" h="391157" extrusionOk="0">
                <a:moveTo>
                  <a:pt x="182074" y="296947"/>
                </a:moveTo>
                <a:lnTo>
                  <a:pt x="239488" y="160071"/>
                </a:lnTo>
                <a:cubicBezTo>
                  <a:pt x="239488" y="160071"/>
                  <a:pt x="252246" y="129654"/>
                  <a:pt x="282663" y="142413"/>
                </a:cubicBezTo>
                <a:lnTo>
                  <a:pt x="373914" y="180689"/>
                </a:lnTo>
                <a:cubicBezTo>
                  <a:pt x="373914" y="180689"/>
                  <a:pt x="404331" y="193447"/>
                  <a:pt x="391572" y="223864"/>
                </a:cubicBezTo>
                <a:lnTo>
                  <a:pt x="334158" y="360740"/>
                </a:lnTo>
                <a:cubicBezTo>
                  <a:pt x="334158" y="360740"/>
                  <a:pt x="321400" y="391157"/>
                  <a:pt x="290983" y="378399"/>
                </a:cubicBezTo>
                <a:lnTo>
                  <a:pt x="199732" y="340123"/>
                </a:lnTo>
                <a:cubicBezTo>
                  <a:pt x="199732" y="340123"/>
                  <a:pt x="169315" y="327364"/>
                  <a:pt x="182074" y="296947"/>
                </a:cubicBezTo>
                <a:moveTo>
                  <a:pt x="346814" y="236085"/>
                </a:moveTo>
                <a:lnTo>
                  <a:pt x="336572" y="220220"/>
                </a:lnTo>
                <a:cubicBezTo>
                  <a:pt x="335671" y="218815"/>
                  <a:pt x="334366" y="217717"/>
                  <a:pt x="332828" y="217070"/>
                </a:cubicBezTo>
                <a:lnTo>
                  <a:pt x="285380" y="197180"/>
                </a:lnTo>
                <a:cubicBezTo>
                  <a:pt x="283849" y="196536"/>
                  <a:pt x="282159" y="196369"/>
                  <a:pt x="280532" y="196702"/>
                </a:cubicBezTo>
                <a:lnTo>
                  <a:pt x="262093" y="200528"/>
                </a:lnTo>
                <a:cubicBezTo>
                  <a:pt x="259422" y="201095"/>
                  <a:pt x="257205" y="202948"/>
                  <a:pt x="256173" y="205476"/>
                </a:cubicBezTo>
                <a:lnTo>
                  <a:pt x="222941" y="284638"/>
                </a:lnTo>
                <a:cubicBezTo>
                  <a:pt x="221892" y="287145"/>
                  <a:pt x="222145" y="290007"/>
                  <a:pt x="223617" y="292290"/>
                </a:cubicBezTo>
                <a:lnTo>
                  <a:pt x="233793" y="308123"/>
                </a:lnTo>
                <a:cubicBezTo>
                  <a:pt x="234701" y="309517"/>
                  <a:pt x="236005" y="310608"/>
                  <a:pt x="237536" y="311257"/>
                </a:cubicBezTo>
                <a:lnTo>
                  <a:pt x="282065" y="329909"/>
                </a:lnTo>
                <a:cubicBezTo>
                  <a:pt x="283419" y="330474"/>
                  <a:pt x="284900" y="330668"/>
                  <a:pt x="286353" y="330470"/>
                </a:cubicBezTo>
                <a:lnTo>
                  <a:pt x="307909" y="327551"/>
                </a:lnTo>
                <a:cubicBezTo>
                  <a:pt x="310797" y="327165"/>
                  <a:pt x="313267" y="325284"/>
                  <a:pt x="314406" y="322603"/>
                </a:cubicBezTo>
                <a:lnTo>
                  <a:pt x="347490" y="243738"/>
                </a:lnTo>
                <a:cubicBezTo>
                  <a:pt x="348539" y="241231"/>
                  <a:pt x="348286" y="238369"/>
                  <a:pt x="346814" y="236085"/>
                </a:cubicBezTo>
                <a:close/>
                <a:moveTo>
                  <a:pt x="278008" y="238806"/>
                </a:moveTo>
                <a:lnTo>
                  <a:pt x="308420" y="251571"/>
                </a:lnTo>
                <a:moveTo>
                  <a:pt x="265243" y="269234"/>
                </a:moveTo>
                <a:lnTo>
                  <a:pt x="295671" y="281983"/>
                </a:lnTo>
                <a:moveTo>
                  <a:pt x="282676" y="142410"/>
                </a:moveTo>
                <a:lnTo>
                  <a:pt x="292373" y="119304"/>
                </a:lnTo>
                <a:moveTo>
                  <a:pt x="373927" y="180688"/>
                </a:moveTo>
                <a:lnTo>
                  <a:pt x="383954" y="156774"/>
                </a:lnTo>
                <a:moveTo>
                  <a:pt x="328309" y="161540"/>
                </a:moveTo>
                <a:lnTo>
                  <a:pt x="338650" y="136868"/>
                </a:lnTo>
                <a:moveTo>
                  <a:pt x="178379" y="380969"/>
                </a:moveTo>
                <a:cubicBezTo>
                  <a:pt x="120291" y="380494"/>
                  <a:pt x="66737" y="349494"/>
                  <a:pt x="37393" y="299360"/>
                </a:cubicBezTo>
                <a:cubicBezTo>
                  <a:pt x="8050" y="249226"/>
                  <a:pt x="7246" y="187352"/>
                  <a:pt x="35276" y="136472"/>
                </a:cubicBezTo>
                <a:moveTo>
                  <a:pt x="151991" y="53451"/>
                </a:moveTo>
                <a:cubicBezTo>
                  <a:pt x="197182" y="45791"/>
                  <a:pt x="243524" y="57235"/>
                  <a:pt x="279954" y="85050"/>
                </a:cubicBezTo>
                <a:moveTo>
                  <a:pt x="130288" y="100602"/>
                </a:moveTo>
                <a:cubicBezTo>
                  <a:pt x="130288" y="79690"/>
                  <a:pt x="101327" y="26239"/>
                  <a:pt x="87721" y="5392"/>
                </a:cubicBezTo>
                <a:cubicBezTo>
                  <a:pt x="86200" y="3055"/>
                  <a:pt x="83600" y="1646"/>
                  <a:pt x="80811" y="1646"/>
                </a:cubicBezTo>
                <a:cubicBezTo>
                  <a:pt x="78022" y="1646"/>
                  <a:pt x="75423" y="3055"/>
                  <a:pt x="73901" y="5392"/>
                </a:cubicBezTo>
                <a:cubicBezTo>
                  <a:pt x="60295" y="26239"/>
                  <a:pt x="31335" y="79690"/>
                  <a:pt x="31335" y="100602"/>
                </a:cubicBezTo>
                <a:cubicBezTo>
                  <a:pt x="31335" y="127927"/>
                  <a:pt x="53486" y="150078"/>
                  <a:pt x="80811" y="150078"/>
                </a:cubicBezTo>
                <a:cubicBezTo>
                  <a:pt x="108136" y="150078"/>
                  <a:pt x="130288" y="127927"/>
                  <a:pt x="130288" y="100602"/>
                </a:cubicBezTo>
                <a:close/>
                <a:moveTo>
                  <a:pt x="181414" y="296859"/>
                </a:moveTo>
                <a:cubicBezTo>
                  <a:pt x="189660" y="247382"/>
                  <a:pt x="219346" y="204503"/>
                  <a:pt x="239136" y="159974"/>
                </a:cubicBezTo>
                <a:cubicBezTo>
                  <a:pt x="239136" y="159974"/>
                  <a:pt x="250681" y="135235"/>
                  <a:pt x="282016" y="141832"/>
                </a:cubicBezTo>
                <a:cubicBezTo>
                  <a:pt x="315000" y="150078"/>
                  <a:pt x="346335" y="161623"/>
                  <a:pt x="374372" y="181414"/>
                </a:cubicBezTo>
                <a:cubicBezTo>
                  <a:pt x="374372" y="181414"/>
                  <a:pt x="409006" y="196256"/>
                  <a:pt x="390864" y="224293"/>
                </a:cubicBezTo>
                <a:cubicBezTo>
                  <a:pt x="364477" y="265524"/>
                  <a:pt x="352932" y="315000"/>
                  <a:pt x="334791" y="361178"/>
                </a:cubicBezTo>
                <a:cubicBezTo>
                  <a:pt x="334791" y="361178"/>
                  <a:pt x="323246" y="387566"/>
                  <a:pt x="290262" y="377671"/>
                </a:cubicBezTo>
                <a:cubicBezTo>
                  <a:pt x="258927" y="369424"/>
                  <a:pt x="232539" y="343037"/>
                  <a:pt x="199555" y="339738"/>
                </a:cubicBezTo>
                <a:cubicBezTo>
                  <a:pt x="199555" y="339738"/>
                  <a:pt x="163272" y="323246"/>
                  <a:pt x="181414" y="296859"/>
                </a:cubicBezTo>
                <a:moveTo>
                  <a:pt x="346335" y="235838"/>
                </a:moveTo>
                <a:cubicBezTo>
                  <a:pt x="343037" y="230890"/>
                  <a:pt x="341388" y="224293"/>
                  <a:pt x="336440" y="220995"/>
                </a:cubicBezTo>
                <a:cubicBezTo>
                  <a:pt x="334791" y="219346"/>
                  <a:pt x="334791" y="217696"/>
                  <a:pt x="333142" y="217696"/>
                </a:cubicBezTo>
                <a:cubicBezTo>
                  <a:pt x="318299" y="209450"/>
                  <a:pt x="301806" y="197906"/>
                  <a:pt x="285314" y="197906"/>
                </a:cubicBezTo>
                <a:cubicBezTo>
                  <a:pt x="283665" y="197906"/>
                  <a:pt x="282016" y="196256"/>
                  <a:pt x="280367" y="196256"/>
                </a:cubicBezTo>
                <a:cubicBezTo>
                  <a:pt x="275419" y="197906"/>
                  <a:pt x="268822" y="201204"/>
                  <a:pt x="262225" y="201204"/>
                </a:cubicBezTo>
                <a:cubicBezTo>
                  <a:pt x="258927" y="201204"/>
                  <a:pt x="257278" y="202853"/>
                  <a:pt x="255628" y="206152"/>
                </a:cubicBezTo>
                <a:cubicBezTo>
                  <a:pt x="242435" y="230890"/>
                  <a:pt x="240785" y="262225"/>
                  <a:pt x="222644" y="285314"/>
                </a:cubicBezTo>
                <a:cubicBezTo>
                  <a:pt x="220995" y="286963"/>
                  <a:pt x="222644" y="290262"/>
                  <a:pt x="224293" y="291911"/>
                </a:cubicBezTo>
                <a:cubicBezTo>
                  <a:pt x="227592" y="296859"/>
                  <a:pt x="229241" y="305105"/>
                  <a:pt x="234189" y="308403"/>
                </a:cubicBezTo>
                <a:cubicBezTo>
                  <a:pt x="235838" y="308403"/>
                  <a:pt x="235838" y="310053"/>
                  <a:pt x="237487" y="311702"/>
                </a:cubicBezTo>
                <a:cubicBezTo>
                  <a:pt x="252330" y="316649"/>
                  <a:pt x="268822" y="321597"/>
                  <a:pt x="282016" y="329843"/>
                </a:cubicBezTo>
                <a:cubicBezTo>
                  <a:pt x="283665" y="331492"/>
                  <a:pt x="285314" y="329843"/>
                  <a:pt x="286964" y="329843"/>
                </a:cubicBezTo>
                <a:cubicBezTo>
                  <a:pt x="293560" y="329843"/>
                  <a:pt x="300157" y="326545"/>
                  <a:pt x="308403" y="328194"/>
                </a:cubicBezTo>
                <a:cubicBezTo>
                  <a:pt x="311702" y="328194"/>
                  <a:pt x="313351" y="324896"/>
                  <a:pt x="315000" y="323246"/>
                </a:cubicBezTo>
                <a:cubicBezTo>
                  <a:pt x="326545" y="296859"/>
                  <a:pt x="341388" y="272121"/>
                  <a:pt x="347985" y="244084"/>
                </a:cubicBezTo>
                <a:cubicBezTo>
                  <a:pt x="347985" y="240785"/>
                  <a:pt x="347985" y="237487"/>
                  <a:pt x="346335" y="235838"/>
                </a:cubicBezTo>
                <a:moveTo>
                  <a:pt x="278717" y="239136"/>
                </a:moveTo>
                <a:cubicBezTo>
                  <a:pt x="288613" y="242435"/>
                  <a:pt x="296859" y="250681"/>
                  <a:pt x="308403" y="252330"/>
                </a:cubicBezTo>
                <a:moveTo>
                  <a:pt x="265524" y="268822"/>
                </a:moveTo>
                <a:cubicBezTo>
                  <a:pt x="275419" y="273770"/>
                  <a:pt x="285314" y="277068"/>
                  <a:pt x="295210" y="282016"/>
                </a:cubicBezTo>
                <a:moveTo>
                  <a:pt x="282016" y="141832"/>
                </a:moveTo>
                <a:cubicBezTo>
                  <a:pt x="285314" y="135235"/>
                  <a:pt x="291911" y="126989"/>
                  <a:pt x="291911" y="118743"/>
                </a:cubicBezTo>
                <a:moveTo>
                  <a:pt x="374372" y="181414"/>
                </a:moveTo>
                <a:cubicBezTo>
                  <a:pt x="376021" y="173167"/>
                  <a:pt x="380969" y="164921"/>
                  <a:pt x="384267" y="156675"/>
                </a:cubicBezTo>
                <a:moveTo>
                  <a:pt x="328194" y="161623"/>
                </a:moveTo>
                <a:cubicBezTo>
                  <a:pt x="329843" y="153377"/>
                  <a:pt x="338089" y="145131"/>
                  <a:pt x="338089" y="136885"/>
                </a:cubicBezTo>
                <a:moveTo>
                  <a:pt x="178115" y="380969"/>
                </a:moveTo>
                <a:cubicBezTo>
                  <a:pt x="122042" y="364477"/>
                  <a:pt x="69267" y="347985"/>
                  <a:pt x="37932" y="300157"/>
                </a:cubicBezTo>
                <a:cubicBezTo>
                  <a:pt x="4947" y="250681"/>
                  <a:pt x="0" y="183063"/>
                  <a:pt x="34633" y="136885"/>
                </a:cubicBezTo>
                <a:moveTo>
                  <a:pt x="151728" y="52774"/>
                </a:moveTo>
                <a:cubicBezTo>
                  <a:pt x="197906" y="61021"/>
                  <a:pt x="247382" y="52774"/>
                  <a:pt x="280367" y="85759"/>
                </a:cubicBezTo>
                <a:moveTo>
                  <a:pt x="130288" y="100602"/>
                </a:moveTo>
                <a:cubicBezTo>
                  <a:pt x="131937" y="126989"/>
                  <a:pt x="107199" y="146780"/>
                  <a:pt x="80811" y="150078"/>
                </a:cubicBezTo>
                <a:cubicBezTo>
                  <a:pt x="54424" y="153377"/>
                  <a:pt x="37932" y="126989"/>
                  <a:pt x="31335" y="100602"/>
                </a:cubicBezTo>
                <a:cubicBezTo>
                  <a:pt x="26387" y="80811"/>
                  <a:pt x="67617" y="29685"/>
                  <a:pt x="74214" y="4947"/>
                </a:cubicBezTo>
                <a:cubicBezTo>
                  <a:pt x="74214" y="3298"/>
                  <a:pt x="77513" y="3298"/>
                  <a:pt x="80811" y="1649"/>
                </a:cubicBezTo>
                <a:cubicBezTo>
                  <a:pt x="84110" y="0"/>
                  <a:pt x="85759" y="3298"/>
                  <a:pt x="87408" y="4947"/>
                </a:cubicBezTo>
                <a:cubicBezTo>
                  <a:pt x="105549" y="23089"/>
                  <a:pt x="122042" y="80811"/>
                  <a:pt x="130288" y="100602"/>
                </a:cubicBezTo>
              </a:path>
            </a:pathLst>
          </a:custGeom>
          <a:noFill/>
          <a:ln w="12350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F3A"/>
            </a:gs>
            <a:gs pos="43068">
              <a:srgbClr val="0D5C7A"/>
            </a:gs>
            <a:gs pos="74000">
              <a:srgbClr val="0D5C7A"/>
            </a:gs>
            <a:gs pos="83000">
              <a:srgbClr val="00B3B8"/>
            </a:gs>
            <a:gs pos="100000">
              <a:srgbClr val="00B3B8"/>
            </a:gs>
          </a:gsLst>
          <a:lin ang="1080000" scaled="0"/>
        </a:gra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150" y="153050"/>
            <a:ext cx="11071150" cy="655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F3A"/>
            </a:gs>
            <a:gs pos="43068">
              <a:srgbClr val="0D5C7A"/>
            </a:gs>
            <a:gs pos="74000">
              <a:srgbClr val="0D5C7A"/>
            </a:gs>
            <a:gs pos="83000">
              <a:srgbClr val="00B3B8"/>
            </a:gs>
            <a:gs pos="100000">
              <a:srgbClr val="00B3B8"/>
            </a:gs>
          </a:gsLst>
          <a:lin ang="1080000" scaled="0"/>
        </a:gra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/>
        </p:nvSpPr>
        <p:spPr>
          <a:xfrm>
            <a:off x="3606056" y="537650"/>
            <a:ext cx="6096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lt1"/>
                </a:solidFill>
                <a:latin typeface="Shantell Sans"/>
                <a:ea typeface="Shantell Sans"/>
                <a:cs typeface="Shantell Sans"/>
                <a:sym typeface="Shantell Sans"/>
              </a:rPr>
              <a:t>Methods &amp; Why These Methods</a:t>
            </a:r>
            <a:endParaRPr sz="2000" b="1" dirty="0">
              <a:solidFill>
                <a:schemeClr val="lt1"/>
              </a:solidFill>
              <a:latin typeface="Shantell Sans"/>
              <a:ea typeface="Shantell Sans"/>
              <a:cs typeface="Shantell Sans"/>
              <a:sym typeface="Shantell Sans"/>
            </a:endParaRPr>
          </a:p>
        </p:txBody>
      </p:sp>
      <p:pic>
        <p:nvPicPr>
          <p:cNvPr id="155" name="Google Shape;155;p16"/>
          <p:cNvPicPr preferRelativeResize="0"/>
          <p:nvPr/>
        </p:nvPicPr>
        <p:blipFill rotWithShape="1">
          <a:blip r:embed="rId3">
            <a:alphaModFix/>
          </a:blip>
          <a:srcRect t="18703" r="803" b="6630"/>
          <a:stretch/>
        </p:blipFill>
        <p:spPr>
          <a:xfrm>
            <a:off x="1360850" y="537650"/>
            <a:ext cx="9273576" cy="618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F3A"/>
            </a:gs>
            <a:gs pos="43068">
              <a:srgbClr val="0D5C7A"/>
            </a:gs>
            <a:gs pos="74000">
              <a:srgbClr val="0D5C7A"/>
            </a:gs>
            <a:gs pos="83000">
              <a:srgbClr val="00B3B8"/>
            </a:gs>
            <a:gs pos="100000">
              <a:srgbClr val="00B3B8"/>
            </a:gs>
          </a:gsLst>
          <a:lin ang="1080000" scaled="0"/>
        </a:gra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/>
          <p:nvPr/>
        </p:nvSpPr>
        <p:spPr>
          <a:xfrm>
            <a:off x="5286357" y="4341707"/>
            <a:ext cx="1609725" cy="258127"/>
          </a:xfrm>
          <a:custGeom>
            <a:avLst/>
            <a:gdLst/>
            <a:ahLst/>
            <a:cxnLst/>
            <a:rect l="l" t="t" r="r" b="b"/>
            <a:pathLst>
              <a:path w="1609725" h="258127" extrusionOk="0">
                <a:moveTo>
                  <a:pt x="866775" y="218835"/>
                </a:moveTo>
                <a:lnTo>
                  <a:pt x="1533525" y="218835"/>
                </a:lnTo>
                <a:cubicBezTo>
                  <a:pt x="1575609" y="218835"/>
                  <a:pt x="1609725" y="184720"/>
                  <a:pt x="1609725" y="142635"/>
                </a:cubicBezTo>
                <a:lnTo>
                  <a:pt x="1609725" y="0"/>
                </a:lnTo>
                <a:moveTo>
                  <a:pt x="752475" y="219316"/>
                </a:moveTo>
                <a:lnTo>
                  <a:pt x="85725" y="219316"/>
                </a:lnTo>
                <a:cubicBezTo>
                  <a:pt x="43640" y="219316"/>
                  <a:pt x="9525" y="185201"/>
                  <a:pt x="9525" y="143116"/>
                </a:cubicBezTo>
                <a:lnTo>
                  <a:pt x="9525" y="0"/>
                </a:lnTo>
                <a:moveTo>
                  <a:pt x="1609725" y="0"/>
                </a:moveTo>
                <a:cubicBezTo>
                  <a:pt x="1603057" y="46672"/>
                  <a:pt x="1609725" y="95250"/>
                  <a:pt x="1609725" y="142875"/>
                </a:cubicBezTo>
                <a:cubicBezTo>
                  <a:pt x="1609725" y="184784"/>
                  <a:pt x="1575434" y="218122"/>
                  <a:pt x="1533525" y="219075"/>
                </a:cubicBezTo>
                <a:cubicBezTo>
                  <a:pt x="1311592" y="224790"/>
                  <a:pt x="1088707" y="220027"/>
                  <a:pt x="866775" y="219075"/>
                </a:cubicBezTo>
                <a:moveTo>
                  <a:pt x="9525" y="0"/>
                </a:moveTo>
                <a:cubicBezTo>
                  <a:pt x="0" y="46672"/>
                  <a:pt x="16192" y="96202"/>
                  <a:pt x="9525" y="142875"/>
                </a:cubicBezTo>
                <a:cubicBezTo>
                  <a:pt x="3809" y="184784"/>
                  <a:pt x="44767" y="212407"/>
                  <a:pt x="85725" y="219075"/>
                </a:cubicBezTo>
                <a:cubicBezTo>
                  <a:pt x="304800" y="258127"/>
                  <a:pt x="530542" y="203834"/>
                  <a:pt x="752475" y="219075"/>
                </a:cubicBezTo>
              </a:path>
            </a:pathLst>
          </a:custGeom>
          <a:noFill/>
          <a:ln w="28575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1" name="Google Shape;161;p17"/>
          <p:cNvGrpSpPr/>
          <p:nvPr/>
        </p:nvGrpSpPr>
        <p:grpSpPr>
          <a:xfrm>
            <a:off x="5675929" y="4604597"/>
            <a:ext cx="836295" cy="762952"/>
            <a:chOff x="3542347" y="3244215"/>
            <a:chExt cx="836295" cy="762952"/>
          </a:xfrm>
        </p:grpSpPr>
        <p:sp>
          <p:nvSpPr>
            <p:cNvPr id="162" name="Google Shape;162;p17"/>
            <p:cNvSpPr/>
            <p:nvPr/>
          </p:nvSpPr>
          <p:spPr>
            <a:xfrm>
              <a:off x="3815715" y="3244215"/>
              <a:ext cx="273367" cy="609600"/>
            </a:xfrm>
            <a:custGeom>
              <a:avLst/>
              <a:gdLst/>
              <a:ahLst/>
              <a:cxnLst/>
              <a:rect l="l" t="t" r="r" b="b"/>
              <a:pathLst>
                <a:path w="273367" h="609600" extrusionOk="0">
                  <a:moveTo>
                    <a:pt x="157162" y="0"/>
                  </a:moveTo>
                  <a:lnTo>
                    <a:pt x="181927" y="11429"/>
                  </a:lnTo>
                  <a:lnTo>
                    <a:pt x="93344" y="173354"/>
                  </a:lnTo>
                  <a:lnTo>
                    <a:pt x="99059" y="397192"/>
                  </a:lnTo>
                  <a:lnTo>
                    <a:pt x="273367" y="251459"/>
                  </a:lnTo>
                  <a:lnTo>
                    <a:pt x="262889" y="160972"/>
                  </a:lnTo>
                  <a:lnTo>
                    <a:pt x="240029" y="171450"/>
                  </a:lnTo>
                  <a:lnTo>
                    <a:pt x="157162" y="0"/>
                  </a:lnTo>
                  <a:moveTo>
                    <a:pt x="273367" y="251459"/>
                  </a:moveTo>
                  <a:lnTo>
                    <a:pt x="147637" y="213359"/>
                  </a:lnTo>
                  <a:lnTo>
                    <a:pt x="0" y="366712"/>
                  </a:lnTo>
                  <a:lnTo>
                    <a:pt x="99059" y="397192"/>
                  </a:lnTo>
                  <a:lnTo>
                    <a:pt x="273367" y="251459"/>
                  </a:lnTo>
                  <a:moveTo>
                    <a:pt x="0" y="366712"/>
                  </a:moveTo>
                  <a:lnTo>
                    <a:pt x="20954" y="426719"/>
                  </a:lnTo>
                  <a:lnTo>
                    <a:pt x="6667" y="432434"/>
                  </a:lnTo>
                  <a:lnTo>
                    <a:pt x="77152" y="609600"/>
                  </a:lnTo>
                  <a:lnTo>
                    <a:pt x="86677" y="604837"/>
                  </a:lnTo>
                  <a:lnTo>
                    <a:pt x="199072" y="360044"/>
                  </a:lnTo>
                  <a:lnTo>
                    <a:pt x="147637" y="213359"/>
                  </a:lnTo>
                  <a:lnTo>
                    <a:pt x="0" y="366712"/>
                  </a:lnTo>
                </a:path>
              </a:pathLst>
            </a:custGeom>
            <a:solidFill>
              <a:srgbClr val="6B6B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3542347" y="3756660"/>
              <a:ext cx="836295" cy="250507"/>
            </a:xfrm>
            <a:custGeom>
              <a:avLst/>
              <a:gdLst/>
              <a:ahLst/>
              <a:cxnLst/>
              <a:rect l="l" t="t" r="r" b="b"/>
              <a:pathLst>
                <a:path w="836295" h="250507" extrusionOk="0">
                  <a:moveTo>
                    <a:pt x="812482" y="224790"/>
                  </a:moveTo>
                  <a:lnTo>
                    <a:pt x="625792" y="185737"/>
                  </a:lnTo>
                  <a:lnTo>
                    <a:pt x="664845" y="1905"/>
                  </a:lnTo>
                  <a:lnTo>
                    <a:pt x="836295" y="112395"/>
                  </a:lnTo>
                  <a:lnTo>
                    <a:pt x="812482" y="224790"/>
                  </a:lnTo>
                  <a:moveTo>
                    <a:pt x="664845" y="1905"/>
                  </a:moveTo>
                  <a:lnTo>
                    <a:pt x="446722" y="160020"/>
                  </a:lnTo>
                  <a:lnTo>
                    <a:pt x="646747" y="250507"/>
                  </a:lnTo>
                  <a:lnTo>
                    <a:pt x="836295" y="112395"/>
                  </a:lnTo>
                  <a:lnTo>
                    <a:pt x="664845" y="1905"/>
                  </a:lnTo>
                  <a:moveTo>
                    <a:pt x="646747" y="250507"/>
                  </a:moveTo>
                  <a:lnTo>
                    <a:pt x="633412" y="109537"/>
                  </a:lnTo>
                  <a:lnTo>
                    <a:pt x="431482" y="0"/>
                  </a:lnTo>
                  <a:lnTo>
                    <a:pt x="446722" y="160020"/>
                  </a:lnTo>
                  <a:lnTo>
                    <a:pt x="646747" y="250507"/>
                  </a:lnTo>
                  <a:moveTo>
                    <a:pt x="431482" y="0"/>
                  </a:moveTo>
                  <a:lnTo>
                    <a:pt x="238125" y="100965"/>
                  </a:lnTo>
                  <a:lnTo>
                    <a:pt x="374332" y="244792"/>
                  </a:lnTo>
                  <a:lnTo>
                    <a:pt x="633412" y="109537"/>
                  </a:lnTo>
                  <a:lnTo>
                    <a:pt x="431482" y="0"/>
                  </a:lnTo>
                  <a:moveTo>
                    <a:pt x="374332" y="244792"/>
                  </a:moveTo>
                  <a:lnTo>
                    <a:pt x="238125" y="100965"/>
                  </a:lnTo>
                  <a:lnTo>
                    <a:pt x="295275" y="6667"/>
                  </a:lnTo>
                  <a:lnTo>
                    <a:pt x="422910" y="163830"/>
                  </a:lnTo>
                  <a:lnTo>
                    <a:pt x="374332" y="244792"/>
                  </a:lnTo>
                  <a:moveTo>
                    <a:pt x="295275" y="6667"/>
                  </a:moveTo>
                  <a:lnTo>
                    <a:pt x="3810" y="108585"/>
                  </a:lnTo>
                  <a:lnTo>
                    <a:pt x="219075" y="235267"/>
                  </a:lnTo>
                  <a:lnTo>
                    <a:pt x="422910" y="163830"/>
                  </a:lnTo>
                  <a:lnTo>
                    <a:pt x="295275" y="6667"/>
                  </a:lnTo>
                  <a:moveTo>
                    <a:pt x="219075" y="235267"/>
                  </a:moveTo>
                  <a:lnTo>
                    <a:pt x="187642" y="55245"/>
                  </a:lnTo>
                  <a:lnTo>
                    <a:pt x="0" y="87630"/>
                  </a:lnTo>
                  <a:lnTo>
                    <a:pt x="3810" y="108585"/>
                  </a:lnTo>
                  <a:lnTo>
                    <a:pt x="219075" y="235267"/>
                  </a:lnTo>
                </a:path>
              </a:pathLst>
            </a:custGeom>
            <a:solidFill>
              <a:srgbClr val="6B6B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17"/>
            <p:cNvSpPr/>
            <p:nvPr/>
          </p:nvSpPr>
          <p:spPr>
            <a:xfrm>
              <a:off x="3731895" y="3750945"/>
              <a:ext cx="452437" cy="204787"/>
            </a:xfrm>
            <a:custGeom>
              <a:avLst/>
              <a:gdLst/>
              <a:ahLst/>
              <a:cxnLst/>
              <a:rect l="l" t="t" r="r" b="b"/>
              <a:pathLst>
                <a:path w="452437" h="204787" extrusionOk="0">
                  <a:moveTo>
                    <a:pt x="0" y="169545"/>
                  </a:moveTo>
                  <a:lnTo>
                    <a:pt x="50482" y="186689"/>
                  </a:lnTo>
                  <a:lnTo>
                    <a:pt x="107632" y="202882"/>
                  </a:lnTo>
                  <a:lnTo>
                    <a:pt x="196214" y="204787"/>
                  </a:lnTo>
                  <a:lnTo>
                    <a:pt x="244792" y="193357"/>
                  </a:lnTo>
                  <a:lnTo>
                    <a:pt x="260984" y="195262"/>
                  </a:lnTo>
                  <a:lnTo>
                    <a:pt x="451484" y="157162"/>
                  </a:lnTo>
                  <a:lnTo>
                    <a:pt x="266700" y="0"/>
                  </a:lnTo>
                  <a:lnTo>
                    <a:pt x="236220" y="6667"/>
                  </a:lnTo>
                  <a:lnTo>
                    <a:pt x="160972" y="32384"/>
                  </a:lnTo>
                  <a:lnTo>
                    <a:pt x="177164" y="24764"/>
                  </a:lnTo>
                  <a:lnTo>
                    <a:pt x="127634" y="24764"/>
                  </a:lnTo>
                  <a:lnTo>
                    <a:pt x="99059" y="7620"/>
                  </a:lnTo>
                  <a:lnTo>
                    <a:pt x="0" y="169545"/>
                  </a:lnTo>
                  <a:moveTo>
                    <a:pt x="266700" y="0"/>
                  </a:moveTo>
                  <a:lnTo>
                    <a:pt x="261937" y="127634"/>
                  </a:lnTo>
                  <a:lnTo>
                    <a:pt x="452437" y="134302"/>
                  </a:lnTo>
                  <a:lnTo>
                    <a:pt x="451484" y="157162"/>
                  </a:lnTo>
                  <a:lnTo>
                    <a:pt x="266700" y="0"/>
                  </a:lnTo>
                </a:path>
              </a:pathLst>
            </a:custGeom>
            <a:solidFill>
              <a:srgbClr val="6B6B6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" name="Google Shape;165;p17"/>
          <p:cNvGrpSpPr/>
          <p:nvPr/>
        </p:nvGrpSpPr>
        <p:grpSpPr>
          <a:xfrm>
            <a:off x="5752129" y="4493154"/>
            <a:ext cx="687705" cy="849630"/>
            <a:chOff x="3618547" y="3132772"/>
            <a:chExt cx="687705" cy="849630"/>
          </a:xfrm>
        </p:grpSpPr>
        <p:sp>
          <p:nvSpPr>
            <p:cNvPr id="166" name="Google Shape;166;p17"/>
            <p:cNvSpPr/>
            <p:nvPr/>
          </p:nvSpPr>
          <p:spPr>
            <a:xfrm>
              <a:off x="3899535" y="3132772"/>
              <a:ext cx="126682" cy="126682"/>
            </a:xfrm>
            <a:custGeom>
              <a:avLst/>
              <a:gdLst/>
              <a:ahLst/>
              <a:cxnLst/>
              <a:rect l="l" t="t" r="r" b="b"/>
              <a:pathLst>
                <a:path w="126682" h="126682" extrusionOk="0">
                  <a:moveTo>
                    <a:pt x="120015" y="67627"/>
                  </a:moveTo>
                  <a:cubicBezTo>
                    <a:pt x="120015" y="36064"/>
                    <a:pt x="94427" y="10477"/>
                    <a:pt x="62865" y="10477"/>
                  </a:cubicBezTo>
                  <a:cubicBezTo>
                    <a:pt x="31302" y="10477"/>
                    <a:pt x="5715" y="36064"/>
                    <a:pt x="5715" y="67627"/>
                  </a:cubicBezTo>
                  <a:cubicBezTo>
                    <a:pt x="5715" y="99190"/>
                    <a:pt x="31302" y="124777"/>
                    <a:pt x="62865" y="124777"/>
                  </a:cubicBezTo>
                  <a:cubicBezTo>
                    <a:pt x="94427" y="124777"/>
                    <a:pt x="120015" y="99190"/>
                    <a:pt x="120015" y="67627"/>
                  </a:cubicBezTo>
                  <a:close/>
                  <a:moveTo>
                    <a:pt x="120015" y="67627"/>
                  </a:moveTo>
                  <a:cubicBezTo>
                    <a:pt x="126682" y="99060"/>
                    <a:pt x="94297" y="126682"/>
                    <a:pt x="62865" y="124777"/>
                  </a:cubicBezTo>
                  <a:cubicBezTo>
                    <a:pt x="31432" y="122872"/>
                    <a:pt x="0" y="99060"/>
                    <a:pt x="5715" y="67627"/>
                  </a:cubicBezTo>
                  <a:cubicBezTo>
                    <a:pt x="11430" y="36195"/>
                    <a:pt x="33337" y="20002"/>
                    <a:pt x="62865" y="10477"/>
                  </a:cubicBezTo>
                  <a:cubicBezTo>
                    <a:pt x="92392" y="0"/>
                    <a:pt x="119062" y="36195"/>
                    <a:pt x="120015" y="67627"/>
                  </a:cubicBezTo>
                </a:path>
              </a:pathLst>
            </a:custGeom>
            <a:noFill/>
            <a:ln w="28575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3918585" y="3252787"/>
              <a:ext cx="72390" cy="538162"/>
            </a:xfrm>
            <a:custGeom>
              <a:avLst/>
              <a:gdLst/>
              <a:ahLst/>
              <a:cxnLst/>
              <a:rect l="l" t="t" r="r" b="b"/>
              <a:pathLst>
                <a:path w="72390" h="538162" extrusionOk="0">
                  <a:moveTo>
                    <a:pt x="15240" y="538117"/>
                  </a:moveTo>
                  <a:lnTo>
                    <a:pt x="15240" y="317"/>
                  </a:lnTo>
                  <a:cubicBezTo>
                    <a:pt x="15240" y="317"/>
                    <a:pt x="26783" y="7936"/>
                    <a:pt x="44226" y="7936"/>
                  </a:cubicBezTo>
                  <a:cubicBezTo>
                    <a:pt x="60544" y="7936"/>
                    <a:pt x="72390" y="317"/>
                    <a:pt x="72390" y="317"/>
                  </a:cubicBezTo>
                  <a:lnTo>
                    <a:pt x="72390" y="538117"/>
                  </a:lnTo>
                  <a:close/>
                  <a:moveTo>
                    <a:pt x="15240" y="538162"/>
                  </a:moveTo>
                  <a:cubicBezTo>
                    <a:pt x="34290" y="534352"/>
                    <a:pt x="53340" y="536257"/>
                    <a:pt x="72390" y="538162"/>
                  </a:cubicBezTo>
                  <a:cubicBezTo>
                    <a:pt x="58102" y="359092"/>
                    <a:pt x="57150" y="179070"/>
                    <a:pt x="72390" y="0"/>
                  </a:cubicBezTo>
                  <a:cubicBezTo>
                    <a:pt x="72390" y="0"/>
                    <a:pt x="60960" y="6667"/>
                    <a:pt x="43815" y="7620"/>
                  </a:cubicBezTo>
                  <a:cubicBezTo>
                    <a:pt x="26670" y="9525"/>
                    <a:pt x="15240" y="0"/>
                    <a:pt x="15240" y="0"/>
                  </a:cubicBezTo>
                  <a:cubicBezTo>
                    <a:pt x="16192" y="180022"/>
                    <a:pt x="0" y="360045"/>
                    <a:pt x="15240" y="538162"/>
                  </a:cubicBezTo>
                </a:path>
              </a:pathLst>
            </a:custGeom>
            <a:noFill/>
            <a:ln w="28575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17"/>
            <p:cNvSpPr/>
            <p:nvPr/>
          </p:nvSpPr>
          <p:spPr>
            <a:xfrm>
              <a:off x="3618547" y="3850957"/>
              <a:ext cx="687705" cy="131445"/>
            </a:xfrm>
            <a:custGeom>
              <a:avLst/>
              <a:gdLst/>
              <a:ahLst/>
              <a:cxnLst/>
              <a:rect l="l" t="t" r="r" b="b"/>
              <a:pathLst>
                <a:path w="687705" h="131445" extrusionOk="0">
                  <a:moveTo>
                    <a:pt x="61913" y="16192"/>
                  </a:moveTo>
                  <a:lnTo>
                    <a:pt x="625792" y="16192"/>
                  </a:lnTo>
                  <a:cubicBezTo>
                    <a:pt x="659459" y="16192"/>
                    <a:pt x="686752" y="43485"/>
                    <a:pt x="686752" y="77152"/>
                  </a:cubicBezTo>
                  <a:cubicBezTo>
                    <a:pt x="686752" y="85569"/>
                    <a:pt x="679928" y="92392"/>
                    <a:pt x="671512" y="92392"/>
                  </a:cubicBezTo>
                  <a:lnTo>
                    <a:pt x="16192" y="92392"/>
                  </a:lnTo>
                  <a:cubicBezTo>
                    <a:pt x="7775" y="92392"/>
                    <a:pt x="952" y="85568"/>
                    <a:pt x="952" y="77152"/>
                  </a:cubicBezTo>
                  <a:cubicBezTo>
                    <a:pt x="952" y="43484"/>
                    <a:pt x="28245" y="16192"/>
                    <a:pt x="61913" y="16192"/>
                  </a:cubicBezTo>
                  <a:close/>
                  <a:moveTo>
                    <a:pt x="61912" y="16192"/>
                  </a:moveTo>
                  <a:cubicBezTo>
                    <a:pt x="28575" y="22859"/>
                    <a:pt x="2857" y="43814"/>
                    <a:pt x="952" y="77152"/>
                  </a:cubicBezTo>
                  <a:cubicBezTo>
                    <a:pt x="0" y="85725"/>
                    <a:pt x="7620" y="90487"/>
                    <a:pt x="16192" y="92392"/>
                  </a:cubicBezTo>
                  <a:cubicBezTo>
                    <a:pt x="231457" y="131445"/>
                    <a:pt x="453390" y="106679"/>
                    <a:pt x="671512" y="92392"/>
                  </a:cubicBezTo>
                  <a:cubicBezTo>
                    <a:pt x="680085" y="91439"/>
                    <a:pt x="687705" y="85725"/>
                    <a:pt x="686752" y="77152"/>
                  </a:cubicBezTo>
                  <a:cubicBezTo>
                    <a:pt x="681990" y="43814"/>
                    <a:pt x="658177" y="7620"/>
                    <a:pt x="625792" y="16192"/>
                  </a:cubicBezTo>
                  <a:cubicBezTo>
                    <a:pt x="443865" y="63817"/>
                    <a:pt x="249555" y="0"/>
                    <a:pt x="61912" y="16192"/>
                  </a:cubicBezTo>
                </a:path>
              </a:pathLst>
            </a:custGeom>
            <a:noFill/>
            <a:ln w="28575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7"/>
            <p:cNvSpPr/>
            <p:nvPr/>
          </p:nvSpPr>
          <p:spPr>
            <a:xfrm>
              <a:off x="3733800" y="3784282"/>
              <a:ext cx="459104" cy="97154"/>
            </a:xfrm>
            <a:custGeom>
              <a:avLst/>
              <a:gdLst/>
              <a:ahLst/>
              <a:cxnLst/>
              <a:rect l="l" t="t" r="r" b="b"/>
              <a:pathLst>
                <a:path w="459104" h="97154" extrusionOk="0">
                  <a:moveTo>
                    <a:pt x="57150" y="6667"/>
                  </a:moveTo>
                  <a:lnTo>
                    <a:pt x="400050" y="6667"/>
                  </a:lnTo>
                  <a:cubicBezTo>
                    <a:pt x="431612" y="6667"/>
                    <a:pt x="457200" y="32254"/>
                    <a:pt x="457200" y="63817"/>
                  </a:cubicBezTo>
                  <a:lnTo>
                    <a:pt x="457200" y="82867"/>
                  </a:lnTo>
                  <a:lnTo>
                    <a:pt x="0" y="82867"/>
                  </a:lnTo>
                  <a:lnTo>
                    <a:pt x="0" y="63816"/>
                  </a:lnTo>
                  <a:cubicBezTo>
                    <a:pt x="0" y="32254"/>
                    <a:pt x="25587" y="6667"/>
                    <a:pt x="57150" y="6667"/>
                  </a:cubicBezTo>
                  <a:close/>
                  <a:moveTo>
                    <a:pt x="57150" y="6667"/>
                  </a:moveTo>
                  <a:cubicBezTo>
                    <a:pt x="26670" y="13334"/>
                    <a:pt x="1904" y="32384"/>
                    <a:pt x="0" y="63817"/>
                  </a:cubicBezTo>
                  <a:cubicBezTo>
                    <a:pt x="0" y="70484"/>
                    <a:pt x="952" y="76200"/>
                    <a:pt x="0" y="82867"/>
                  </a:cubicBezTo>
                  <a:cubicBezTo>
                    <a:pt x="152400" y="81914"/>
                    <a:pt x="305752" y="97154"/>
                    <a:pt x="457200" y="82867"/>
                  </a:cubicBezTo>
                  <a:cubicBezTo>
                    <a:pt x="456247" y="76200"/>
                    <a:pt x="459104" y="70484"/>
                    <a:pt x="457200" y="63817"/>
                  </a:cubicBezTo>
                  <a:cubicBezTo>
                    <a:pt x="449579" y="33337"/>
                    <a:pt x="431482" y="5714"/>
                    <a:pt x="400050" y="6667"/>
                  </a:cubicBezTo>
                  <a:cubicBezTo>
                    <a:pt x="285750" y="10477"/>
                    <a:pt x="171450" y="0"/>
                    <a:pt x="57150" y="6667"/>
                  </a:cubicBezTo>
                </a:path>
              </a:pathLst>
            </a:custGeom>
            <a:noFill/>
            <a:ln w="28575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p17"/>
          <p:cNvSpPr/>
          <p:nvPr/>
        </p:nvSpPr>
        <p:spPr>
          <a:xfrm>
            <a:off x="6502699" y="4098819"/>
            <a:ext cx="783907" cy="292417"/>
          </a:xfrm>
          <a:custGeom>
            <a:avLst/>
            <a:gdLst/>
            <a:ahLst/>
            <a:cxnLst/>
            <a:rect l="l" t="t" r="r" b="b"/>
            <a:pathLst>
              <a:path w="783907" h="292417" extrusionOk="0">
                <a:moveTo>
                  <a:pt x="0" y="104775"/>
                </a:moveTo>
                <a:lnTo>
                  <a:pt x="7620" y="113347"/>
                </a:lnTo>
                <a:lnTo>
                  <a:pt x="253365" y="200025"/>
                </a:lnTo>
                <a:lnTo>
                  <a:pt x="382904" y="144779"/>
                </a:lnTo>
                <a:lnTo>
                  <a:pt x="200977" y="18097"/>
                </a:lnTo>
                <a:lnTo>
                  <a:pt x="175260" y="29527"/>
                </a:lnTo>
                <a:lnTo>
                  <a:pt x="170497" y="20002"/>
                </a:lnTo>
                <a:lnTo>
                  <a:pt x="0" y="104775"/>
                </a:lnTo>
                <a:moveTo>
                  <a:pt x="200977" y="18097"/>
                </a:moveTo>
                <a:lnTo>
                  <a:pt x="382904" y="144779"/>
                </a:lnTo>
                <a:lnTo>
                  <a:pt x="373379" y="277177"/>
                </a:lnTo>
                <a:lnTo>
                  <a:pt x="190500" y="169545"/>
                </a:lnTo>
                <a:lnTo>
                  <a:pt x="200977" y="18097"/>
                </a:lnTo>
                <a:moveTo>
                  <a:pt x="373379" y="277177"/>
                </a:moveTo>
                <a:lnTo>
                  <a:pt x="614362" y="118109"/>
                </a:lnTo>
                <a:lnTo>
                  <a:pt x="446722" y="0"/>
                </a:lnTo>
                <a:lnTo>
                  <a:pt x="190500" y="169545"/>
                </a:lnTo>
                <a:lnTo>
                  <a:pt x="373379" y="277177"/>
                </a:lnTo>
                <a:moveTo>
                  <a:pt x="446722" y="0"/>
                </a:moveTo>
                <a:lnTo>
                  <a:pt x="403860" y="179070"/>
                </a:lnTo>
                <a:lnTo>
                  <a:pt x="572452" y="292417"/>
                </a:lnTo>
                <a:lnTo>
                  <a:pt x="614362" y="118109"/>
                </a:lnTo>
                <a:lnTo>
                  <a:pt x="446722" y="0"/>
                </a:lnTo>
                <a:moveTo>
                  <a:pt x="572452" y="292417"/>
                </a:moveTo>
                <a:lnTo>
                  <a:pt x="783907" y="140017"/>
                </a:lnTo>
                <a:lnTo>
                  <a:pt x="636270" y="11429"/>
                </a:lnTo>
                <a:lnTo>
                  <a:pt x="403860" y="179070"/>
                </a:lnTo>
                <a:lnTo>
                  <a:pt x="572452" y="292417"/>
                </a:lnTo>
                <a:moveTo>
                  <a:pt x="636270" y="11429"/>
                </a:moveTo>
                <a:lnTo>
                  <a:pt x="783907" y="140017"/>
                </a:lnTo>
                <a:lnTo>
                  <a:pt x="738187" y="225742"/>
                </a:lnTo>
                <a:lnTo>
                  <a:pt x="569595" y="136207"/>
                </a:lnTo>
                <a:lnTo>
                  <a:pt x="636270" y="11429"/>
                </a:lnTo>
              </a:path>
            </a:pathLst>
          </a:custGeom>
          <a:solidFill>
            <a:srgbClr val="6070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6553182" y="4101677"/>
            <a:ext cx="710565" cy="233362"/>
          </a:xfrm>
          <a:custGeom>
            <a:avLst/>
            <a:gdLst/>
            <a:ahLst/>
            <a:cxnLst/>
            <a:rect l="l" t="t" r="r" b="b"/>
            <a:pathLst>
              <a:path w="710565" h="233362" extrusionOk="0">
                <a:moveTo>
                  <a:pt x="0" y="76200"/>
                </a:moveTo>
                <a:cubicBezTo>
                  <a:pt x="0" y="161420"/>
                  <a:pt x="69084" y="230504"/>
                  <a:pt x="154304" y="230504"/>
                </a:cubicBezTo>
                <a:lnTo>
                  <a:pt x="531494" y="230504"/>
                </a:lnTo>
                <a:cubicBezTo>
                  <a:pt x="616715" y="230504"/>
                  <a:pt x="685800" y="161420"/>
                  <a:pt x="685800" y="76200"/>
                </a:cubicBezTo>
                <a:cubicBezTo>
                  <a:pt x="685800" y="66731"/>
                  <a:pt x="678123" y="59054"/>
                  <a:pt x="668655" y="59054"/>
                </a:cubicBezTo>
                <a:lnTo>
                  <a:pt x="17145" y="59054"/>
                </a:lnTo>
                <a:cubicBezTo>
                  <a:pt x="7676" y="59054"/>
                  <a:pt x="0" y="66731"/>
                  <a:pt x="0" y="76200"/>
                </a:cubicBezTo>
                <a:close/>
                <a:moveTo>
                  <a:pt x="0" y="76200"/>
                </a:moveTo>
                <a:cubicBezTo>
                  <a:pt x="1904" y="66675"/>
                  <a:pt x="7620" y="61912"/>
                  <a:pt x="17145" y="59054"/>
                </a:cubicBezTo>
                <a:cubicBezTo>
                  <a:pt x="225742" y="0"/>
                  <a:pt x="451484" y="61912"/>
                  <a:pt x="668655" y="59054"/>
                </a:cubicBezTo>
                <a:cubicBezTo>
                  <a:pt x="678180" y="59054"/>
                  <a:pt x="682942" y="67627"/>
                  <a:pt x="685800" y="76200"/>
                </a:cubicBezTo>
                <a:cubicBezTo>
                  <a:pt x="710565" y="158114"/>
                  <a:pt x="616267" y="232409"/>
                  <a:pt x="531494" y="230504"/>
                </a:cubicBezTo>
                <a:cubicBezTo>
                  <a:pt x="405765" y="227647"/>
                  <a:pt x="280034" y="233362"/>
                  <a:pt x="154304" y="230504"/>
                </a:cubicBezTo>
                <a:cubicBezTo>
                  <a:pt x="69532" y="228600"/>
                  <a:pt x="8572" y="160972"/>
                  <a:pt x="0" y="76200"/>
                </a:cubicBezTo>
              </a:path>
            </a:pathLst>
          </a:custGeom>
          <a:noFill/>
          <a:ln w="28575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4878687" y="4092152"/>
            <a:ext cx="835342" cy="261937"/>
          </a:xfrm>
          <a:custGeom>
            <a:avLst/>
            <a:gdLst/>
            <a:ahLst/>
            <a:cxnLst/>
            <a:rect l="l" t="t" r="r" b="b"/>
            <a:pathLst>
              <a:path w="835342" h="261937" extrusionOk="0">
                <a:moveTo>
                  <a:pt x="0" y="78104"/>
                </a:moveTo>
                <a:lnTo>
                  <a:pt x="7620" y="156209"/>
                </a:lnTo>
                <a:lnTo>
                  <a:pt x="209550" y="261937"/>
                </a:lnTo>
                <a:lnTo>
                  <a:pt x="189547" y="59054"/>
                </a:lnTo>
                <a:lnTo>
                  <a:pt x="0" y="78104"/>
                </a:lnTo>
                <a:moveTo>
                  <a:pt x="209550" y="261937"/>
                </a:moveTo>
                <a:lnTo>
                  <a:pt x="421957" y="144779"/>
                </a:lnTo>
                <a:lnTo>
                  <a:pt x="258127" y="17145"/>
                </a:lnTo>
                <a:lnTo>
                  <a:pt x="7620" y="156209"/>
                </a:lnTo>
                <a:lnTo>
                  <a:pt x="209550" y="261937"/>
                </a:lnTo>
                <a:moveTo>
                  <a:pt x="258127" y="17145"/>
                </a:moveTo>
                <a:lnTo>
                  <a:pt x="421957" y="144779"/>
                </a:lnTo>
                <a:lnTo>
                  <a:pt x="393382" y="254317"/>
                </a:lnTo>
                <a:lnTo>
                  <a:pt x="230504" y="126682"/>
                </a:lnTo>
                <a:lnTo>
                  <a:pt x="258127" y="17145"/>
                </a:lnTo>
                <a:moveTo>
                  <a:pt x="393382" y="254317"/>
                </a:moveTo>
                <a:lnTo>
                  <a:pt x="608647" y="137159"/>
                </a:lnTo>
                <a:lnTo>
                  <a:pt x="381952" y="43814"/>
                </a:lnTo>
                <a:lnTo>
                  <a:pt x="230504" y="126682"/>
                </a:lnTo>
                <a:lnTo>
                  <a:pt x="393382" y="254317"/>
                </a:lnTo>
                <a:moveTo>
                  <a:pt x="381952" y="43814"/>
                </a:moveTo>
                <a:lnTo>
                  <a:pt x="411479" y="142875"/>
                </a:lnTo>
                <a:lnTo>
                  <a:pt x="638175" y="233362"/>
                </a:lnTo>
                <a:lnTo>
                  <a:pt x="608647" y="137159"/>
                </a:lnTo>
                <a:lnTo>
                  <a:pt x="381952" y="43814"/>
                </a:lnTo>
                <a:moveTo>
                  <a:pt x="638175" y="233362"/>
                </a:moveTo>
                <a:lnTo>
                  <a:pt x="835342" y="120967"/>
                </a:lnTo>
                <a:lnTo>
                  <a:pt x="662940" y="0"/>
                </a:lnTo>
                <a:lnTo>
                  <a:pt x="411479" y="142875"/>
                </a:lnTo>
                <a:lnTo>
                  <a:pt x="638175" y="233362"/>
                </a:lnTo>
                <a:moveTo>
                  <a:pt x="662940" y="0"/>
                </a:moveTo>
                <a:lnTo>
                  <a:pt x="835342" y="120967"/>
                </a:lnTo>
                <a:lnTo>
                  <a:pt x="818197" y="223837"/>
                </a:lnTo>
                <a:lnTo>
                  <a:pt x="630554" y="192404"/>
                </a:lnTo>
                <a:lnTo>
                  <a:pt x="662940" y="0"/>
                </a:lnTo>
              </a:path>
            </a:pathLst>
          </a:custGeom>
          <a:solidFill>
            <a:srgbClr val="34677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4950124" y="4140729"/>
            <a:ext cx="690562" cy="201930"/>
          </a:xfrm>
          <a:custGeom>
            <a:avLst/>
            <a:gdLst/>
            <a:ahLst/>
            <a:cxnLst/>
            <a:rect l="l" t="t" r="r" b="b"/>
            <a:pathLst>
              <a:path w="690562" h="201930" extrusionOk="0">
                <a:moveTo>
                  <a:pt x="2857" y="37147"/>
                </a:moveTo>
                <a:cubicBezTo>
                  <a:pt x="2857" y="122367"/>
                  <a:pt x="71942" y="191452"/>
                  <a:pt x="157162" y="191452"/>
                </a:cubicBezTo>
                <a:lnTo>
                  <a:pt x="534352" y="191452"/>
                </a:lnTo>
                <a:cubicBezTo>
                  <a:pt x="619572" y="191452"/>
                  <a:pt x="688657" y="122367"/>
                  <a:pt x="688657" y="37147"/>
                </a:cubicBezTo>
                <a:cubicBezTo>
                  <a:pt x="688657" y="27678"/>
                  <a:pt x="680981" y="20002"/>
                  <a:pt x="671512" y="20002"/>
                </a:cubicBezTo>
                <a:lnTo>
                  <a:pt x="20002" y="20002"/>
                </a:lnTo>
                <a:cubicBezTo>
                  <a:pt x="10533" y="20002"/>
                  <a:pt x="2857" y="27678"/>
                  <a:pt x="2857" y="37147"/>
                </a:cubicBezTo>
                <a:close/>
                <a:moveTo>
                  <a:pt x="2857" y="37147"/>
                </a:moveTo>
                <a:cubicBezTo>
                  <a:pt x="5715" y="28575"/>
                  <a:pt x="10477" y="20955"/>
                  <a:pt x="20002" y="20002"/>
                </a:cubicBezTo>
                <a:cubicBezTo>
                  <a:pt x="236220" y="0"/>
                  <a:pt x="454342" y="26670"/>
                  <a:pt x="671512" y="20002"/>
                </a:cubicBezTo>
                <a:cubicBezTo>
                  <a:pt x="681037" y="20002"/>
                  <a:pt x="690562" y="27622"/>
                  <a:pt x="688657" y="37147"/>
                </a:cubicBezTo>
                <a:cubicBezTo>
                  <a:pt x="675322" y="120967"/>
                  <a:pt x="620077" y="190500"/>
                  <a:pt x="534352" y="191452"/>
                </a:cubicBezTo>
                <a:cubicBezTo>
                  <a:pt x="408622" y="193357"/>
                  <a:pt x="281940" y="176212"/>
                  <a:pt x="157162" y="191452"/>
                </a:cubicBezTo>
                <a:cubicBezTo>
                  <a:pt x="72390" y="201930"/>
                  <a:pt x="0" y="121920"/>
                  <a:pt x="2857" y="37147"/>
                </a:cubicBezTo>
              </a:path>
            </a:pathLst>
          </a:custGeom>
          <a:noFill/>
          <a:ln w="28575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4193394" y="1619962"/>
            <a:ext cx="388709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Results &amp; Discussion 1:</a:t>
            </a:r>
            <a:br>
              <a:rPr lang="en-US" sz="2000" b="1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2000" b="1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Predictive Performance vs Reliability</a:t>
            </a:r>
            <a:endParaRPr dirty="0"/>
          </a:p>
        </p:txBody>
      </p:sp>
      <p:sp>
        <p:nvSpPr>
          <p:cNvPr id="175" name="Google Shape;175;p17"/>
          <p:cNvSpPr txBox="1"/>
          <p:nvPr/>
        </p:nvSpPr>
        <p:spPr>
          <a:xfrm>
            <a:off x="7258032" y="2649400"/>
            <a:ext cx="1298006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Near Target</a:t>
            </a:r>
            <a:br>
              <a:rPr lang="en-US" sz="16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6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Coverage</a:t>
            </a:r>
            <a:endParaRPr dirty="0"/>
          </a:p>
        </p:txBody>
      </p:sp>
      <p:sp>
        <p:nvSpPr>
          <p:cNvPr id="176" name="Google Shape;176;p17"/>
          <p:cNvSpPr txBox="1"/>
          <p:nvPr/>
        </p:nvSpPr>
        <p:spPr>
          <a:xfrm>
            <a:off x="3929674" y="2878000"/>
            <a:ext cx="100423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Subpar</a:t>
            </a:r>
            <a:br>
              <a:rPr lang="en-US" sz="16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6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Accuracy</a:t>
            </a:r>
            <a:endParaRPr dirty="0"/>
          </a:p>
        </p:txBody>
      </p:sp>
      <p:sp>
        <p:nvSpPr>
          <p:cNvPr id="177" name="Google Shape;177;p17"/>
          <p:cNvSpPr txBox="1"/>
          <p:nvPr/>
        </p:nvSpPr>
        <p:spPr>
          <a:xfrm>
            <a:off x="3806015" y="3678100"/>
            <a:ext cx="112793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Limited Gains</a:t>
            </a:r>
            <a:endParaRPr dirty="0"/>
          </a:p>
        </p:txBody>
      </p:sp>
      <p:sp>
        <p:nvSpPr>
          <p:cNvPr id="178" name="Google Shape;178;p17"/>
          <p:cNvSpPr txBox="1"/>
          <p:nvPr/>
        </p:nvSpPr>
        <p:spPr>
          <a:xfrm>
            <a:off x="7258032" y="3449500"/>
            <a:ext cx="132658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Calibrated</a:t>
            </a:r>
            <a:br>
              <a:rPr lang="en-US" sz="16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6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Uncertainty</a:t>
            </a:r>
            <a:endParaRPr dirty="0"/>
          </a:p>
        </p:txBody>
      </p:sp>
      <p:sp>
        <p:nvSpPr>
          <p:cNvPr id="179" name="Google Shape;179;p17"/>
          <p:cNvSpPr txBox="1"/>
          <p:nvPr/>
        </p:nvSpPr>
        <p:spPr>
          <a:xfrm>
            <a:off x="4016118" y="4878250"/>
            <a:ext cx="1336316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Predictive</a:t>
            </a:r>
            <a:br>
              <a:rPr lang="en-US" sz="16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6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Performance</a:t>
            </a:r>
            <a:endParaRPr dirty="0"/>
          </a:p>
        </p:txBody>
      </p:sp>
      <p:sp>
        <p:nvSpPr>
          <p:cNvPr id="180" name="Google Shape;180;p17"/>
          <p:cNvSpPr txBox="1"/>
          <p:nvPr/>
        </p:nvSpPr>
        <p:spPr>
          <a:xfrm>
            <a:off x="6874022" y="4878250"/>
            <a:ext cx="152997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Conformal Validity</a:t>
            </a:r>
            <a:endParaRPr dirty="0"/>
          </a:p>
        </p:txBody>
      </p:sp>
      <p:sp>
        <p:nvSpPr>
          <p:cNvPr id="181" name="Google Shape;181;p17"/>
          <p:cNvSpPr/>
          <p:nvPr/>
        </p:nvSpPr>
        <p:spPr>
          <a:xfrm>
            <a:off x="6658723" y="2627207"/>
            <a:ext cx="456433" cy="459789"/>
          </a:xfrm>
          <a:custGeom>
            <a:avLst/>
            <a:gdLst/>
            <a:ahLst/>
            <a:cxnLst/>
            <a:rect l="l" t="t" r="r" b="b"/>
            <a:pathLst>
              <a:path w="456433" h="459789" extrusionOk="0">
                <a:moveTo>
                  <a:pt x="240787" y="215645"/>
                </a:moveTo>
                <a:cubicBezTo>
                  <a:pt x="211801" y="186642"/>
                  <a:pt x="166358" y="182165"/>
                  <a:pt x="132269" y="204954"/>
                </a:cubicBezTo>
                <a:cubicBezTo>
                  <a:pt x="98180" y="227743"/>
                  <a:pt x="84946" y="271445"/>
                  <a:pt x="100667" y="309317"/>
                </a:cubicBezTo>
                <a:cubicBezTo>
                  <a:pt x="116387" y="347189"/>
                  <a:pt x="156679" y="368673"/>
                  <a:pt x="196886" y="360622"/>
                </a:cubicBezTo>
                <a:cubicBezTo>
                  <a:pt x="237093" y="352571"/>
                  <a:pt x="266007" y="317229"/>
                  <a:pt x="265933" y="276225"/>
                </a:cubicBezTo>
                <a:cubicBezTo>
                  <a:pt x="265961" y="266421"/>
                  <a:pt x="264285" y="256688"/>
                  <a:pt x="260980" y="247459"/>
                </a:cubicBezTo>
                <a:moveTo>
                  <a:pt x="320035" y="194500"/>
                </a:moveTo>
                <a:cubicBezTo>
                  <a:pt x="363819" y="268071"/>
                  <a:pt x="342930" y="362999"/>
                  <a:pt x="272306" y="411394"/>
                </a:cubicBezTo>
                <a:cubicBezTo>
                  <a:pt x="201683" y="459789"/>
                  <a:pt x="105614" y="445006"/>
                  <a:pt x="52807" y="377617"/>
                </a:cubicBezTo>
                <a:cubicBezTo>
                  <a:pt x="0" y="310229"/>
                  <a:pt x="8616" y="213412"/>
                  <a:pt x="72493" y="156408"/>
                </a:cubicBezTo>
                <a:cubicBezTo>
                  <a:pt x="136370" y="99405"/>
                  <a:pt x="233540" y="101819"/>
                  <a:pt x="294508" y="161925"/>
                </a:cubicBezTo>
                <a:moveTo>
                  <a:pt x="65717" y="390715"/>
                </a:moveTo>
                <a:lnTo>
                  <a:pt x="18283" y="438150"/>
                </a:lnTo>
                <a:moveTo>
                  <a:pt x="342133" y="438150"/>
                </a:moveTo>
                <a:lnTo>
                  <a:pt x="294698" y="390715"/>
                </a:lnTo>
                <a:moveTo>
                  <a:pt x="321749" y="134683"/>
                </a:moveTo>
                <a:lnTo>
                  <a:pt x="395854" y="141541"/>
                </a:lnTo>
                <a:lnTo>
                  <a:pt x="456433" y="80962"/>
                </a:lnTo>
                <a:lnTo>
                  <a:pt x="395854" y="60579"/>
                </a:lnTo>
                <a:lnTo>
                  <a:pt x="375470" y="0"/>
                </a:lnTo>
                <a:lnTo>
                  <a:pt x="314891" y="60579"/>
                </a:lnTo>
                <a:close/>
                <a:moveTo>
                  <a:pt x="370708" y="85725"/>
                </a:moveTo>
                <a:lnTo>
                  <a:pt x="180208" y="276225"/>
                </a:lnTo>
                <a:moveTo>
                  <a:pt x="241168" y="215264"/>
                </a:moveTo>
                <a:cubicBezTo>
                  <a:pt x="210688" y="186689"/>
                  <a:pt x="159253" y="175260"/>
                  <a:pt x="132583" y="205739"/>
                </a:cubicBezTo>
                <a:cubicBezTo>
                  <a:pt x="104008" y="236219"/>
                  <a:pt x="79243" y="274319"/>
                  <a:pt x="100198" y="308610"/>
                </a:cubicBezTo>
                <a:cubicBezTo>
                  <a:pt x="121153" y="344805"/>
                  <a:pt x="157348" y="371475"/>
                  <a:pt x="197353" y="360044"/>
                </a:cubicBezTo>
                <a:cubicBezTo>
                  <a:pt x="235453" y="348614"/>
                  <a:pt x="256408" y="316230"/>
                  <a:pt x="265933" y="276225"/>
                </a:cubicBezTo>
                <a:cubicBezTo>
                  <a:pt x="267838" y="266700"/>
                  <a:pt x="265933" y="255269"/>
                  <a:pt x="260218" y="247650"/>
                </a:cubicBezTo>
                <a:moveTo>
                  <a:pt x="319273" y="194310"/>
                </a:moveTo>
                <a:cubicBezTo>
                  <a:pt x="374518" y="260985"/>
                  <a:pt x="347848" y="369569"/>
                  <a:pt x="271648" y="411480"/>
                </a:cubicBezTo>
                <a:cubicBezTo>
                  <a:pt x="197353" y="453389"/>
                  <a:pt x="98293" y="449580"/>
                  <a:pt x="52573" y="377189"/>
                </a:cubicBezTo>
                <a:cubicBezTo>
                  <a:pt x="8758" y="304800"/>
                  <a:pt x="12568" y="217169"/>
                  <a:pt x="71623" y="156210"/>
                </a:cubicBezTo>
                <a:cubicBezTo>
                  <a:pt x="132583" y="95250"/>
                  <a:pt x="239263" y="95250"/>
                  <a:pt x="294508" y="161925"/>
                </a:cubicBezTo>
                <a:moveTo>
                  <a:pt x="18283" y="438150"/>
                </a:moveTo>
                <a:cubicBezTo>
                  <a:pt x="29713" y="419100"/>
                  <a:pt x="52573" y="409575"/>
                  <a:pt x="65908" y="390525"/>
                </a:cubicBezTo>
                <a:moveTo>
                  <a:pt x="294508" y="390525"/>
                </a:moveTo>
                <a:cubicBezTo>
                  <a:pt x="313558" y="401955"/>
                  <a:pt x="330703" y="419100"/>
                  <a:pt x="342133" y="438150"/>
                </a:cubicBezTo>
                <a:moveTo>
                  <a:pt x="321178" y="135255"/>
                </a:moveTo>
                <a:cubicBezTo>
                  <a:pt x="323083" y="110489"/>
                  <a:pt x="309748" y="83819"/>
                  <a:pt x="315463" y="60960"/>
                </a:cubicBezTo>
                <a:cubicBezTo>
                  <a:pt x="334513" y="40004"/>
                  <a:pt x="363088" y="26670"/>
                  <a:pt x="376423" y="0"/>
                </a:cubicBezTo>
                <a:cubicBezTo>
                  <a:pt x="374518" y="20954"/>
                  <a:pt x="393568" y="40004"/>
                  <a:pt x="395473" y="60960"/>
                </a:cubicBezTo>
                <a:cubicBezTo>
                  <a:pt x="416428" y="68580"/>
                  <a:pt x="439288" y="68580"/>
                  <a:pt x="456433" y="81914"/>
                </a:cubicBezTo>
                <a:cubicBezTo>
                  <a:pt x="439288" y="104775"/>
                  <a:pt x="422143" y="129539"/>
                  <a:pt x="395473" y="140969"/>
                </a:cubicBezTo>
                <a:cubicBezTo>
                  <a:pt x="370708" y="146685"/>
                  <a:pt x="345943" y="140969"/>
                  <a:pt x="321178" y="135255"/>
                </a:cubicBezTo>
                <a:moveTo>
                  <a:pt x="180208" y="276225"/>
                </a:moveTo>
                <a:cubicBezTo>
                  <a:pt x="239263" y="209550"/>
                  <a:pt x="288793" y="121919"/>
                  <a:pt x="370708" y="85725"/>
                </a:cubicBezTo>
              </a:path>
            </a:pathLst>
          </a:custGeom>
          <a:noFill/>
          <a:ln w="14275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5082522" y="2880572"/>
            <a:ext cx="423353" cy="394335"/>
          </a:xfrm>
          <a:custGeom>
            <a:avLst/>
            <a:gdLst/>
            <a:ahLst/>
            <a:cxnLst/>
            <a:rect l="l" t="t" r="r" b="b"/>
            <a:pathLst>
              <a:path w="423353" h="394335" extrusionOk="0">
                <a:moveTo>
                  <a:pt x="213359" y="93002"/>
                </a:moveTo>
                <a:lnTo>
                  <a:pt x="213359" y="388277"/>
                </a:lnTo>
                <a:moveTo>
                  <a:pt x="260984" y="388277"/>
                </a:moveTo>
                <a:lnTo>
                  <a:pt x="165734" y="388277"/>
                </a:lnTo>
                <a:moveTo>
                  <a:pt x="137159" y="273977"/>
                </a:moveTo>
                <a:lnTo>
                  <a:pt x="70484" y="131787"/>
                </a:lnTo>
                <a:lnTo>
                  <a:pt x="3809" y="273977"/>
                </a:lnTo>
                <a:moveTo>
                  <a:pt x="184784" y="64427"/>
                </a:moveTo>
                <a:cubicBezTo>
                  <a:pt x="184784" y="80208"/>
                  <a:pt x="197578" y="93002"/>
                  <a:pt x="213359" y="93002"/>
                </a:cubicBezTo>
                <a:cubicBezTo>
                  <a:pt x="229141" y="93002"/>
                  <a:pt x="241934" y="80208"/>
                  <a:pt x="241934" y="64427"/>
                </a:cubicBezTo>
                <a:cubicBezTo>
                  <a:pt x="241934" y="48645"/>
                  <a:pt x="229141" y="35852"/>
                  <a:pt x="213359" y="35852"/>
                </a:cubicBezTo>
                <a:cubicBezTo>
                  <a:pt x="197578" y="35852"/>
                  <a:pt x="184784" y="48645"/>
                  <a:pt x="184784" y="64427"/>
                </a:cubicBezTo>
                <a:close/>
                <a:moveTo>
                  <a:pt x="70484" y="340652"/>
                </a:moveTo>
                <a:cubicBezTo>
                  <a:pt x="52669" y="341095"/>
                  <a:pt x="35451" y="334213"/>
                  <a:pt x="22849" y="321612"/>
                </a:cubicBezTo>
                <a:cubicBezTo>
                  <a:pt x="10248" y="309010"/>
                  <a:pt x="3366" y="291792"/>
                  <a:pt x="3809" y="273977"/>
                </a:cubicBezTo>
                <a:lnTo>
                  <a:pt x="137159" y="273977"/>
                </a:lnTo>
                <a:cubicBezTo>
                  <a:pt x="137603" y="291792"/>
                  <a:pt x="130721" y="309010"/>
                  <a:pt x="118120" y="321612"/>
                </a:cubicBezTo>
                <a:cubicBezTo>
                  <a:pt x="105518" y="334213"/>
                  <a:pt x="88300" y="341095"/>
                  <a:pt x="70484" y="340652"/>
                </a:cubicBezTo>
                <a:close/>
                <a:moveTo>
                  <a:pt x="289559" y="159677"/>
                </a:moveTo>
                <a:lnTo>
                  <a:pt x="356234" y="16173"/>
                </a:lnTo>
                <a:lnTo>
                  <a:pt x="422909" y="159677"/>
                </a:lnTo>
                <a:moveTo>
                  <a:pt x="356234" y="226352"/>
                </a:moveTo>
                <a:cubicBezTo>
                  <a:pt x="338419" y="226795"/>
                  <a:pt x="321201" y="219913"/>
                  <a:pt x="308599" y="207312"/>
                </a:cubicBezTo>
                <a:cubicBezTo>
                  <a:pt x="295998" y="194710"/>
                  <a:pt x="289116" y="177492"/>
                  <a:pt x="289559" y="159677"/>
                </a:cubicBezTo>
                <a:lnTo>
                  <a:pt x="422909" y="159677"/>
                </a:lnTo>
                <a:cubicBezTo>
                  <a:pt x="423353" y="177492"/>
                  <a:pt x="416471" y="194710"/>
                  <a:pt x="403870" y="207312"/>
                </a:cubicBezTo>
                <a:cubicBezTo>
                  <a:pt x="391268" y="219913"/>
                  <a:pt x="374050" y="226795"/>
                  <a:pt x="356234" y="226352"/>
                </a:cubicBezTo>
                <a:close/>
                <a:moveTo>
                  <a:pt x="241820" y="62445"/>
                </a:moveTo>
                <a:lnTo>
                  <a:pt x="395382" y="342"/>
                </a:lnTo>
                <a:moveTo>
                  <a:pt x="31356" y="147580"/>
                </a:moveTo>
                <a:lnTo>
                  <a:pt x="191738" y="82696"/>
                </a:lnTo>
                <a:moveTo>
                  <a:pt x="213359" y="93345"/>
                </a:moveTo>
                <a:cubicBezTo>
                  <a:pt x="196215" y="190499"/>
                  <a:pt x="207645" y="289560"/>
                  <a:pt x="213359" y="388620"/>
                </a:cubicBezTo>
                <a:moveTo>
                  <a:pt x="165734" y="388620"/>
                </a:moveTo>
                <a:cubicBezTo>
                  <a:pt x="196215" y="394335"/>
                  <a:pt x="230504" y="377190"/>
                  <a:pt x="260984" y="388620"/>
                </a:cubicBezTo>
                <a:moveTo>
                  <a:pt x="3809" y="274320"/>
                </a:moveTo>
                <a:cubicBezTo>
                  <a:pt x="5714" y="220979"/>
                  <a:pt x="66675" y="184785"/>
                  <a:pt x="70484" y="131445"/>
                </a:cubicBezTo>
                <a:cubicBezTo>
                  <a:pt x="85725" y="182879"/>
                  <a:pt x="116204" y="226695"/>
                  <a:pt x="137159" y="274320"/>
                </a:cubicBezTo>
                <a:moveTo>
                  <a:pt x="184784" y="64770"/>
                </a:moveTo>
                <a:cubicBezTo>
                  <a:pt x="182879" y="80010"/>
                  <a:pt x="198120" y="87629"/>
                  <a:pt x="213359" y="93345"/>
                </a:cubicBezTo>
                <a:cubicBezTo>
                  <a:pt x="228599" y="99060"/>
                  <a:pt x="238124" y="80010"/>
                  <a:pt x="241934" y="64770"/>
                </a:cubicBezTo>
                <a:cubicBezTo>
                  <a:pt x="245745" y="49529"/>
                  <a:pt x="228599" y="38100"/>
                  <a:pt x="213359" y="36195"/>
                </a:cubicBezTo>
                <a:cubicBezTo>
                  <a:pt x="198120" y="34290"/>
                  <a:pt x="184784" y="47625"/>
                  <a:pt x="184784" y="64770"/>
                </a:cubicBezTo>
                <a:moveTo>
                  <a:pt x="70484" y="340995"/>
                </a:moveTo>
                <a:cubicBezTo>
                  <a:pt x="87629" y="340995"/>
                  <a:pt x="104775" y="333374"/>
                  <a:pt x="118109" y="321945"/>
                </a:cubicBezTo>
                <a:cubicBezTo>
                  <a:pt x="131444" y="308610"/>
                  <a:pt x="139065" y="291465"/>
                  <a:pt x="137159" y="274320"/>
                </a:cubicBezTo>
                <a:cubicBezTo>
                  <a:pt x="93344" y="278129"/>
                  <a:pt x="47625" y="268604"/>
                  <a:pt x="3809" y="274320"/>
                </a:cubicBezTo>
                <a:cubicBezTo>
                  <a:pt x="0" y="291465"/>
                  <a:pt x="9525" y="310515"/>
                  <a:pt x="22859" y="321945"/>
                </a:cubicBezTo>
                <a:cubicBezTo>
                  <a:pt x="36194" y="333374"/>
                  <a:pt x="53340" y="342899"/>
                  <a:pt x="70484" y="340995"/>
                </a:cubicBezTo>
                <a:moveTo>
                  <a:pt x="422909" y="160020"/>
                </a:moveTo>
                <a:cubicBezTo>
                  <a:pt x="392429" y="116204"/>
                  <a:pt x="394334" y="53340"/>
                  <a:pt x="356234" y="15239"/>
                </a:cubicBezTo>
                <a:cubicBezTo>
                  <a:pt x="346709" y="68579"/>
                  <a:pt x="302895" y="108585"/>
                  <a:pt x="289559" y="160020"/>
                </a:cubicBezTo>
                <a:moveTo>
                  <a:pt x="356234" y="226695"/>
                </a:moveTo>
                <a:cubicBezTo>
                  <a:pt x="339090" y="228599"/>
                  <a:pt x="325754" y="215265"/>
                  <a:pt x="308609" y="207645"/>
                </a:cubicBezTo>
                <a:cubicBezTo>
                  <a:pt x="291465" y="200024"/>
                  <a:pt x="295274" y="177165"/>
                  <a:pt x="289559" y="160020"/>
                </a:cubicBezTo>
                <a:cubicBezTo>
                  <a:pt x="333374" y="160020"/>
                  <a:pt x="379095" y="154304"/>
                  <a:pt x="422909" y="160020"/>
                </a:cubicBezTo>
                <a:cubicBezTo>
                  <a:pt x="422909" y="177165"/>
                  <a:pt x="415290" y="194310"/>
                  <a:pt x="403859" y="207645"/>
                </a:cubicBezTo>
                <a:cubicBezTo>
                  <a:pt x="392429" y="220979"/>
                  <a:pt x="373379" y="226695"/>
                  <a:pt x="356234" y="226695"/>
                </a:cubicBezTo>
                <a:moveTo>
                  <a:pt x="241934" y="62865"/>
                </a:moveTo>
                <a:cubicBezTo>
                  <a:pt x="295274" y="45720"/>
                  <a:pt x="346709" y="26670"/>
                  <a:pt x="396240" y="0"/>
                </a:cubicBezTo>
                <a:moveTo>
                  <a:pt x="30479" y="146685"/>
                </a:moveTo>
                <a:cubicBezTo>
                  <a:pt x="85725" y="129540"/>
                  <a:pt x="135254" y="97154"/>
                  <a:pt x="192404" y="81915"/>
                </a:cubicBezTo>
              </a:path>
            </a:pathLst>
          </a:custGeom>
          <a:noFill/>
          <a:ln w="14275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5126337" y="3524462"/>
            <a:ext cx="335280" cy="455295"/>
          </a:xfrm>
          <a:custGeom>
            <a:avLst/>
            <a:gdLst/>
            <a:ahLst/>
            <a:cxnLst/>
            <a:rect l="l" t="t" r="r" b="b"/>
            <a:pathLst>
              <a:path w="335280" h="455295" extrusionOk="0">
                <a:moveTo>
                  <a:pt x="179146" y="398145"/>
                </a:moveTo>
                <a:lnTo>
                  <a:pt x="179146" y="255270"/>
                </a:lnTo>
                <a:moveTo>
                  <a:pt x="121919" y="455295"/>
                </a:moveTo>
                <a:lnTo>
                  <a:pt x="107041" y="410679"/>
                </a:lnTo>
                <a:cubicBezTo>
                  <a:pt x="106067" y="407754"/>
                  <a:pt x="106569" y="404537"/>
                  <a:pt x="108389" y="402048"/>
                </a:cubicBezTo>
                <a:cubicBezTo>
                  <a:pt x="110208" y="399558"/>
                  <a:pt x="113121" y="398104"/>
                  <a:pt x="116204" y="398145"/>
                </a:cubicBezTo>
                <a:lnTo>
                  <a:pt x="242125" y="398145"/>
                </a:lnTo>
                <a:cubicBezTo>
                  <a:pt x="245188" y="398141"/>
                  <a:pt x="248067" y="399611"/>
                  <a:pt x="249860" y="402094"/>
                </a:cubicBezTo>
                <a:cubicBezTo>
                  <a:pt x="251653" y="404578"/>
                  <a:pt x="252142" y="407773"/>
                  <a:pt x="251174" y="410679"/>
                </a:cubicBezTo>
                <a:lnTo>
                  <a:pt x="236219" y="455295"/>
                </a:lnTo>
                <a:moveTo>
                  <a:pt x="74294" y="274320"/>
                </a:moveTo>
                <a:cubicBezTo>
                  <a:pt x="74294" y="274320"/>
                  <a:pt x="93344" y="312420"/>
                  <a:pt x="179069" y="312420"/>
                </a:cubicBezTo>
                <a:moveTo>
                  <a:pt x="245744" y="321945"/>
                </a:moveTo>
                <a:cubicBezTo>
                  <a:pt x="231988" y="339613"/>
                  <a:pt x="210983" y="350116"/>
                  <a:pt x="188594" y="350520"/>
                </a:cubicBezTo>
                <a:lnTo>
                  <a:pt x="179069" y="350520"/>
                </a:lnTo>
                <a:moveTo>
                  <a:pt x="160019" y="188595"/>
                </a:moveTo>
                <a:lnTo>
                  <a:pt x="185908" y="188594"/>
                </a:lnTo>
                <a:cubicBezTo>
                  <a:pt x="194065" y="188578"/>
                  <a:pt x="201068" y="182786"/>
                  <a:pt x="202614" y="174776"/>
                </a:cubicBezTo>
                <a:cubicBezTo>
                  <a:pt x="204160" y="166767"/>
                  <a:pt x="199817" y="158785"/>
                  <a:pt x="192252" y="155733"/>
                </a:cubicBezTo>
                <a:lnTo>
                  <a:pt x="166039" y="145256"/>
                </a:lnTo>
                <a:cubicBezTo>
                  <a:pt x="158478" y="142205"/>
                  <a:pt x="154135" y="134228"/>
                  <a:pt x="155675" y="126222"/>
                </a:cubicBezTo>
                <a:cubicBezTo>
                  <a:pt x="157216" y="118215"/>
                  <a:pt x="164210" y="112420"/>
                  <a:pt x="172364" y="112395"/>
                </a:cubicBezTo>
                <a:lnTo>
                  <a:pt x="198119" y="112395"/>
                </a:lnTo>
                <a:moveTo>
                  <a:pt x="179146" y="93345"/>
                </a:moveTo>
                <a:lnTo>
                  <a:pt x="179146" y="112395"/>
                </a:lnTo>
                <a:moveTo>
                  <a:pt x="179146" y="207645"/>
                </a:moveTo>
                <a:lnTo>
                  <a:pt x="179146" y="188595"/>
                </a:lnTo>
                <a:moveTo>
                  <a:pt x="264794" y="360045"/>
                </a:moveTo>
                <a:cubicBezTo>
                  <a:pt x="301109" y="360310"/>
                  <a:pt x="330930" y="331410"/>
                  <a:pt x="331803" y="295105"/>
                </a:cubicBezTo>
                <a:cubicBezTo>
                  <a:pt x="332677" y="258800"/>
                  <a:pt x="304280" y="228500"/>
                  <a:pt x="267995" y="227018"/>
                </a:cubicBezTo>
                <a:cubicBezTo>
                  <a:pt x="313073" y="180587"/>
                  <a:pt x="314795" y="107274"/>
                  <a:pt x="271946" y="58778"/>
                </a:cubicBezTo>
                <a:cubicBezTo>
                  <a:pt x="229098" y="10281"/>
                  <a:pt x="156131" y="2959"/>
                  <a:pt x="104500" y="41974"/>
                </a:cubicBezTo>
                <a:cubicBezTo>
                  <a:pt x="52870" y="80989"/>
                  <a:pt x="39989" y="153182"/>
                  <a:pt x="74942" y="207645"/>
                </a:cubicBezTo>
                <a:lnTo>
                  <a:pt x="74294" y="207645"/>
                </a:lnTo>
                <a:cubicBezTo>
                  <a:pt x="37471" y="207645"/>
                  <a:pt x="7619" y="237496"/>
                  <a:pt x="7619" y="274320"/>
                </a:cubicBezTo>
                <a:cubicBezTo>
                  <a:pt x="7619" y="311143"/>
                  <a:pt x="37471" y="340995"/>
                  <a:pt x="74294" y="340995"/>
                </a:cubicBezTo>
                <a:moveTo>
                  <a:pt x="179069" y="398145"/>
                </a:moveTo>
                <a:cubicBezTo>
                  <a:pt x="171450" y="350520"/>
                  <a:pt x="175259" y="302895"/>
                  <a:pt x="179069" y="255270"/>
                </a:cubicBezTo>
                <a:moveTo>
                  <a:pt x="121919" y="455295"/>
                </a:moveTo>
                <a:cubicBezTo>
                  <a:pt x="112394" y="441959"/>
                  <a:pt x="110489" y="426720"/>
                  <a:pt x="106679" y="411480"/>
                </a:cubicBezTo>
                <a:cubicBezTo>
                  <a:pt x="106679" y="407670"/>
                  <a:pt x="106679" y="405764"/>
                  <a:pt x="108584" y="401955"/>
                </a:cubicBezTo>
                <a:cubicBezTo>
                  <a:pt x="110489" y="400050"/>
                  <a:pt x="112394" y="398145"/>
                  <a:pt x="116204" y="398145"/>
                </a:cubicBezTo>
                <a:cubicBezTo>
                  <a:pt x="158114" y="405764"/>
                  <a:pt x="200025" y="394334"/>
                  <a:pt x="241934" y="398145"/>
                </a:cubicBezTo>
                <a:cubicBezTo>
                  <a:pt x="245744" y="398145"/>
                  <a:pt x="247650" y="400050"/>
                  <a:pt x="249555" y="401955"/>
                </a:cubicBezTo>
                <a:cubicBezTo>
                  <a:pt x="251459" y="403859"/>
                  <a:pt x="251459" y="407670"/>
                  <a:pt x="251459" y="411480"/>
                </a:cubicBezTo>
                <a:cubicBezTo>
                  <a:pt x="249555" y="426720"/>
                  <a:pt x="241934" y="440055"/>
                  <a:pt x="236219" y="455295"/>
                </a:cubicBezTo>
                <a:moveTo>
                  <a:pt x="179069" y="312420"/>
                </a:moveTo>
                <a:cubicBezTo>
                  <a:pt x="93344" y="304800"/>
                  <a:pt x="74294" y="274320"/>
                  <a:pt x="74294" y="274320"/>
                </a:cubicBezTo>
                <a:moveTo>
                  <a:pt x="179069" y="350520"/>
                </a:moveTo>
                <a:cubicBezTo>
                  <a:pt x="182880" y="350520"/>
                  <a:pt x="184784" y="350520"/>
                  <a:pt x="188594" y="350520"/>
                </a:cubicBezTo>
                <a:cubicBezTo>
                  <a:pt x="209550" y="356234"/>
                  <a:pt x="236219" y="342900"/>
                  <a:pt x="245744" y="321945"/>
                </a:cubicBezTo>
                <a:moveTo>
                  <a:pt x="160019" y="188595"/>
                </a:moveTo>
                <a:cubicBezTo>
                  <a:pt x="167639" y="190500"/>
                  <a:pt x="177164" y="190500"/>
                  <a:pt x="186689" y="188595"/>
                </a:cubicBezTo>
                <a:cubicBezTo>
                  <a:pt x="194309" y="186689"/>
                  <a:pt x="200025" y="182880"/>
                  <a:pt x="201930" y="175260"/>
                </a:cubicBezTo>
                <a:cubicBezTo>
                  <a:pt x="205739" y="167639"/>
                  <a:pt x="200025" y="156210"/>
                  <a:pt x="192405" y="156210"/>
                </a:cubicBezTo>
                <a:cubicBezTo>
                  <a:pt x="182880" y="154305"/>
                  <a:pt x="175259" y="146685"/>
                  <a:pt x="165734" y="144780"/>
                </a:cubicBezTo>
                <a:cubicBezTo>
                  <a:pt x="158114" y="144780"/>
                  <a:pt x="156209" y="135255"/>
                  <a:pt x="156209" y="125730"/>
                </a:cubicBezTo>
                <a:cubicBezTo>
                  <a:pt x="154305" y="118110"/>
                  <a:pt x="163830" y="110489"/>
                  <a:pt x="171450" y="112395"/>
                </a:cubicBezTo>
                <a:cubicBezTo>
                  <a:pt x="180975" y="114300"/>
                  <a:pt x="190500" y="110489"/>
                  <a:pt x="198119" y="112395"/>
                </a:cubicBezTo>
                <a:moveTo>
                  <a:pt x="179069" y="112395"/>
                </a:moveTo>
                <a:cubicBezTo>
                  <a:pt x="179069" y="106680"/>
                  <a:pt x="180975" y="99060"/>
                  <a:pt x="179069" y="93345"/>
                </a:cubicBezTo>
                <a:moveTo>
                  <a:pt x="179069" y="207645"/>
                </a:moveTo>
                <a:cubicBezTo>
                  <a:pt x="179069" y="201930"/>
                  <a:pt x="179069" y="194310"/>
                  <a:pt x="179069" y="188595"/>
                </a:cubicBezTo>
                <a:moveTo>
                  <a:pt x="264794" y="360045"/>
                </a:moveTo>
                <a:cubicBezTo>
                  <a:pt x="299084" y="371475"/>
                  <a:pt x="335280" y="331470"/>
                  <a:pt x="331469" y="295275"/>
                </a:cubicBezTo>
                <a:cubicBezTo>
                  <a:pt x="327659" y="259080"/>
                  <a:pt x="304800" y="228600"/>
                  <a:pt x="268605" y="226695"/>
                </a:cubicBezTo>
                <a:cubicBezTo>
                  <a:pt x="308609" y="175260"/>
                  <a:pt x="320039" y="100964"/>
                  <a:pt x="272414" y="59055"/>
                </a:cubicBezTo>
                <a:cubicBezTo>
                  <a:pt x="222884" y="17145"/>
                  <a:pt x="152400" y="0"/>
                  <a:pt x="104775" y="41910"/>
                </a:cubicBezTo>
                <a:cubicBezTo>
                  <a:pt x="55244" y="85725"/>
                  <a:pt x="43814" y="150495"/>
                  <a:pt x="74294" y="207645"/>
                </a:cubicBezTo>
                <a:cubicBezTo>
                  <a:pt x="38100" y="201930"/>
                  <a:pt x="0" y="238125"/>
                  <a:pt x="7619" y="274320"/>
                </a:cubicBezTo>
                <a:cubicBezTo>
                  <a:pt x="15239" y="310514"/>
                  <a:pt x="38100" y="348614"/>
                  <a:pt x="74294" y="340995"/>
                </a:cubicBezTo>
              </a:path>
            </a:pathLst>
          </a:custGeom>
          <a:noFill/>
          <a:ln w="14275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6656052" y="3410162"/>
            <a:ext cx="464819" cy="455295"/>
          </a:xfrm>
          <a:custGeom>
            <a:avLst/>
            <a:gdLst/>
            <a:ahLst/>
            <a:cxnLst/>
            <a:rect l="l" t="t" r="r" b="b"/>
            <a:pathLst>
              <a:path w="464819" h="455295" extrusionOk="0">
                <a:moveTo>
                  <a:pt x="192404" y="360045"/>
                </a:moveTo>
                <a:lnTo>
                  <a:pt x="192404" y="236220"/>
                </a:lnTo>
                <a:moveTo>
                  <a:pt x="144779" y="188595"/>
                </a:moveTo>
                <a:lnTo>
                  <a:pt x="20954" y="188595"/>
                </a:lnTo>
                <a:moveTo>
                  <a:pt x="192404" y="188595"/>
                </a:moveTo>
                <a:lnTo>
                  <a:pt x="320992" y="77152"/>
                </a:lnTo>
                <a:moveTo>
                  <a:pt x="249554" y="274320"/>
                </a:moveTo>
                <a:cubicBezTo>
                  <a:pt x="249554" y="258538"/>
                  <a:pt x="296464" y="245745"/>
                  <a:pt x="354329" y="245745"/>
                </a:cubicBezTo>
                <a:cubicBezTo>
                  <a:pt x="412195" y="245745"/>
                  <a:pt x="459104" y="258538"/>
                  <a:pt x="459104" y="274320"/>
                </a:cubicBezTo>
                <a:cubicBezTo>
                  <a:pt x="459104" y="290101"/>
                  <a:pt x="412195" y="302895"/>
                  <a:pt x="354329" y="302895"/>
                </a:cubicBezTo>
                <a:cubicBezTo>
                  <a:pt x="296464" y="302895"/>
                  <a:pt x="249554" y="290101"/>
                  <a:pt x="249554" y="274320"/>
                </a:cubicBezTo>
                <a:moveTo>
                  <a:pt x="428434" y="331470"/>
                </a:moveTo>
                <a:cubicBezTo>
                  <a:pt x="406573" y="345961"/>
                  <a:pt x="380469" y="352672"/>
                  <a:pt x="354329" y="350520"/>
                </a:cubicBezTo>
                <a:cubicBezTo>
                  <a:pt x="328190" y="352672"/>
                  <a:pt x="302086" y="345961"/>
                  <a:pt x="280225" y="331470"/>
                </a:cubicBezTo>
                <a:moveTo>
                  <a:pt x="402717" y="388620"/>
                </a:moveTo>
                <a:cubicBezTo>
                  <a:pt x="387505" y="395381"/>
                  <a:pt x="370968" y="398636"/>
                  <a:pt x="354329" y="398145"/>
                </a:cubicBezTo>
                <a:cubicBezTo>
                  <a:pt x="337690" y="398636"/>
                  <a:pt x="321154" y="395381"/>
                  <a:pt x="305942" y="388620"/>
                </a:cubicBezTo>
                <a:moveTo>
                  <a:pt x="328041" y="436245"/>
                </a:moveTo>
                <a:cubicBezTo>
                  <a:pt x="328041" y="436245"/>
                  <a:pt x="339852" y="455295"/>
                  <a:pt x="354329" y="455295"/>
                </a:cubicBezTo>
                <a:cubicBezTo>
                  <a:pt x="368807" y="455295"/>
                  <a:pt x="380618" y="436245"/>
                  <a:pt x="380618" y="436245"/>
                </a:cubicBezTo>
                <a:moveTo>
                  <a:pt x="240029" y="353186"/>
                </a:moveTo>
                <a:cubicBezTo>
                  <a:pt x="224296" y="357702"/>
                  <a:pt x="208011" y="360010"/>
                  <a:pt x="191643" y="360045"/>
                </a:cubicBezTo>
                <a:cubicBezTo>
                  <a:pt x="120655" y="359605"/>
                  <a:pt x="57280" y="315464"/>
                  <a:pt x="32258" y="249032"/>
                </a:cubicBezTo>
                <a:cubicBezTo>
                  <a:pt x="7235" y="182599"/>
                  <a:pt x="25741" y="107617"/>
                  <a:pt x="78799" y="60454"/>
                </a:cubicBezTo>
                <a:cubicBezTo>
                  <a:pt x="131856" y="13292"/>
                  <a:pt x="208491" y="3705"/>
                  <a:pt x="271532" y="36344"/>
                </a:cubicBezTo>
                <a:cubicBezTo>
                  <a:pt x="334572" y="68982"/>
                  <a:pt x="370979" y="137095"/>
                  <a:pt x="363093" y="207645"/>
                </a:cubicBezTo>
                <a:moveTo>
                  <a:pt x="240029" y="95250"/>
                </a:moveTo>
                <a:cubicBezTo>
                  <a:pt x="201365" y="75538"/>
                  <a:pt x="154550" y="81705"/>
                  <a:pt x="122308" y="110756"/>
                </a:cubicBezTo>
                <a:cubicBezTo>
                  <a:pt x="90066" y="139806"/>
                  <a:pt x="79071" y="185728"/>
                  <a:pt x="94661" y="226230"/>
                </a:cubicBezTo>
                <a:cubicBezTo>
                  <a:pt x="110250" y="266733"/>
                  <a:pt x="149196" y="293433"/>
                  <a:pt x="192595" y="293370"/>
                </a:cubicBezTo>
                <a:cubicBezTo>
                  <a:pt x="198983" y="293363"/>
                  <a:pt x="205358" y="292790"/>
                  <a:pt x="211645" y="291655"/>
                </a:cubicBezTo>
                <a:moveTo>
                  <a:pt x="271652" y="120014"/>
                </a:moveTo>
                <a:cubicBezTo>
                  <a:pt x="292443" y="144115"/>
                  <a:pt x="301199" y="176336"/>
                  <a:pt x="295465" y="207645"/>
                </a:cubicBezTo>
                <a:moveTo>
                  <a:pt x="192404" y="183832"/>
                </a:moveTo>
                <a:cubicBezTo>
                  <a:pt x="189774" y="183832"/>
                  <a:pt x="187642" y="185964"/>
                  <a:pt x="187642" y="188595"/>
                </a:cubicBezTo>
                <a:cubicBezTo>
                  <a:pt x="187642" y="191225"/>
                  <a:pt x="189774" y="193357"/>
                  <a:pt x="192404" y="193357"/>
                </a:cubicBezTo>
                <a:cubicBezTo>
                  <a:pt x="195035" y="193357"/>
                  <a:pt x="197167" y="191225"/>
                  <a:pt x="197167" y="188595"/>
                </a:cubicBezTo>
                <a:cubicBezTo>
                  <a:pt x="197167" y="185964"/>
                  <a:pt x="195035" y="183832"/>
                  <a:pt x="192404" y="183832"/>
                </a:cubicBezTo>
                <a:moveTo>
                  <a:pt x="240029" y="188595"/>
                </a:moveTo>
                <a:lnTo>
                  <a:pt x="363854" y="188595"/>
                </a:lnTo>
                <a:moveTo>
                  <a:pt x="192404" y="140970"/>
                </a:moveTo>
                <a:lnTo>
                  <a:pt x="192404" y="17145"/>
                </a:lnTo>
                <a:moveTo>
                  <a:pt x="192404" y="236220"/>
                </a:moveTo>
                <a:cubicBezTo>
                  <a:pt x="203835" y="276225"/>
                  <a:pt x="200024" y="320039"/>
                  <a:pt x="192404" y="360045"/>
                </a:cubicBezTo>
                <a:moveTo>
                  <a:pt x="20954" y="188595"/>
                </a:moveTo>
                <a:cubicBezTo>
                  <a:pt x="62864" y="190500"/>
                  <a:pt x="102870" y="188595"/>
                  <a:pt x="144779" y="188595"/>
                </a:cubicBezTo>
                <a:moveTo>
                  <a:pt x="192404" y="188595"/>
                </a:moveTo>
                <a:cubicBezTo>
                  <a:pt x="236219" y="152400"/>
                  <a:pt x="281940" y="118110"/>
                  <a:pt x="321944" y="78105"/>
                </a:cubicBezTo>
                <a:moveTo>
                  <a:pt x="249554" y="274320"/>
                </a:moveTo>
                <a:cubicBezTo>
                  <a:pt x="249554" y="289559"/>
                  <a:pt x="297179" y="314325"/>
                  <a:pt x="354329" y="302895"/>
                </a:cubicBezTo>
                <a:cubicBezTo>
                  <a:pt x="411479" y="291464"/>
                  <a:pt x="453390" y="289559"/>
                  <a:pt x="459104" y="274320"/>
                </a:cubicBezTo>
                <a:cubicBezTo>
                  <a:pt x="464819" y="259080"/>
                  <a:pt x="411479" y="243839"/>
                  <a:pt x="354329" y="245745"/>
                </a:cubicBezTo>
                <a:cubicBezTo>
                  <a:pt x="297179" y="247650"/>
                  <a:pt x="249554" y="259080"/>
                  <a:pt x="249554" y="274320"/>
                </a:cubicBezTo>
                <a:moveTo>
                  <a:pt x="428624" y="331470"/>
                </a:moveTo>
                <a:cubicBezTo>
                  <a:pt x="407669" y="346709"/>
                  <a:pt x="380999" y="346709"/>
                  <a:pt x="354329" y="350520"/>
                </a:cubicBezTo>
                <a:cubicBezTo>
                  <a:pt x="327660" y="348614"/>
                  <a:pt x="300990" y="346709"/>
                  <a:pt x="280035" y="331470"/>
                </a:cubicBezTo>
                <a:moveTo>
                  <a:pt x="401954" y="388620"/>
                </a:moveTo>
                <a:cubicBezTo>
                  <a:pt x="386715" y="388620"/>
                  <a:pt x="371474" y="400050"/>
                  <a:pt x="354329" y="398145"/>
                </a:cubicBezTo>
                <a:cubicBezTo>
                  <a:pt x="337185" y="398145"/>
                  <a:pt x="318135" y="398145"/>
                  <a:pt x="306704" y="388620"/>
                </a:cubicBezTo>
                <a:moveTo>
                  <a:pt x="380999" y="436245"/>
                </a:moveTo>
                <a:cubicBezTo>
                  <a:pt x="380999" y="436245"/>
                  <a:pt x="369569" y="455295"/>
                  <a:pt x="354329" y="455295"/>
                </a:cubicBezTo>
                <a:cubicBezTo>
                  <a:pt x="339090" y="455295"/>
                  <a:pt x="327660" y="436245"/>
                  <a:pt x="327660" y="436245"/>
                </a:cubicBezTo>
                <a:moveTo>
                  <a:pt x="240029" y="352425"/>
                </a:moveTo>
                <a:cubicBezTo>
                  <a:pt x="226694" y="363855"/>
                  <a:pt x="207645" y="354330"/>
                  <a:pt x="192404" y="360045"/>
                </a:cubicBezTo>
                <a:cubicBezTo>
                  <a:pt x="125729" y="384809"/>
                  <a:pt x="64770" y="312420"/>
                  <a:pt x="32384" y="249555"/>
                </a:cubicBezTo>
                <a:cubicBezTo>
                  <a:pt x="0" y="184785"/>
                  <a:pt x="40004" y="120014"/>
                  <a:pt x="78104" y="60960"/>
                </a:cubicBezTo>
                <a:cubicBezTo>
                  <a:pt x="116204" y="0"/>
                  <a:pt x="203835" y="17145"/>
                  <a:pt x="272415" y="36195"/>
                </a:cubicBezTo>
                <a:cubicBezTo>
                  <a:pt x="339090" y="55245"/>
                  <a:pt x="363854" y="137160"/>
                  <a:pt x="363854" y="207645"/>
                </a:cubicBezTo>
                <a:moveTo>
                  <a:pt x="240029" y="95250"/>
                </a:moveTo>
                <a:cubicBezTo>
                  <a:pt x="198120" y="87630"/>
                  <a:pt x="160020" y="89535"/>
                  <a:pt x="121920" y="110489"/>
                </a:cubicBezTo>
                <a:cubicBezTo>
                  <a:pt x="83820" y="133350"/>
                  <a:pt x="74295" y="188595"/>
                  <a:pt x="95249" y="226695"/>
                </a:cubicBezTo>
                <a:cubicBezTo>
                  <a:pt x="116204" y="264795"/>
                  <a:pt x="150495" y="302895"/>
                  <a:pt x="192404" y="293370"/>
                </a:cubicBezTo>
                <a:cubicBezTo>
                  <a:pt x="198120" y="291464"/>
                  <a:pt x="205739" y="293370"/>
                  <a:pt x="211454" y="291464"/>
                </a:cubicBezTo>
                <a:moveTo>
                  <a:pt x="295274" y="207645"/>
                </a:moveTo>
                <a:cubicBezTo>
                  <a:pt x="299085" y="175260"/>
                  <a:pt x="295274" y="142875"/>
                  <a:pt x="272415" y="120014"/>
                </a:cubicBezTo>
                <a:moveTo>
                  <a:pt x="192404" y="184785"/>
                </a:moveTo>
                <a:cubicBezTo>
                  <a:pt x="190499" y="182880"/>
                  <a:pt x="186689" y="186689"/>
                  <a:pt x="188595" y="188595"/>
                </a:cubicBezTo>
                <a:cubicBezTo>
                  <a:pt x="188595" y="190500"/>
                  <a:pt x="190499" y="194310"/>
                  <a:pt x="192404" y="194310"/>
                </a:cubicBezTo>
                <a:cubicBezTo>
                  <a:pt x="194310" y="192405"/>
                  <a:pt x="198120" y="190500"/>
                  <a:pt x="198120" y="188595"/>
                </a:cubicBezTo>
                <a:cubicBezTo>
                  <a:pt x="196214" y="186689"/>
                  <a:pt x="194310" y="182880"/>
                  <a:pt x="192404" y="184785"/>
                </a:cubicBezTo>
                <a:moveTo>
                  <a:pt x="240029" y="188595"/>
                </a:moveTo>
                <a:cubicBezTo>
                  <a:pt x="280035" y="196214"/>
                  <a:pt x="325754" y="173355"/>
                  <a:pt x="363854" y="188595"/>
                </a:cubicBezTo>
                <a:moveTo>
                  <a:pt x="192404" y="17145"/>
                </a:moveTo>
                <a:cubicBezTo>
                  <a:pt x="190499" y="59055"/>
                  <a:pt x="182879" y="100964"/>
                  <a:pt x="192404" y="140970"/>
                </a:cubicBezTo>
              </a:path>
            </a:pathLst>
          </a:custGeom>
          <a:noFill/>
          <a:ln w="14275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6594" y="1632598"/>
            <a:ext cx="2992656" cy="4010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7488" y="1657146"/>
            <a:ext cx="2986075" cy="40104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F3A"/>
            </a:gs>
            <a:gs pos="43068">
              <a:srgbClr val="0D5C7A"/>
            </a:gs>
            <a:gs pos="74000">
              <a:srgbClr val="0D5C7A"/>
            </a:gs>
            <a:gs pos="83000">
              <a:srgbClr val="00B3B8"/>
            </a:gs>
            <a:gs pos="100000">
              <a:srgbClr val="00B3B8"/>
            </a:gs>
          </a:gsLst>
          <a:lin ang="1080000" scaled="0"/>
        </a:gra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"/>
          <p:cNvSpPr/>
          <p:nvPr/>
        </p:nvSpPr>
        <p:spPr>
          <a:xfrm>
            <a:off x="4371016" y="2567871"/>
            <a:ext cx="622363" cy="711517"/>
          </a:xfrm>
          <a:custGeom>
            <a:avLst/>
            <a:gdLst/>
            <a:ahLst/>
            <a:cxnLst/>
            <a:rect l="l" t="t" r="r" b="b"/>
            <a:pathLst>
              <a:path w="622363" h="711517" extrusionOk="0">
                <a:moveTo>
                  <a:pt x="13716" y="151733"/>
                </a:moveTo>
                <a:lnTo>
                  <a:pt x="180022" y="192024"/>
                </a:lnTo>
                <a:lnTo>
                  <a:pt x="153447" y="302609"/>
                </a:lnTo>
                <a:lnTo>
                  <a:pt x="0" y="208311"/>
                </a:lnTo>
                <a:lnTo>
                  <a:pt x="13716" y="151733"/>
                </a:lnTo>
                <a:moveTo>
                  <a:pt x="153447" y="302609"/>
                </a:moveTo>
                <a:lnTo>
                  <a:pt x="380619" y="108013"/>
                </a:lnTo>
                <a:lnTo>
                  <a:pt x="243459" y="0"/>
                </a:lnTo>
                <a:lnTo>
                  <a:pt x="0" y="208311"/>
                </a:lnTo>
                <a:lnTo>
                  <a:pt x="153447" y="302609"/>
                </a:lnTo>
                <a:moveTo>
                  <a:pt x="243459" y="0"/>
                </a:moveTo>
                <a:lnTo>
                  <a:pt x="6858" y="462915"/>
                </a:lnTo>
                <a:lnTo>
                  <a:pt x="139731" y="580358"/>
                </a:lnTo>
                <a:lnTo>
                  <a:pt x="380619" y="108013"/>
                </a:lnTo>
                <a:lnTo>
                  <a:pt x="243459" y="0"/>
                </a:lnTo>
                <a:moveTo>
                  <a:pt x="139731" y="580358"/>
                </a:moveTo>
                <a:lnTo>
                  <a:pt x="592359" y="270890"/>
                </a:lnTo>
                <a:lnTo>
                  <a:pt x="467201" y="148304"/>
                </a:lnTo>
                <a:lnTo>
                  <a:pt x="6858" y="462915"/>
                </a:lnTo>
                <a:lnTo>
                  <a:pt x="139731" y="580358"/>
                </a:lnTo>
                <a:moveTo>
                  <a:pt x="467201" y="148304"/>
                </a:moveTo>
                <a:lnTo>
                  <a:pt x="175736" y="591502"/>
                </a:lnTo>
                <a:lnTo>
                  <a:pt x="301751" y="711517"/>
                </a:lnTo>
                <a:lnTo>
                  <a:pt x="592359" y="270890"/>
                </a:lnTo>
                <a:lnTo>
                  <a:pt x="467201" y="148304"/>
                </a:lnTo>
                <a:moveTo>
                  <a:pt x="301751" y="711517"/>
                </a:moveTo>
                <a:lnTo>
                  <a:pt x="622363" y="477488"/>
                </a:lnTo>
                <a:lnTo>
                  <a:pt x="474916" y="372903"/>
                </a:lnTo>
                <a:lnTo>
                  <a:pt x="175736" y="591502"/>
                </a:lnTo>
                <a:lnTo>
                  <a:pt x="301751" y="711517"/>
                </a:lnTo>
                <a:moveTo>
                  <a:pt x="474916" y="372903"/>
                </a:moveTo>
                <a:lnTo>
                  <a:pt x="622363" y="477488"/>
                </a:lnTo>
                <a:lnTo>
                  <a:pt x="604361" y="537495"/>
                </a:lnTo>
                <a:lnTo>
                  <a:pt x="440626" y="487775"/>
                </a:lnTo>
                <a:lnTo>
                  <a:pt x="474916" y="372903"/>
                </a:lnTo>
              </a:path>
            </a:pathLst>
          </a:custGeom>
          <a:solidFill>
            <a:srgbClr val="776F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4351299" y="2618449"/>
            <a:ext cx="634365" cy="639508"/>
          </a:xfrm>
          <a:custGeom>
            <a:avLst/>
            <a:gdLst/>
            <a:ahLst/>
            <a:cxnLst/>
            <a:rect l="l" t="t" r="r" b="b"/>
            <a:pathLst>
              <a:path w="634365" h="639508" extrusionOk="0">
                <a:moveTo>
                  <a:pt x="9429" y="314610"/>
                </a:moveTo>
                <a:cubicBezTo>
                  <a:pt x="9429" y="144170"/>
                  <a:pt x="147599" y="6000"/>
                  <a:pt x="318039" y="6000"/>
                </a:cubicBezTo>
                <a:cubicBezTo>
                  <a:pt x="488480" y="6000"/>
                  <a:pt x="626649" y="144170"/>
                  <a:pt x="626649" y="314610"/>
                </a:cubicBezTo>
                <a:cubicBezTo>
                  <a:pt x="626649" y="485051"/>
                  <a:pt x="488480" y="623220"/>
                  <a:pt x="318039" y="623220"/>
                </a:cubicBezTo>
                <a:cubicBezTo>
                  <a:pt x="147599" y="623220"/>
                  <a:pt x="9429" y="485051"/>
                  <a:pt x="9429" y="314610"/>
                </a:cubicBezTo>
                <a:moveTo>
                  <a:pt x="9429" y="314610"/>
                </a:moveTo>
                <a:cubicBezTo>
                  <a:pt x="12001" y="485203"/>
                  <a:pt x="148304" y="639508"/>
                  <a:pt x="318039" y="623220"/>
                </a:cubicBezTo>
                <a:cubicBezTo>
                  <a:pt x="407193" y="614648"/>
                  <a:pt x="498919" y="593216"/>
                  <a:pt x="545211" y="523779"/>
                </a:cubicBezTo>
                <a:cubicBezTo>
                  <a:pt x="586359" y="461200"/>
                  <a:pt x="634365" y="395192"/>
                  <a:pt x="626649" y="314610"/>
                </a:cubicBezTo>
                <a:cubicBezTo>
                  <a:pt x="611219" y="144875"/>
                  <a:pt x="488632" y="0"/>
                  <a:pt x="318039" y="6000"/>
                </a:cubicBezTo>
                <a:cubicBezTo>
                  <a:pt x="147447" y="12001"/>
                  <a:pt x="0" y="144017"/>
                  <a:pt x="9429" y="314610"/>
                </a:cubicBezTo>
              </a:path>
            </a:pathLst>
          </a:custGeom>
          <a:noFill/>
          <a:ln w="25700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4245000" y="2513687"/>
            <a:ext cx="845248" cy="1002302"/>
          </a:xfrm>
          <a:custGeom>
            <a:avLst/>
            <a:gdLst/>
            <a:ahLst/>
            <a:cxnLst/>
            <a:rect l="l" t="t" r="r" b="b"/>
            <a:pathLst>
              <a:path w="845248" h="1002302" extrusionOk="0">
                <a:moveTo>
                  <a:pt x="12858" y="415358"/>
                </a:moveTo>
                <a:cubicBezTo>
                  <a:pt x="12858" y="334768"/>
                  <a:pt x="36992" y="255990"/>
                  <a:pt x="82205" y="188982"/>
                </a:cubicBezTo>
                <a:cubicBezTo>
                  <a:pt x="127419" y="121975"/>
                  <a:pt x="191683" y="69749"/>
                  <a:pt x="266872" y="38909"/>
                </a:cubicBezTo>
                <a:cubicBezTo>
                  <a:pt x="342059" y="8069"/>
                  <a:pt x="424794" y="0"/>
                  <a:pt x="504614" y="15721"/>
                </a:cubicBezTo>
                <a:cubicBezTo>
                  <a:pt x="584433" y="31444"/>
                  <a:pt x="657752" y="70251"/>
                  <a:pt x="715298" y="127236"/>
                </a:cubicBezTo>
                <a:cubicBezTo>
                  <a:pt x="772845" y="184222"/>
                  <a:pt x="812035" y="256825"/>
                  <a:pt x="827912" y="335866"/>
                </a:cubicBezTo>
                <a:cubicBezTo>
                  <a:pt x="843789" y="414906"/>
                  <a:pt x="835640" y="496833"/>
                  <a:pt x="804496" y="571288"/>
                </a:cubicBezTo>
                <a:cubicBezTo>
                  <a:pt x="773352" y="645743"/>
                  <a:pt x="720612" y="709380"/>
                  <a:pt x="652944" y="754153"/>
                </a:cubicBezTo>
                <a:cubicBezTo>
                  <a:pt x="585277" y="798926"/>
                  <a:pt x="508170" y="822823"/>
                  <a:pt x="426787" y="822823"/>
                </a:cubicBezTo>
                <a:lnTo>
                  <a:pt x="426788" y="1002302"/>
                </a:lnTo>
                <a:moveTo>
                  <a:pt x="354801" y="931273"/>
                </a:moveTo>
                <a:lnTo>
                  <a:pt x="426788" y="1002302"/>
                </a:lnTo>
                <a:moveTo>
                  <a:pt x="426788" y="1002302"/>
                </a:moveTo>
                <a:lnTo>
                  <a:pt x="498776" y="931273"/>
                </a:lnTo>
                <a:moveTo>
                  <a:pt x="12858" y="415086"/>
                </a:moveTo>
                <a:cubicBezTo>
                  <a:pt x="0" y="336219"/>
                  <a:pt x="26574" y="247922"/>
                  <a:pt x="82296" y="188772"/>
                </a:cubicBezTo>
                <a:cubicBezTo>
                  <a:pt x="138017" y="130479"/>
                  <a:pt x="188595" y="61042"/>
                  <a:pt x="266604" y="38753"/>
                </a:cubicBezTo>
                <a:cubicBezTo>
                  <a:pt x="345471" y="17322"/>
                  <a:pt x="423481" y="13036"/>
                  <a:pt x="504920" y="15607"/>
                </a:cubicBezTo>
                <a:cubicBezTo>
                  <a:pt x="586358" y="18179"/>
                  <a:pt x="650652" y="79044"/>
                  <a:pt x="714946" y="127050"/>
                </a:cubicBezTo>
                <a:cubicBezTo>
                  <a:pt x="780097" y="175913"/>
                  <a:pt x="822102" y="255637"/>
                  <a:pt x="828103" y="336219"/>
                </a:cubicBezTo>
                <a:cubicBezTo>
                  <a:pt x="833246" y="415943"/>
                  <a:pt x="845248" y="501668"/>
                  <a:pt x="804100" y="571105"/>
                </a:cubicBezTo>
                <a:cubicBezTo>
                  <a:pt x="763809" y="640543"/>
                  <a:pt x="711517" y="697978"/>
                  <a:pt x="653224" y="754557"/>
                </a:cubicBezTo>
                <a:cubicBezTo>
                  <a:pt x="594931" y="810278"/>
                  <a:pt x="508349" y="817136"/>
                  <a:pt x="426910" y="823137"/>
                </a:cubicBezTo>
                <a:cubicBezTo>
                  <a:pt x="430339" y="882287"/>
                  <a:pt x="417480" y="943152"/>
                  <a:pt x="426910" y="1002302"/>
                </a:cubicBezTo>
                <a:moveTo>
                  <a:pt x="354901" y="931150"/>
                </a:moveTo>
                <a:cubicBezTo>
                  <a:pt x="376332" y="956868"/>
                  <a:pt x="402907" y="978299"/>
                  <a:pt x="426910" y="1002302"/>
                </a:cubicBezTo>
                <a:moveTo>
                  <a:pt x="426910" y="1002302"/>
                </a:moveTo>
                <a:cubicBezTo>
                  <a:pt x="455199" y="984300"/>
                  <a:pt x="479202" y="958582"/>
                  <a:pt x="498919" y="931150"/>
                </a:cubicBezTo>
              </a:path>
            </a:pathLst>
          </a:custGeom>
          <a:noFill/>
          <a:ln w="25700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5780335" y="2571300"/>
            <a:ext cx="654081" cy="704659"/>
          </a:xfrm>
          <a:custGeom>
            <a:avLst/>
            <a:gdLst/>
            <a:ahLst/>
            <a:cxnLst/>
            <a:rect l="l" t="t" r="r" b="b"/>
            <a:pathLst>
              <a:path w="654081" h="704659" extrusionOk="0">
                <a:moveTo>
                  <a:pt x="120872" y="132016"/>
                </a:moveTo>
                <a:lnTo>
                  <a:pt x="259746" y="234029"/>
                </a:lnTo>
                <a:lnTo>
                  <a:pt x="131159" y="408908"/>
                </a:lnTo>
                <a:lnTo>
                  <a:pt x="0" y="297465"/>
                </a:lnTo>
                <a:lnTo>
                  <a:pt x="120872" y="132016"/>
                </a:lnTo>
                <a:moveTo>
                  <a:pt x="131159" y="408908"/>
                </a:moveTo>
                <a:lnTo>
                  <a:pt x="434625" y="99440"/>
                </a:lnTo>
                <a:lnTo>
                  <a:pt x="292322" y="0"/>
                </a:lnTo>
                <a:lnTo>
                  <a:pt x="0" y="297465"/>
                </a:lnTo>
                <a:lnTo>
                  <a:pt x="131159" y="408908"/>
                </a:lnTo>
                <a:moveTo>
                  <a:pt x="292322" y="0"/>
                </a:moveTo>
                <a:lnTo>
                  <a:pt x="64293" y="474916"/>
                </a:lnTo>
                <a:lnTo>
                  <a:pt x="204025" y="580358"/>
                </a:lnTo>
                <a:lnTo>
                  <a:pt x="434625" y="99440"/>
                </a:lnTo>
                <a:lnTo>
                  <a:pt x="292322" y="0"/>
                </a:lnTo>
                <a:moveTo>
                  <a:pt x="204025" y="580358"/>
                </a:moveTo>
                <a:lnTo>
                  <a:pt x="625792" y="207454"/>
                </a:lnTo>
                <a:lnTo>
                  <a:pt x="491204" y="97726"/>
                </a:lnTo>
                <a:lnTo>
                  <a:pt x="64293" y="474916"/>
                </a:lnTo>
                <a:lnTo>
                  <a:pt x="204025" y="580358"/>
                </a:lnTo>
                <a:moveTo>
                  <a:pt x="491204" y="97726"/>
                </a:moveTo>
                <a:lnTo>
                  <a:pt x="213455" y="576071"/>
                </a:lnTo>
                <a:lnTo>
                  <a:pt x="337756" y="704659"/>
                </a:lnTo>
                <a:lnTo>
                  <a:pt x="625792" y="207454"/>
                </a:lnTo>
                <a:lnTo>
                  <a:pt x="491204" y="97726"/>
                </a:lnTo>
                <a:moveTo>
                  <a:pt x="337756" y="704659"/>
                </a:moveTo>
                <a:lnTo>
                  <a:pt x="654081" y="537495"/>
                </a:lnTo>
                <a:lnTo>
                  <a:pt x="559784" y="393477"/>
                </a:lnTo>
                <a:lnTo>
                  <a:pt x="213455" y="576071"/>
                </a:lnTo>
                <a:lnTo>
                  <a:pt x="337756" y="704659"/>
                </a:lnTo>
                <a:moveTo>
                  <a:pt x="559784" y="393477"/>
                </a:moveTo>
                <a:lnTo>
                  <a:pt x="654081" y="537495"/>
                </a:lnTo>
                <a:lnTo>
                  <a:pt x="574357" y="602646"/>
                </a:lnTo>
                <a:lnTo>
                  <a:pt x="466343" y="468915"/>
                </a:lnTo>
                <a:lnTo>
                  <a:pt x="559784" y="393477"/>
                </a:lnTo>
              </a:path>
            </a:pathLst>
          </a:custGeom>
          <a:solidFill>
            <a:srgbClr val="815D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5790622" y="2612448"/>
            <a:ext cx="641223" cy="630936"/>
          </a:xfrm>
          <a:custGeom>
            <a:avLst/>
            <a:gdLst/>
            <a:ahLst/>
            <a:cxnLst/>
            <a:rect l="l" t="t" r="r" b="b"/>
            <a:pathLst>
              <a:path w="641223" h="630936" extrusionOk="0">
                <a:moveTo>
                  <a:pt x="10286" y="320611"/>
                </a:moveTo>
                <a:cubicBezTo>
                  <a:pt x="10286" y="150170"/>
                  <a:pt x="148456" y="12001"/>
                  <a:pt x="318896" y="12001"/>
                </a:cubicBezTo>
                <a:cubicBezTo>
                  <a:pt x="489337" y="12001"/>
                  <a:pt x="627506" y="150170"/>
                  <a:pt x="627506" y="320611"/>
                </a:cubicBezTo>
                <a:cubicBezTo>
                  <a:pt x="627506" y="491052"/>
                  <a:pt x="489337" y="629221"/>
                  <a:pt x="318896" y="629221"/>
                </a:cubicBezTo>
                <a:cubicBezTo>
                  <a:pt x="148456" y="629221"/>
                  <a:pt x="10286" y="491052"/>
                  <a:pt x="10286" y="320611"/>
                </a:cubicBezTo>
                <a:moveTo>
                  <a:pt x="10286" y="320611"/>
                </a:moveTo>
                <a:cubicBezTo>
                  <a:pt x="16287" y="491204"/>
                  <a:pt x="148304" y="630936"/>
                  <a:pt x="318896" y="629221"/>
                </a:cubicBezTo>
                <a:cubicBezTo>
                  <a:pt x="489489" y="627507"/>
                  <a:pt x="613790" y="490347"/>
                  <a:pt x="627506" y="320611"/>
                </a:cubicBezTo>
                <a:cubicBezTo>
                  <a:pt x="641223" y="150875"/>
                  <a:pt x="488632" y="24003"/>
                  <a:pt x="318896" y="12001"/>
                </a:cubicBezTo>
                <a:cubicBezTo>
                  <a:pt x="149161" y="0"/>
                  <a:pt x="0" y="150018"/>
                  <a:pt x="10286" y="320611"/>
                </a:cubicBezTo>
              </a:path>
            </a:pathLst>
          </a:custGeom>
          <a:noFill/>
          <a:ln w="25700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5698039" y="2513687"/>
            <a:ext cx="840962" cy="1002302"/>
          </a:xfrm>
          <a:custGeom>
            <a:avLst/>
            <a:gdLst/>
            <a:ahLst/>
            <a:cxnLst/>
            <a:rect l="l" t="t" r="r" b="b"/>
            <a:pathLst>
              <a:path w="840962" h="1002302" extrusionOk="0">
                <a:moveTo>
                  <a:pt x="0" y="415358"/>
                </a:moveTo>
                <a:cubicBezTo>
                  <a:pt x="0" y="334768"/>
                  <a:pt x="24133" y="255990"/>
                  <a:pt x="69347" y="188982"/>
                </a:cubicBezTo>
                <a:cubicBezTo>
                  <a:pt x="114561" y="121975"/>
                  <a:pt x="178824" y="69749"/>
                  <a:pt x="254013" y="38909"/>
                </a:cubicBezTo>
                <a:cubicBezTo>
                  <a:pt x="329201" y="8069"/>
                  <a:pt x="411936" y="0"/>
                  <a:pt x="491755" y="15721"/>
                </a:cubicBezTo>
                <a:cubicBezTo>
                  <a:pt x="571574" y="31444"/>
                  <a:pt x="644893" y="70251"/>
                  <a:pt x="702440" y="127236"/>
                </a:cubicBezTo>
                <a:cubicBezTo>
                  <a:pt x="759986" y="184222"/>
                  <a:pt x="799176" y="256825"/>
                  <a:pt x="815053" y="335866"/>
                </a:cubicBezTo>
                <a:cubicBezTo>
                  <a:pt x="830930" y="414906"/>
                  <a:pt x="822781" y="496833"/>
                  <a:pt x="791637" y="571288"/>
                </a:cubicBezTo>
                <a:cubicBezTo>
                  <a:pt x="760493" y="645743"/>
                  <a:pt x="707753" y="709380"/>
                  <a:pt x="640085" y="754153"/>
                </a:cubicBezTo>
                <a:cubicBezTo>
                  <a:pt x="572418" y="798926"/>
                  <a:pt x="495312" y="822823"/>
                  <a:pt x="413929" y="822823"/>
                </a:cubicBezTo>
                <a:lnTo>
                  <a:pt x="413930" y="1002302"/>
                </a:lnTo>
                <a:moveTo>
                  <a:pt x="341942" y="931273"/>
                </a:moveTo>
                <a:lnTo>
                  <a:pt x="413930" y="1002302"/>
                </a:lnTo>
                <a:moveTo>
                  <a:pt x="413930" y="1002302"/>
                </a:moveTo>
                <a:lnTo>
                  <a:pt x="485917" y="931273"/>
                </a:lnTo>
                <a:moveTo>
                  <a:pt x="0" y="415086"/>
                </a:moveTo>
                <a:cubicBezTo>
                  <a:pt x="4286" y="335362"/>
                  <a:pt x="25717" y="256495"/>
                  <a:pt x="69437" y="188772"/>
                </a:cubicBezTo>
                <a:cubicBezTo>
                  <a:pt x="113156" y="121049"/>
                  <a:pt x="176593" y="62756"/>
                  <a:pt x="253746" y="38753"/>
                </a:cubicBezTo>
                <a:cubicBezTo>
                  <a:pt x="331755" y="14750"/>
                  <a:pt x="411480" y="3606"/>
                  <a:pt x="492061" y="15607"/>
                </a:cubicBezTo>
                <a:cubicBezTo>
                  <a:pt x="571785" y="27609"/>
                  <a:pt x="657510" y="60184"/>
                  <a:pt x="702087" y="127050"/>
                </a:cubicBezTo>
                <a:cubicBezTo>
                  <a:pt x="747522" y="194773"/>
                  <a:pt x="789527" y="259066"/>
                  <a:pt x="815244" y="336219"/>
                </a:cubicBezTo>
                <a:cubicBezTo>
                  <a:pt x="840962" y="412514"/>
                  <a:pt x="822102" y="496525"/>
                  <a:pt x="791241" y="571105"/>
                </a:cubicBezTo>
                <a:cubicBezTo>
                  <a:pt x="761237" y="645686"/>
                  <a:pt x="707231" y="709123"/>
                  <a:pt x="640365" y="754557"/>
                </a:cubicBezTo>
                <a:cubicBezTo>
                  <a:pt x="572643" y="799991"/>
                  <a:pt x="494633" y="809421"/>
                  <a:pt x="414051" y="823137"/>
                </a:cubicBezTo>
                <a:cubicBezTo>
                  <a:pt x="421766" y="882287"/>
                  <a:pt x="420052" y="943152"/>
                  <a:pt x="414051" y="1002302"/>
                </a:cubicBezTo>
                <a:moveTo>
                  <a:pt x="342042" y="931150"/>
                </a:moveTo>
                <a:cubicBezTo>
                  <a:pt x="362616" y="957725"/>
                  <a:pt x="389191" y="980014"/>
                  <a:pt x="414051" y="1002302"/>
                </a:cubicBezTo>
                <a:moveTo>
                  <a:pt x="414051" y="1002302"/>
                </a:moveTo>
                <a:cubicBezTo>
                  <a:pt x="432911" y="974870"/>
                  <a:pt x="456056" y="947438"/>
                  <a:pt x="486060" y="931150"/>
                </a:cubicBezTo>
              </a:path>
            </a:pathLst>
          </a:custGeom>
          <a:noFill/>
          <a:ln w="25700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7205941" y="2580730"/>
            <a:ext cx="658368" cy="711517"/>
          </a:xfrm>
          <a:custGeom>
            <a:avLst/>
            <a:gdLst/>
            <a:ahLst/>
            <a:cxnLst/>
            <a:rect l="l" t="t" r="r" b="b"/>
            <a:pathLst>
              <a:path w="658368" h="711517" extrusionOk="0">
                <a:moveTo>
                  <a:pt x="158591" y="96869"/>
                </a:moveTo>
                <a:lnTo>
                  <a:pt x="276891" y="221170"/>
                </a:lnTo>
                <a:lnTo>
                  <a:pt x="111442" y="379761"/>
                </a:lnTo>
                <a:lnTo>
                  <a:pt x="0" y="248602"/>
                </a:lnTo>
                <a:lnTo>
                  <a:pt x="158591" y="96869"/>
                </a:lnTo>
                <a:moveTo>
                  <a:pt x="111442" y="379761"/>
                </a:moveTo>
                <a:lnTo>
                  <a:pt x="463772" y="112299"/>
                </a:lnTo>
                <a:lnTo>
                  <a:pt x="327469" y="0"/>
                </a:lnTo>
                <a:lnTo>
                  <a:pt x="0" y="248602"/>
                </a:lnTo>
                <a:lnTo>
                  <a:pt x="111442" y="379761"/>
                </a:lnTo>
                <a:moveTo>
                  <a:pt x="327469" y="0"/>
                </a:moveTo>
                <a:lnTo>
                  <a:pt x="86582" y="487775"/>
                </a:lnTo>
                <a:lnTo>
                  <a:pt x="225456" y="594074"/>
                </a:lnTo>
                <a:lnTo>
                  <a:pt x="463772" y="112299"/>
                </a:lnTo>
                <a:lnTo>
                  <a:pt x="327469" y="0"/>
                </a:lnTo>
                <a:moveTo>
                  <a:pt x="225456" y="594074"/>
                </a:moveTo>
                <a:lnTo>
                  <a:pt x="658368" y="216026"/>
                </a:lnTo>
                <a:lnTo>
                  <a:pt x="522922" y="107156"/>
                </a:lnTo>
                <a:lnTo>
                  <a:pt x="86582" y="487775"/>
                </a:lnTo>
                <a:lnTo>
                  <a:pt x="225456" y="594074"/>
                </a:lnTo>
                <a:moveTo>
                  <a:pt x="522922" y="107156"/>
                </a:moveTo>
                <a:lnTo>
                  <a:pt x="253746" y="604361"/>
                </a:lnTo>
                <a:lnTo>
                  <a:pt x="390906" y="711517"/>
                </a:lnTo>
                <a:lnTo>
                  <a:pt x="658368" y="216026"/>
                </a:lnTo>
                <a:lnTo>
                  <a:pt x="522922" y="107156"/>
                </a:lnTo>
                <a:moveTo>
                  <a:pt x="390906" y="711517"/>
                </a:moveTo>
                <a:lnTo>
                  <a:pt x="253746" y="604361"/>
                </a:lnTo>
                <a:lnTo>
                  <a:pt x="499776" y="381476"/>
                </a:lnTo>
                <a:lnTo>
                  <a:pt x="655796" y="471487"/>
                </a:lnTo>
                <a:lnTo>
                  <a:pt x="390906" y="711517"/>
                </a:lnTo>
                <a:moveTo>
                  <a:pt x="499776" y="381476"/>
                </a:moveTo>
                <a:lnTo>
                  <a:pt x="655796" y="471487"/>
                </a:lnTo>
                <a:lnTo>
                  <a:pt x="638651" y="548640"/>
                </a:lnTo>
                <a:lnTo>
                  <a:pt x="470630" y="510921"/>
                </a:lnTo>
                <a:lnTo>
                  <a:pt x="499776" y="381476"/>
                </a:lnTo>
              </a:path>
            </a:pathLst>
          </a:custGeom>
          <a:solidFill>
            <a:srgbClr val="9546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7228230" y="2621878"/>
            <a:ext cx="633507" cy="629221"/>
          </a:xfrm>
          <a:custGeom>
            <a:avLst/>
            <a:gdLst/>
            <a:ahLst/>
            <a:cxnLst/>
            <a:rect l="l" t="t" r="r" b="b"/>
            <a:pathLst>
              <a:path w="633507" h="629221" extrusionOk="0">
                <a:moveTo>
                  <a:pt x="12858" y="311181"/>
                </a:moveTo>
                <a:cubicBezTo>
                  <a:pt x="12858" y="140741"/>
                  <a:pt x="151028" y="2571"/>
                  <a:pt x="321468" y="2571"/>
                </a:cubicBezTo>
                <a:cubicBezTo>
                  <a:pt x="491909" y="2571"/>
                  <a:pt x="630078" y="140741"/>
                  <a:pt x="630078" y="311181"/>
                </a:cubicBezTo>
                <a:cubicBezTo>
                  <a:pt x="630078" y="481622"/>
                  <a:pt x="491909" y="619791"/>
                  <a:pt x="321468" y="619791"/>
                </a:cubicBezTo>
                <a:cubicBezTo>
                  <a:pt x="151028" y="619791"/>
                  <a:pt x="12858" y="481622"/>
                  <a:pt x="12858" y="311181"/>
                </a:cubicBezTo>
                <a:moveTo>
                  <a:pt x="12858" y="311181"/>
                </a:moveTo>
                <a:cubicBezTo>
                  <a:pt x="0" y="480917"/>
                  <a:pt x="150876" y="629221"/>
                  <a:pt x="321468" y="619791"/>
                </a:cubicBezTo>
                <a:cubicBezTo>
                  <a:pt x="492061" y="610361"/>
                  <a:pt x="626649" y="481774"/>
                  <a:pt x="630078" y="311181"/>
                </a:cubicBezTo>
                <a:cubicBezTo>
                  <a:pt x="633507" y="140589"/>
                  <a:pt x="492061" y="5143"/>
                  <a:pt x="321468" y="2571"/>
                </a:cubicBezTo>
                <a:cubicBezTo>
                  <a:pt x="150876" y="0"/>
                  <a:pt x="5143" y="140589"/>
                  <a:pt x="12858" y="311181"/>
                </a:cubicBezTo>
              </a:path>
            </a:pathLst>
          </a:custGeom>
          <a:noFill/>
          <a:ln w="25700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7138219" y="2510435"/>
            <a:ext cx="835818" cy="1005554"/>
          </a:xfrm>
          <a:custGeom>
            <a:avLst/>
            <a:gdLst/>
            <a:ahLst/>
            <a:cxnLst/>
            <a:rect l="l" t="t" r="r" b="b"/>
            <a:pathLst>
              <a:path w="835818" h="1005554" extrusionOk="0">
                <a:moveTo>
                  <a:pt x="413930" y="1005554"/>
                </a:moveTo>
                <a:lnTo>
                  <a:pt x="413929" y="826075"/>
                </a:lnTo>
                <a:cubicBezTo>
                  <a:pt x="495312" y="826075"/>
                  <a:pt x="572418" y="802177"/>
                  <a:pt x="640085" y="757405"/>
                </a:cubicBezTo>
                <a:cubicBezTo>
                  <a:pt x="707753" y="712631"/>
                  <a:pt x="760493" y="648994"/>
                  <a:pt x="791637" y="574540"/>
                </a:cubicBezTo>
                <a:cubicBezTo>
                  <a:pt x="822781" y="500085"/>
                  <a:pt x="830930" y="418157"/>
                  <a:pt x="815053" y="339117"/>
                </a:cubicBezTo>
                <a:cubicBezTo>
                  <a:pt x="799176" y="260076"/>
                  <a:pt x="759986" y="187473"/>
                  <a:pt x="702440" y="130488"/>
                </a:cubicBezTo>
                <a:cubicBezTo>
                  <a:pt x="644893" y="73503"/>
                  <a:pt x="571574" y="34696"/>
                  <a:pt x="491755" y="18973"/>
                </a:cubicBezTo>
                <a:cubicBezTo>
                  <a:pt x="411936" y="3251"/>
                  <a:pt x="329201" y="11320"/>
                  <a:pt x="254013" y="42161"/>
                </a:cubicBezTo>
                <a:cubicBezTo>
                  <a:pt x="178824" y="73000"/>
                  <a:pt x="114561" y="125227"/>
                  <a:pt x="69347" y="192234"/>
                </a:cubicBezTo>
                <a:cubicBezTo>
                  <a:pt x="24133" y="259241"/>
                  <a:pt x="0" y="338020"/>
                  <a:pt x="0" y="418609"/>
                </a:cubicBezTo>
                <a:moveTo>
                  <a:pt x="341942" y="934525"/>
                </a:moveTo>
                <a:lnTo>
                  <a:pt x="413930" y="1005554"/>
                </a:lnTo>
                <a:moveTo>
                  <a:pt x="413930" y="1005554"/>
                </a:moveTo>
                <a:lnTo>
                  <a:pt x="485917" y="934525"/>
                </a:lnTo>
                <a:moveTo>
                  <a:pt x="0" y="418338"/>
                </a:moveTo>
                <a:cubicBezTo>
                  <a:pt x="1714" y="337756"/>
                  <a:pt x="25717" y="259746"/>
                  <a:pt x="69437" y="192024"/>
                </a:cubicBezTo>
                <a:cubicBezTo>
                  <a:pt x="113157" y="124301"/>
                  <a:pt x="184308" y="84867"/>
                  <a:pt x="253746" y="42005"/>
                </a:cubicBezTo>
                <a:cubicBezTo>
                  <a:pt x="323183" y="0"/>
                  <a:pt x="411480" y="5143"/>
                  <a:pt x="492061" y="18859"/>
                </a:cubicBezTo>
                <a:cubicBezTo>
                  <a:pt x="571785" y="32575"/>
                  <a:pt x="654938" y="65151"/>
                  <a:pt x="702087" y="130302"/>
                </a:cubicBezTo>
                <a:cubicBezTo>
                  <a:pt x="750093" y="195453"/>
                  <a:pt x="794670" y="261461"/>
                  <a:pt x="815244" y="339471"/>
                </a:cubicBezTo>
                <a:cubicBezTo>
                  <a:pt x="835818" y="416623"/>
                  <a:pt x="815244" y="497205"/>
                  <a:pt x="791241" y="574357"/>
                </a:cubicBezTo>
                <a:cubicBezTo>
                  <a:pt x="768096" y="651510"/>
                  <a:pt x="714946" y="726090"/>
                  <a:pt x="640365" y="757809"/>
                </a:cubicBezTo>
                <a:cubicBezTo>
                  <a:pt x="564927" y="788670"/>
                  <a:pt x="495490" y="829818"/>
                  <a:pt x="414051" y="826389"/>
                </a:cubicBezTo>
                <a:cubicBezTo>
                  <a:pt x="409765" y="885539"/>
                  <a:pt x="411480" y="945546"/>
                  <a:pt x="414051" y="1005554"/>
                </a:cubicBezTo>
                <a:moveTo>
                  <a:pt x="342042" y="934402"/>
                </a:moveTo>
                <a:cubicBezTo>
                  <a:pt x="369474" y="953262"/>
                  <a:pt x="389191" y="982408"/>
                  <a:pt x="414051" y="1005554"/>
                </a:cubicBezTo>
                <a:moveTo>
                  <a:pt x="414051" y="1005554"/>
                </a:moveTo>
                <a:cubicBezTo>
                  <a:pt x="432911" y="978122"/>
                  <a:pt x="466343" y="961834"/>
                  <a:pt x="486060" y="934402"/>
                </a:cubicBezTo>
              </a:path>
            </a:pathLst>
          </a:custGeom>
          <a:noFill/>
          <a:ln w="25700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4110730" y="1438631"/>
            <a:ext cx="399329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Results &amp; Discussion 2: </a:t>
            </a:r>
            <a:endParaRPr sz="2000" b="1" dirty="0">
              <a:solidFill>
                <a:srgbClr val="F4F4F4"/>
              </a:solidFill>
              <a:latin typeface="Shantell Sans"/>
              <a:ea typeface="Shantell Sans"/>
              <a:cs typeface="Shantell Sans"/>
              <a:sym typeface="Shantell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Subgroup Reliability [Mondrian CP]</a:t>
            </a:r>
            <a:endParaRPr dirty="0"/>
          </a:p>
        </p:txBody>
      </p:sp>
      <p:sp>
        <p:nvSpPr>
          <p:cNvPr id="201" name="Google Shape;201;p18"/>
          <p:cNvSpPr txBox="1"/>
          <p:nvPr/>
        </p:nvSpPr>
        <p:spPr>
          <a:xfrm>
            <a:off x="4064539" y="3675559"/>
            <a:ext cx="126843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Why subgroup</a:t>
            </a:r>
            <a:br>
              <a:rPr lang="en-US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analysis</a:t>
            </a:r>
            <a:br>
              <a:rPr lang="en-US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matters</a:t>
            </a:r>
            <a:endParaRPr sz="1200" dirty="0"/>
          </a:p>
        </p:txBody>
      </p:sp>
      <p:sp>
        <p:nvSpPr>
          <p:cNvPr id="202" name="Google Shape;202;p18"/>
          <p:cNvSpPr txBox="1"/>
          <p:nvPr/>
        </p:nvSpPr>
        <p:spPr>
          <a:xfrm>
            <a:off x="5567716" y="3700107"/>
            <a:ext cx="108363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Mondrian CP</a:t>
            </a:r>
            <a:br>
              <a:rPr lang="en-US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contribution</a:t>
            </a:r>
            <a:endParaRPr sz="1200" dirty="0"/>
          </a:p>
        </p:txBody>
      </p:sp>
      <p:sp>
        <p:nvSpPr>
          <p:cNvPr id="203" name="Google Shape;203;p18"/>
          <p:cNvSpPr txBox="1"/>
          <p:nvPr/>
        </p:nvSpPr>
        <p:spPr>
          <a:xfrm>
            <a:off x="6865164" y="3681696"/>
            <a:ext cx="127360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Operational</a:t>
            </a:r>
            <a:br>
              <a:rPr lang="en-US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interpretation</a:t>
            </a:r>
            <a:endParaRPr sz="1200" dirty="0"/>
          </a:p>
        </p:txBody>
      </p:sp>
      <p:sp>
        <p:nvSpPr>
          <p:cNvPr id="204" name="Google Shape;204;p18"/>
          <p:cNvSpPr txBox="1"/>
          <p:nvPr/>
        </p:nvSpPr>
        <p:spPr>
          <a:xfrm>
            <a:off x="4141127" y="4440938"/>
            <a:ext cx="1056379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Some blood groups</a:t>
            </a:r>
            <a:b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behave differently,</a:t>
            </a:r>
            <a:b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and global</a:t>
            </a:r>
            <a:b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coverage may hide</a:t>
            </a:r>
            <a:b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subgroup under-</a:t>
            </a:r>
            <a:b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coverage.</a:t>
            </a:r>
            <a:endParaRPr sz="1200" dirty="0"/>
          </a:p>
        </p:txBody>
      </p:sp>
      <p:sp>
        <p:nvSpPr>
          <p:cNvPr id="205" name="Google Shape;205;p18"/>
          <p:cNvSpPr txBox="1"/>
          <p:nvPr/>
        </p:nvSpPr>
        <p:spPr>
          <a:xfrm>
            <a:off x="5585508" y="4434570"/>
            <a:ext cx="103554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Improves</a:t>
            </a:r>
            <a:b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alignment of</a:t>
            </a:r>
            <a:b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coverage across</a:t>
            </a:r>
            <a:b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subgroups and</a:t>
            </a:r>
            <a:b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produces more</a:t>
            </a:r>
            <a:b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honest uncertainty</a:t>
            </a:r>
            <a:b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where signal is</a:t>
            </a:r>
            <a:b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weaker.</a:t>
            </a:r>
            <a:endParaRPr sz="1200" dirty="0"/>
          </a:p>
        </p:txBody>
      </p:sp>
      <p:sp>
        <p:nvSpPr>
          <p:cNvPr id="206" name="Google Shape;206;p18"/>
          <p:cNvSpPr txBox="1"/>
          <p:nvPr/>
        </p:nvSpPr>
        <p:spPr>
          <a:xfrm>
            <a:off x="7039103" y="4284294"/>
            <a:ext cx="1021113" cy="169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High-uncertainty</a:t>
            </a:r>
            <a:b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donors require</a:t>
            </a:r>
            <a:b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contingency</a:t>
            </a:r>
            <a:b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planning, and</a:t>
            </a:r>
            <a:b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prediction sets</a:t>
            </a:r>
            <a:b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guide recruitment,</a:t>
            </a:r>
            <a:b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buffer stock, and</a:t>
            </a:r>
            <a:b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00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outreach.</a:t>
            </a:r>
            <a:endParaRPr sz="1200" dirty="0"/>
          </a:p>
        </p:txBody>
      </p:sp>
      <p:sp>
        <p:nvSpPr>
          <p:cNvPr id="207" name="Google Shape;207;p18"/>
          <p:cNvSpPr/>
          <p:nvPr/>
        </p:nvSpPr>
        <p:spPr>
          <a:xfrm>
            <a:off x="4472171" y="2720462"/>
            <a:ext cx="394335" cy="409765"/>
          </a:xfrm>
          <a:custGeom>
            <a:avLst/>
            <a:gdLst/>
            <a:ahLst/>
            <a:cxnLst/>
            <a:rect l="l" t="t" r="r" b="b"/>
            <a:pathLst>
              <a:path w="394335" h="409765" extrusionOk="0">
                <a:moveTo>
                  <a:pt x="72478" y="126340"/>
                </a:moveTo>
                <a:cubicBezTo>
                  <a:pt x="64762" y="103961"/>
                  <a:pt x="70604" y="81648"/>
                  <a:pt x="85526" y="76503"/>
                </a:cubicBezTo>
                <a:cubicBezTo>
                  <a:pt x="100449" y="71358"/>
                  <a:pt x="118801" y="85329"/>
                  <a:pt x="126517" y="107709"/>
                </a:cubicBezTo>
                <a:cubicBezTo>
                  <a:pt x="134233" y="130088"/>
                  <a:pt x="128391" y="152401"/>
                  <a:pt x="113468" y="157546"/>
                </a:cubicBezTo>
                <a:cubicBezTo>
                  <a:pt x="98546" y="162691"/>
                  <a:pt x="80193" y="148720"/>
                  <a:pt x="72478" y="126340"/>
                </a:cubicBezTo>
                <a:moveTo>
                  <a:pt x="105167" y="187617"/>
                </a:moveTo>
                <a:lnTo>
                  <a:pt x="138514" y="176113"/>
                </a:lnTo>
                <a:cubicBezTo>
                  <a:pt x="139647" y="178116"/>
                  <a:pt x="140599" y="180216"/>
                  <a:pt x="141360" y="182388"/>
                </a:cubicBezTo>
                <a:cubicBezTo>
                  <a:pt x="146298" y="196704"/>
                  <a:pt x="142577" y="210986"/>
                  <a:pt x="133028" y="214278"/>
                </a:cubicBezTo>
                <a:cubicBezTo>
                  <a:pt x="123478" y="217570"/>
                  <a:pt x="111733" y="208620"/>
                  <a:pt x="106796" y="194304"/>
                </a:cubicBezTo>
                <a:cubicBezTo>
                  <a:pt x="106057" y="192127"/>
                  <a:pt x="105512" y="189890"/>
                  <a:pt x="105167" y="187617"/>
                </a:cubicBezTo>
                <a:close/>
                <a:moveTo>
                  <a:pt x="212213" y="240913"/>
                </a:moveTo>
                <a:cubicBezTo>
                  <a:pt x="197290" y="235768"/>
                  <a:pt x="191448" y="213455"/>
                  <a:pt x="199164" y="191075"/>
                </a:cubicBezTo>
                <a:cubicBezTo>
                  <a:pt x="206879" y="168696"/>
                  <a:pt x="225232" y="154724"/>
                  <a:pt x="240154" y="159869"/>
                </a:cubicBezTo>
                <a:cubicBezTo>
                  <a:pt x="255077" y="165014"/>
                  <a:pt x="260919" y="187327"/>
                  <a:pt x="253203" y="209707"/>
                </a:cubicBezTo>
                <a:cubicBezTo>
                  <a:pt x="245487" y="232086"/>
                  <a:pt x="227135" y="246058"/>
                  <a:pt x="212213" y="240913"/>
                </a:cubicBezTo>
                <a:moveTo>
                  <a:pt x="220501" y="270976"/>
                </a:moveTo>
                <a:lnTo>
                  <a:pt x="187069" y="259472"/>
                </a:lnTo>
                <a:cubicBezTo>
                  <a:pt x="185939" y="261477"/>
                  <a:pt x="184986" y="263576"/>
                  <a:pt x="184223" y="265747"/>
                </a:cubicBezTo>
                <a:cubicBezTo>
                  <a:pt x="179285" y="280063"/>
                  <a:pt x="183039" y="294345"/>
                  <a:pt x="192572" y="297637"/>
                </a:cubicBezTo>
                <a:cubicBezTo>
                  <a:pt x="202105" y="300929"/>
                  <a:pt x="213849" y="291996"/>
                  <a:pt x="218787" y="277663"/>
                </a:cubicBezTo>
                <a:cubicBezTo>
                  <a:pt x="219556" y="275489"/>
                  <a:pt x="220130" y="273252"/>
                  <a:pt x="220501" y="270976"/>
                </a:cubicBezTo>
                <a:close/>
                <a:moveTo>
                  <a:pt x="0" y="178308"/>
                </a:moveTo>
                <a:cubicBezTo>
                  <a:pt x="0" y="88353"/>
                  <a:pt x="72922" y="15430"/>
                  <a:pt x="162877" y="15430"/>
                </a:cubicBezTo>
                <a:cubicBezTo>
                  <a:pt x="252832" y="15430"/>
                  <a:pt x="325755" y="88353"/>
                  <a:pt x="325755" y="178308"/>
                </a:cubicBezTo>
                <a:cubicBezTo>
                  <a:pt x="325755" y="268262"/>
                  <a:pt x="252832" y="341185"/>
                  <a:pt x="162877" y="341185"/>
                </a:cubicBezTo>
                <a:cubicBezTo>
                  <a:pt x="72922" y="341185"/>
                  <a:pt x="0" y="268262"/>
                  <a:pt x="0" y="178308"/>
                </a:cubicBezTo>
                <a:moveTo>
                  <a:pt x="394335" y="409765"/>
                </a:moveTo>
                <a:lnTo>
                  <a:pt x="278057" y="293488"/>
                </a:lnTo>
                <a:moveTo>
                  <a:pt x="72008" y="126873"/>
                </a:moveTo>
                <a:cubicBezTo>
                  <a:pt x="70294" y="102870"/>
                  <a:pt x="73723" y="87439"/>
                  <a:pt x="85725" y="77152"/>
                </a:cubicBezTo>
                <a:cubicBezTo>
                  <a:pt x="97726" y="66865"/>
                  <a:pt x="116586" y="85725"/>
                  <a:pt x="126872" y="108013"/>
                </a:cubicBezTo>
                <a:cubicBezTo>
                  <a:pt x="135445" y="130302"/>
                  <a:pt x="126872" y="149161"/>
                  <a:pt x="113157" y="157734"/>
                </a:cubicBezTo>
                <a:cubicBezTo>
                  <a:pt x="99441" y="164592"/>
                  <a:pt x="72008" y="150875"/>
                  <a:pt x="72008" y="126873"/>
                </a:cubicBezTo>
                <a:moveTo>
                  <a:pt x="104584" y="186880"/>
                </a:moveTo>
                <a:cubicBezTo>
                  <a:pt x="114871" y="180022"/>
                  <a:pt x="126872" y="176593"/>
                  <a:pt x="138874" y="176593"/>
                </a:cubicBezTo>
                <a:cubicBezTo>
                  <a:pt x="138874" y="178308"/>
                  <a:pt x="140588" y="180022"/>
                  <a:pt x="140588" y="181737"/>
                </a:cubicBezTo>
                <a:cubicBezTo>
                  <a:pt x="147447" y="197167"/>
                  <a:pt x="142303" y="209168"/>
                  <a:pt x="133731" y="214312"/>
                </a:cubicBezTo>
                <a:cubicBezTo>
                  <a:pt x="123443" y="219455"/>
                  <a:pt x="109727" y="209168"/>
                  <a:pt x="106298" y="193738"/>
                </a:cubicBezTo>
                <a:cubicBezTo>
                  <a:pt x="106298" y="192024"/>
                  <a:pt x="106298" y="190309"/>
                  <a:pt x="104584" y="186880"/>
                </a:cubicBezTo>
                <a:moveTo>
                  <a:pt x="212597" y="241744"/>
                </a:moveTo>
                <a:cubicBezTo>
                  <a:pt x="198882" y="233172"/>
                  <a:pt x="185165" y="210883"/>
                  <a:pt x="198882" y="190309"/>
                </a:cubicBezTo>
                <a:cubicBezTo>
                  <a:pt x="212597" y="171450"/>
                  <a:pt x="226314" y="152590"/>
                  <a:pt x="240030" y="159448"/>
                </a:cubicBezTo>
                <a:cubicBezTo>
                  <a:pt x="253745" y="168020"/>
                  <a:pt x="255460" y="186880"/>
                  <a:pt x="253745" y="209168"/>
                </a:cubicBezTo>
                <a:cubicBezTo>
                  <a:pt x="252031" y="233172"/>
                  <a:pt x="228028" y="241744"/>
                  <a:pt x="212597" y="241744"/>
                </a:cubicBezTo>
                <a:moveTo>
                  <a:pt x="221170" y="270890"/>
                </a:moveTo>
                <a:cubicBezTo>
                  <a:pt x="221170" y="272605"/>
                  <a:pt x="219455" y="276034"/>
                  <a:pt x="219455" y="277748"/>
                </a:cubicBezTo>
                <a:cubicBezTo>
                  <a:pt x="210883" y="289750"/>
                  <a:pt x="202310" y="298323"/>
                  <a:pt x="192024" y="298323"/>
                </a:cubicBezTo>
                <a:cubicBezTo>
                  <a:pt x="181737" y="296608"/>
                  <a:pt x="176593" y="279463"/>
                  <a:pt x="183451" y="265747"/>
                </a:cubicBezTo>
                <a:cubicBezTo>
                  <a:pt x="185165" y="264033"/>
                  <a:pt x="186880" y="262318"/>
                  <a:pt x="186880" y="258889"/>
                </a:cubicBezTo>
                <a:cubicBezTo>
                  <a:pt x="197167" y="265747"/>
                  <a:pt x="209169" y="270890"/>
                  <a:pt x="221170" y="270890"/>
                </a:cubicBezTo>
                <a:moveTo>
                  <a:pt x="0" y="178308"/>
                </a:moveTo>
                <a:cubicBezTo>
                  <a:pt x="29146" y="264033"/>
                  <a:pt x="75437" y="324040"/>
                  <a:pt x="162877" y="341185"/>
                </a:cubicBezTo>
                <a:cubicBezTo>
                  <a:pt x="250317" y="360045"/>
                  <a:pt x="348043" y="265747"/>
                  <a:pt x="325755" y="178308"/>
                </a:cubicBezTo>
                <a:cubicBezTo>
                  <a:pt x="303466" y="90868"/>
                  <a:pt x="252031" y="30861"/>
                  <a:pt x="162877" y="15430"/>
                </a:cubicBezTo>
                <a:cubicBezTo>
                  <a:pt x="73723" y="0"/>
                  <a:pt x="6858" y="89154"/>
                  <a:pt x="0" y="178308"/>
                </a:cubicBezTo>
                <a:moveTo>
                  <a:pt x="277749" y="293179"/>
                </a:moveTo>
                <a:cubicBezTo>
                  <a:pt x="306895" y="339470"/>
                  <a:pt x="353187" y="373760"/>
                  <a:pt x="394335" y="409765"/>
                </a:cubicBezTo>
              </a:path>
            </a:pathLst>
          </a:custGeom>
          <a:noFill/>
          <a:ln w="12850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5902064" y="2717033"/>
            <a:ext cx="418337" cy="432054"/>
          </a:xfrm>
          <a:custGeom>
            <a:avLst/>
            <a:gdLst/>
            <a:ahLst/>
            <a:cxnLst/>
            <a:rect l="l" t="t" r="r" b="b"/>
            <a:pathLst>
              <a:path w="418337" h="432054" extrusionOk="0">
                <a:moveTo>
                  <a:pt x="164591" y="190309"/>
                </a:moveTo>
                <a:lnTo>
                  <a:pt x="258889" y="190309"/>
                </a:lnTo>
                <a:lnTo>
                  <a:pt x="258889" y="27431"/>
                </a:lnTo>
                <a:cubicBezTo>
                  <a:pt x="258889" y="22697"/>
                  <a:pt x="255051" y="18859"/>
                  <a:pt x="250316" y="18859"/>
                </a:cubicBezTo>
                <a:lnTo>
                  <a:pt x="78866" y="18859"/>
                </a:lnTo>
                <a:cubicBezTo>
                  <a:pt x="74132" y="18859"/>
                  <a:pt x="70294" y="22697"/>
                  <a:pt x="70294" y="27431"/>
                </a:cubicBezTo>
                <a:lnTo>
                  <a:pt x="70294" y="190309"/>
                </a:lnTo>
                <a:lnTo>
                  <a:pt x="104584" y="190309"/>
                </a:lnTo>
                <a:moveTo>
                  <a:pt x="70294" y="190309"/>
                </a:moveTo>
                <a:lnTo>
                  <a:pt x="18859" y="190309"/>
                </a:lnTo>
                <a:cubicBezTo>
                  <a:pt x="14125" y="190309"/>
                  <a:pt x="10286" y="194147"/>
                  <a:pt x="10286" y="198881"/>
                </a:cubicBezTo>
                <a:lnTo>
                  <a:pt x="10286" y="404621"/>
                </a:lnTo>
                <a:cubicBezTo>
                  <a:pt x="10286" y="409356"/>
                  <a:pt x="14125" y="413194"/>
                  <a:pt x="18859" y="413194"/>
                </a:cubicBezTo>
                <a:lnTo>
                  <a:pt x="198881" y="413194"/>
                </a:lnTo>
                <a:cubicBezTo>
                  <a:pt x="203616" y="413194"/>
                  <a:pt x="207454" y="409356"/>
                  <a:pt x="207454" y="404621"/>
                </a:cubicBezTo>
                <a:lnTo>
                  <a:pt x="207454" y="301751"/>
                </a:lnTo>
                <a:lnTo>
                  <a:pt x="258889" y="301751"/>
                </a:lnTo>
                <a:lnTo>
                  <a:pt x="258889" y="293179"/>
                </a:lnTo>
                <a:cubicBezTo>
                  <a:pt x="258889" y="264772"/>
                  <a:pt x="235861" y="241744"/>
                  <a:pt x="207454" y="241744"/>
                </a:cubicBezTo>
                <a:lnTo>
                  <a:pt x="207454" y="241744"/>
                </a:lnTo>
                <a:lnTo>
                  <a:pt x="207454" y="190309"/>
                </a:lnTo>
                <a:moveTo>
                  <a:pt x="258889" y="87439"/>
                </a:moveTo>
                <a:lnTo>
                  <a:pt x="396049" y="87439"/>
                </a:lnTo>
                <a:cubicBezTo>
                  <a:pt x="400783" y="87439"/>
                  <a:pt x="404621" y="91277"/>
                  <a:pt x="404621" y="96011"/>
                </a:cubicBezTo>
                <a:lnTo>
                  <a:pt x="404621" y="147446"/>
                </a:lnTo>
                <a:cubicBezTo>
                  <a:pt x="404621" y="152181"/>
                  <a:pt x="400783" y="156019"/>
                  <a:pt x="396049" y="156019"/>
                </a:cubicBezTo>
                <a:lnTo>
                  <a:pt x="344614" y="156019"/>
                </a:lnTo>
                <a:cubicBezTo>
                  <a:pt x="344614" y="189160"/>
                  <a:pt x="371480" y="216026"/>
                  <a:pt x="404621" y="216026"/>
                </a:cubicBezTo>
                <a:lnTo>
                  <a:pt x="404621" y="216026"/>
                </a:lnTo>
                <a:lnTo>
                  <a:pt x="404621" y="327469"/>
                </a:lnTo>
                <a:cubicBezTo>
                  <a:pt x="404621" y="332203"/>
                  <a:pt x="400783" y="336041"/>
                  <a:pt x="396049" y="336041"/>
                </a:cubicBezTo>
                <a:lnTo>
                  <a:pt x="207454" y="336041"/>
                </a:lnTo>
                <a:moveTo>
                  <a:pt x="10286" y="310324"/>
                </a:moveTo>
                <a:lnTo>
                  <a:pt x="10286" y="404621"/>
                </a:lnTo>
                <a:cubicBezTo>
                  <a:pt x="10286" y="409356"/>
                  <a:pt x="14125" y="413194"/>
                  <a:pt x="18859" y="413194"/>
                </a:cubicBezTo>
                <a:lnTo>
                  <a:pt x="96011" y="413194"/>
                </a:lnTo>
                <a:lnTo>
                  <a:pt x="96011" y="413194"/>
                </a:lnTo>
                <a:lnTo>
                  <a:pt x="96011" y="310324"/>
                </a:lnTo>
                <a:close/>
                <a:moveTo>
                  <a:pt x="96011" y="344614"/>
                </a:moveTo>
                <a:lnTo>
                  <a:pt x="10286" y="344614"/>
                </a:lnTo>
                <a:moveTo>
                  <a:pt x="96011" y="378904"/>
                </a:moveTo>
                <a:lnTo>
                  <a:pt x="10286" y="378904"/>
                </a:lnTo>
                <a:moveTo>
                  <a:pt x="104584" y="190309"/>
                </a:moveTo>
                <a:cubicBezTo>
                  <a:pt x="92583" y="190309"/>
                  <a:pt x="82295" y="188594"/>
                  <a:pt x="70294" y="190309"/>
                </a:cubicBezTo>
                <a:cubicBezTo>
                  <a:pt x="84010" y="137159"/>
                  <a:pt x="72009" y="82295"/>
                  <a:pt x="70294" y="27431"/>
                </a:cubicBezTo>
                <a:cubicBezTo>
                  <a:pt x="70294" y="22288"/>
                  <a:pt x="73723" y="17145"/>
                  <a:pt x="78866" y="18859"/>
                </a:cubicBezTo>
                <a:cubicBezTo>
                  <a:pt x="132016" y="39433"/>
                  <a:pt x="195452" y="0"/>
                  <a:pt x="250316" y="18859"/>
                </a:cubicBezTo>
                <a:cubicBezTo>
                  <a:pt x="255460" y="20573"/>
                  <a:pt x="258889" y="22288"/>
                  <a:pt x="258889" y="27431"/>
                </a:cubicBezTo>
                <a:cubicBezTo>
                  <a:pt x="258889" y="82295"/>
                  <a:pt x="252031" y="135445"/>
                  <a:pt x="258889" y="190309"/>
                </a:cubicBezTo>
                <a:cubicBezTo>
                  <a:pt x="228028" y="192024"/>
                  <a:pt x="195452" y="181736"/>
                  <a:pt x="164591" y="190309"/>
                </a:cubicBezTo>
                <a:moveTo>
                  <a:pt x="207454" y="190309"/>
                </a:moveTo>
                <a:cubicBezTo>
                  <a:pt x="210883" y="207454"/>
                  <a:pt x="205739" y="224599"/>
                  <a:pt x="207454" y="241744"/>
                </a:cubicBezTo>
                <a:cubicBezTo>
                  <a:pt x="234886" y="234886"/>
                  <a:pt x="253746" y="265747"/>
                  <a:pt x="258889" y="293179"/>
                </a:cubicBezTo>
                <a:cubicBezTo>
                  <a:pt x="258889" y="296608"/>
                  <a:pt x="257174" y="298322"/>
                  <a:pt x="258889" y="301751"/>
                </a:cubicBezTo>
                <a:cubicBezTo>
                  <a:pt x="241744" y="303466"/>
                  <a:pt x="224599" y="303466"/>
                  <a:pt x="207454" y="301751"/>
                </a:cubicBezTo>
                <a:cubicBezTo>
                  <a:pt x="210883" y="336041"/>
                  <a:pt x="214312" y="370331"/>
                  <a:pt x="207454" y="404621"/>
                </a:cubicBezTo>
                <a:cubicBezTo>
                  <a:pt x="205739" y="409765"/>
                  <a:pt x="204025" y="411479"/>
                  <a:pt x="198881" y="413194"/>
                </a:cubicBezTo>
                <a:cubicBezTo>
                  <a:pt x="142303" y="432054"/>
                  <a:pt x="77152" y="401192"/>
                  <a:pt x="18859" y="413194"/>
                </a:cubicBezTo>
                <a:cubicBezTo>
                  <a:pt x="13715" y="414909"/>
                  <a:pt x="8572" y="409765"/>
                  <a:pt x="10286" y="404621"/>
                </a:cubicBezTo>
                <a:cubicBezTo>
                  <a:pt x="25717" y="337756"/>
                  <a:pt x="0" y="267461"/>
                  <a:pt x="10286" y="198881"/>
                </a:cubicBezTo>
                <a:cubicBezTo>
                  <a:pt x="10286" y="193738"/>
                  <a:pt x="13715" y="190309"/>
                  <a:pt x="18859" y="190309"/>
                </a:cubicBezTo>
                <a:cubicBezTo>
                  <a:pt x="36004" y="190309"/>
                  <a:pt x="53149" y="195452"/>
                  <a:pt x="70294" y="190309"/>
                </a:cubicBezTo>
                <a:moveTo>
                  <a:pt x="207454" y="336041"/>
                </a:moveTo>
                <a:cubicBezTo>
                  <a:pt x="269176" y="342899"/>
                  <a:pt x="332612" y="336041"/>
                  <a:pt x="396049" y="336041"/>
                </a:cubicBezTo>
                <a:cubicBezTo>
                  <a:pt x="401192" y="336041"/>
                  <a:pt x="404621" y="332612"/>
                  <a:pt x="404621" y="327469"/>
                </a:cubicBezTo>
                <a:cubicBezTo>
                  <a:pt x="408051" y="289750"/>
                  <a:pt x="418337" y="250316"/>
                  <a:pt x="404621" y="216026"/>
                </a:cubicBezTo>
                <a:cubicBezTo>
                  <a:pt x="372046" y="217741"/>
                  <a:pt x="346329" y="188594"/>
                  <a:pt x="344614" y="156019"/>
                </a:cubicBezTo>
                <a:cubicBezTo>
                  <a:pt x="361759" y="161162"/>
                  <a:pt x="378904" y="154304"/>
                  <a:pt x="396049" y="156019"/>
                </a:cubicBezTo>
                <a:cubicBezTo>
                  <a:pt x="401192" y="156019"/>
                  <a:pt x="402907" y="152590"/>
                  <a:pt x="404621" y="147446"/>
                </a:cubicBezTo>
                <a:cubicBezTo>
                  <a:pt x="409765" y="130301"/>
                  <a:pt x="401192" y="113156"/>
                  <a:pt x="404621" y="96011"/>
                </a:cubicBezTo>
                <a:cubicBezTo>
                  <a:pt x="406336" y="90868"/>
                  <a:pt x="401192" y="89154"/>
                  <a:pt x="396049" y="87439"/>
                </a:cubicBezTo>
                <a:cubicBezTo>
                  <a:pt x="351472" y="75437"/>
                  <a:pt x="301751" y="102869"/>
                  <a:pt x="258889" y="87439"/>
                </a:cubicBezTo>
                <a:moveTo>
                  <a:pt x="10286" y="310324"/>
                </a:moveTo>
                <a:cubicBezTo>
                  <a:pt x="13715" y="341185"/>
                  <a:pt x="8572" y="373761"/>
                  <a:pt x="10286" y="404621"/>
                </a:cubicBezTo>
                <a:cubicBezTo>
                  <a:pt x="10286" y="409765"/>
                  <a:pt x="13715" y="413194"/>
                  <a:pt x="18859" y="413194"/>
                </a:cubicBezTo>
                <a:cubicBezTo>
                  <a:pt x="44576" y="409765"/>
                  <a:pt x="70294" y="416623"/>
                  <a:pt x="96011" y="413194"/>
                </a:cubicBezTo>
                <a:cubicBezTo>
                  <a:pt x="87439" y="380619"/>
                  <a:pt x="97726" y="344614"/>
                  <a:pt x="96011" y="310324"/>
                </a:cubicBezTo>
                <a:cubicBezTo>
                  <a:pt x="68579" y="301751"/>
                  <a:pt x="36004" y="320611"/>
                  <a:pt x="10286" y="310324"/>
                </a:cubicBezTo>
                <a:moveTo>
                  <a:pt x="10286" y="344614"/>
                </a:moveTo>
                <a:cubicBezTo>
                  <a:pt x="39433" y="341185"/>
                  <a:pt x="66865" y="342899"/>
                  <a:pt x="96011" y="344614"/>
                </a:cubicBezTo>
                <a:moveTo>
                  <a:pt x="10286" y="378904"/>
                </a:moveTo>
                <a:cubicBezTo>
                  <a:pt x="39433" y="375475"/>
                  <a:pt x="66865" y="380619"/>
                  <a:pt x="96011" y="378904"/>
                </a:cubicBezTo>
              </a:path>
            </a:pathLst>
          </a:custGeom>
          <a:noFill/>
          <a:ln w="12850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7343959" y="2727320"/>
            <a:ext cx="408050" cy="406336"/>
          </a:xfrm>
          <a:custGeom>
            <a:avLst/>
            <a:gdLst/>
            <a:ahLst/>
            <a:cxnLst/>
            <a:rect l="l" t="t" r="r" b="b"/>
            <a:pathLst>
              <a:path w="408050" h="406336" extrusionOk="0">
                <a:moveTo>
                  <a:pt x="12858" y="398621"/>
                </a:moveTo>
                <a:cubicBezTo>
                  <a:pt x="38462" y="398621"/>
                  <a:pt x="64066" y="398621"/>
                  <a:pt x="89669" y="372903"/>
                </a:cubicBezTo>
                <a:cubicBezTo>
                  <a:pt x="115273" y="398621"/>
                  <a:pt x="140877" y="398621"/>
                  <a:pt x="147704" y="398621"/>
                </a:cubicBezTo>
                <a:cubicBezTo>
                  <a:pt x="154532" y="398621"/>
                  <a:pt x="180135" y="398621"/>
                  <a:pt x="205740" y="372903"/>
                </a:cubicBezTo>
                <a:cubicBezTo>
                  <a:pt x="231344" y="398621"/>
                  <a:pt x="256946" y="398621"/>
                  <a:pt x="263775" y="398621"/>
                </a:cubicBezTo>
                <a:cubicBezTo>
                  <a:pt x="270602" y="398621"/>
                  <a:pt x="296205" y="398621"/>
                  <a:pt x="321809" y="372903"/>
                </a:cubicBezTo>
                <a:cubicBezTo>
                  <a:pt x="347414" y="398621"/>
                  <a:pt x="373016" y="398621"/>
                  <a:pt x="398621" y="398621"/>
                </a:cubicBezTo>
                <a:moveTo>
                  <a:pt x="345471" y="75366"/>
                </a:moveTo>
                <a:cubicBezTo>
                  <a:pt x="313995" y="75366"/>
                  <a:pt x="288480" y="61373"/>
                  <a:pt x="288480" y="44112"/>
                </a:cubicBezTo>
                <a:cubicBezTo>
                  <a:pt x="288480" y="26851"/>
                  <a:pt x="313995" y="12858"/>
                  <a:pt x="345471" y="12858"/>
                </a:cubicBezTo>
                <a:cubicBezTo>
                  <a:pt x="376946" y="12858"/>
                  <a:pt x="402463" y="26851"/>
                  <a:pt x="402463" y="44112"/>
                </a:cubicBezTo>
                <a:cubicBezTo>
                  <a:pt x="402463" y="61373"/>
                  <a:pt x="376946" y="75366"/>
                  <a:pt x="345471" y="75366"/>
                </a:cubicBezTo>
                <a:close/>
                <a:moveTo>
                  <a:pt x="288480" y="44111"/>
                </a:moveTo>
                <a:lnTo>
                  <a:pt x="288480" y="128680"/>
                </a:lnTo>
                <a:cubicBezTo>
                  <a:pt x="288480" y="145226"/>
                  <a:pt x="314218" y="159934"/>
                  <a:pt x="345471" y="159934"/>
                </a:cubicBezTo>
                <a:cubicBezTo>
                  <a:pt x="376725" y="159934"/>
                  <a:pt x="402463" y="145226"/>
                  <a:pt x="402463" y="128680"/>
                </a:cubicBezTo>
                <a:lnTo>
                  <a:pt x="402463" y="44111"/>
                </a:lnTo>
                <a:moveTo>
                  <a:pt x="39369" y="332611"/>
                </a:moveTo>
                <a:cubicBezTo>
                  <a:pt x="39369" y="326931"/>
                  <a:pt x="37475" y="321251"/>
                  <a:pt x="31795" y="315569"/>
                </a:cubicBezTo>
                <a:lnTo>
                  <a:pt x="20433" y="304207"/>
                </a:lnTo>
                <a:cubicBezTo>
                  <a:pt x="12858" y="298527"/>
                  <a:pt x="10965" y="287165"/>
                  <a:pt x="14752" y="279590"/>
                </a:cubicBezTo>
                <a:cubicBezTo>
                  <a:pt x="18539" y="270122"/>
                  <a:pt x="26114" y="266335"/>
                  <a:pt x="35582" y="266335"/>
                </a:cubicBezTo>
                <a:lnTo>
                  <a:pt x="50731" y="266335"/>
                </a:lnTo>
                <a:cubicBezTo>
                  <a:pt x="56412" y="266335"/>
                  <a:pt x="63986" y="264442"/>
                  <a:pt x="67773" y="260655"/>
                </a:cubicBezTo>
                <a:cubicBezTo>
                  <a:pt x="71560" y="256868"/>
                  <a:pt x="73454" y="251280"/>
                  <a:pt x="73454" y="243611"/>
                </a:cubicBezTo>
                <a:lnTo>
                  <a:pt x="73454" y="228464"/>
                </a:lnTo>
                <a:cubicBezTo>
                  <a:pt x="73454" y="218994"/>
                  <a:pt x="79135" y="209527"/>
                  <a:pt x="86709" y="207632"/>
                </a:cubicBezTo>
                <a:cubicBezTo>
                  <a:pt x="96177" y="203847"/>
                  <a:pt x="105645" y="205740"/>
                  <a:pt x="111326" y="213314"/>
                </a:cubicBezTo>
                <a:lnTo>
                  <a:pt x="122688" y="224676"/>
                </a:lnTo>
                <a:cubicBezTo>
                  <a:pt x="126475" y="228464"/>
                  <a:pt x="132156" y="232251"/>
                  <a:pt x="139731" y="232251"/>
                </a:cubicBezTo>
                <a:cubicBezTo>
                  <a:pt x="147305" y="232251"/>
                  <a:pt x="151092" y="230356"/>
                  <a:pt x="156773" y="224676"/>
                </a:cubicBezTo>
                <a:lnTo>
                  <a:pt x="168135" y="213314"/>
                </a:lnTo>
                <a:cubicBezTo>
                  <a:pt x="173816" y="205740"/>
                  <a:pt x="185178" y="203847"/>
                  <a:pt x="192752" y="207632"/>
                </a:cubicBezTo>
                <a:cubicBezTo>
                  <a:pt x="202220" y="211420"/>
                  <a:pt x="206007" y="218994"/>
                  <a:pt x="206007" y="228464"/>
                </a:cubicBezTo>
                <a:lnTo>
                  <a:pt x="206007" y="243611"/>
                </a:lnTo>
                <a:cubicBezTo>
                  <a:pt x="206007" y="249293"/>
                  <a:pt x="207901" y="256868"/>
                  <a:pt x="211687" y="260655"/>
                </a:cubicBezTo>
                <a:cubicBezTo>
                  <a:pt x="215474" y="264442"/>
                  <a:pt x="223049" y="268230"/>
                  <a:pt x="228731" y="266335"/>
                </a:cubicBezTo>
                <a:lnTo>
                  <a:pt x="243879" y="266335"/>
                </a:lnTo>
                <a:cubicBezTo>
                  <a:pt x="253348" y="266335"/>
                  <a:pt x="262815" y="272015"/>
                  <a:pt x="264710" y="279590"/>
                </a:cubicBezTo>
                <a:cubicBezTo>
                  <a:pt x="268497" y="289059"/>
                  <a:pt x="266603" y="298527"/>
                  <a:pt x="259028" y="304207"/>
                </a:cubicBezTo>
                <a:lnTo>
                  <a:pt x="247666" y="315569"/>
                </a:lnTo>
                <a:cubicBezTo>
                  <a:pt x="243879" y="319356"/>
                  <a:pt x="240091" y="325038"/>
                  <a:pt x="240091" y="332611"/>
                </a:cubicBezTo>
                <a:moveTo>
                  <a:pt x="183283" y="332611"/>
                </a:moveTo>
                <a:cubicBezTo>
                  <a:pt x="183283" y="307992"/>
                  <a:pt x="164347" y="289057"/>
                  <a:pt x="141624" y="289057"/>
                </a:cubicBezTo>
                <a:cubicBezTo>
                  <a:pt x="117007" y="289057"/>
                  <a:pt x="98070" y="309887"/>
                  <a:pt x="98070" y="332611"/>
                </a:cubicBezTo>
                <a:moveTo>
                  <a:pt x="345471" y="200594"/>
                </a:moveTo>
                <a:lnTo>
                  <a:pt x="345471" y="325753"/>
                </a:lnTo>
                <a:moveTo>
                  <a:pt x="311181" y="234886"/>
                </a:moveTo>
                <a:lnTo>
                  <a:pt x="345471" y="200596"/>
                </a:lnTo>
                <a:lnTo>
                  <a:pt x="379761" y="234886"/>
                </a:lnTo>
                <a:moveTo>
                  <a:pt x="288480" y="86064"/>
                </a:moveTo>
                <a:cubicBezTo>
                  <a:pt x="288480" y="103691"/>
                  <a:pt x="313995" y="117980"/>
                  <a:pt x="345471" y="117980"/>
                </a:cubicBezTo>
                <a:cubicBezTo>
                  <a:pt x="376948" y="117980"/>
                  <a:pt x="402463" y="103691"/>
                  <a:pt x="402463" y="86064"/>
                </a:cubicBezTo>
                <a:moveTo>
                  <a:pt x="13716" y="399478"/>
                </a:moveTo>
                <a:cubicBezTo>
                  <a:pt x="37718" y="390905"/>
                  <a:pt x="60007" y="394335"/>
                  <a:pt x="89153" y="373760"/>
                </a:cubicBezTo>
                <a:cubicBezTo>
                  <a:pt x="118300" y="396049"/>
                  <a:pt x="140588" y="396049"/>
                  <a:pt x="147447" y="399478"/>
                </a:cubicBezTo>
                <a:cubicBezTo>
                  <a:pt x="154305" y="401192"/>
                  <a:pt x="186880" y="402907"/>
                  <a:pt x="205740" y="373760"/>
                </a:cubicBezTo>
                <a:cubicBezTo>
                  <a:pt x="233172" y="396049"/>
                  <a:pt x="257175" y="399478"/>
                  <a:pt x="264032" y="399478"/>
                </a:cubicBezTo>
                <a:cubicBezTo>
                  <a:pt x="270890" y="397764"/>
                  <a:pt x="293179" y="394335"/>
                  <a:pt x="322325" y="373760"/>
                </a:cubicBezTo>
                <a:cubicBezTo>
                  <a:pt x="346329" y="399478"/>
                  <a:pt x="373760" y="406336"/>
                  <a:pt x="399478" y="399478"/>
                </a:cubicBezTo>
                <a:moveTo>
                  <a:pt x="346329" y="75437"/>
                </a:moveTo>
                <a:cubicBezTo>
                  <a:pt x="375475" y="66865"/>
                  <a:pt x="397764" y="60007"/>
                  <a:pt x="402907" y="44576"/>
                </a:cubicBezTo>
                <a:cubicBezTo>
                  <a:pt x="406336" y="27431"/>
                  <a:pt x="375475" y="24003"/>
                  <a:pt x="346329" y="13715"/>
                </a:cubicBezTo>
                <a:cubicBezTo>
                  <a:pt x="315467" y="1714"/>
                  <a:pt x="294894" y="27431"/>
                  <a:pt x="288035" y="44576"/>
                </a:cubicBezTo>
                <a:cubicBezTo>
                  <a:pt x="281177" y="60007"/>
                  <a:pt x="315467" y="85725"/>
                  <a:pt x="346329" y="75437"/>
                </a:cubicBezTo>
                <a:moveTo>
                  <a:pt x="288035" y="44576"/>
                </a:moveTo>
                <a:cubicBezTo>
                  <a:pt x="286321" y="72009"/>
                  <a:pt x="286321" y="101155"/>
                  <a:pt x="288035" y="128587"/>
                </a:cubicBezTo>
                <a:cubicBezTo>
                  <a:pt x="289750" y="145732"/>
                  <a:pt x="315467" y="164592"/>
                  <a:pt x="346329" y="159448"/>
                </a:cubicBezTo>
                <a:cubicBezTo>
                  <a:pt x="375475" y="154305"/>
                  <a:pt x="406336" y="144017"/>
                  <a:pt x="402907" y="128587"/>
                </a:cubicBezTo>
                <a:cubicBezTo>
                  <a:pt x="397764" y="101155"/>
                  <a:pt x="397764" y="72009"/>
                  <a:pt x="402907" y="44576"/>
                </a:cubicBezTo>
                <a:moveTo>
                  <a:pt x="39433" y="332612"/>
                </a:moveTo>
                <a:cubicBezTo>
                  <a:pt x="39433" y="327469"/>
                  <a:pt x="37718" y="320611"/>
                  <a:pt x="32575" y="315467"/>
                </a:cubicBezTo>
                <a:cubicBezTo>
                  <a:pt x="27432" y="312039"/>
                  <a:pt x="24002" y="308610"/>
                  <a:pt x="20573" y="303466"/>
                </a:cubicBezTo>
                <a:cubicBezTo>
                  <a:pt x="13716" y="298322"/>
                  <a:pt x="12001" y="288035"/>
                  <a:pt x="15430" y="279463"/>
                </a:cubicBezTo>
                <a:cubicBezTo>
                  <a:pt x="17145" y="269176"/>
                  <a:pt x="25717" y="267462"/>
                  <a:pt x="36004" y="265747"/>
                </a:cubicBezTo>
                <a:cubicBezTo>
                  <a:pt x="41147" y="265747"/>
                  <a:pt x="46291" y="264032"/>
                  <a:pt x="51435" y="265747"/>
                </a:cubicBezTo>
                <a:cubicBezTo>
                  <a:pt x="56578" y="267462"/>
                  <a:pt x="63436" y="264032"/>
                  <a:pt x="68580" y="260604"/>
                </a:cubicBezTo>
                <a:cubicBezTo>
                  <a:pt x="72008" y="257175"/>
                  <a:pt x="73723" y="250317"/>
                  <a:pt x="73723" y="243459"/>
                </a:cubicBezTo>
                <a:cubicBezTo>
                  <a:pt x="72008" y="238315"/>
                  <a:pt x="72008" y="233172"/>
                  <a:pt x="73723" y="228028"/>
                </a:cubicBezTo>
                <a:cubicBezTo>
                  <a:pt x="75437" y="219455"/>
                  <a:pt x="78867" y="209169"/>
                  <a:pt x="87439" y="207454"/>
                </a:cubicBezTo>
                <a:cubicBezTo>
                  <a:pt x="96012" y="204025"/>
                  <a:pt x="104584" y="205740"/>
                  <a:pt x="111442" y="212597"/>
                </a:cubicBezTo>
                <a:cubicBezTo>
                  <a:pt x="114871" y="217741"/>
                  <a:pt x="118300" y="222885"/>
                  <a:pt x="123443" y="224599"/>
                </a:cubicBezTo>
                <a:cubicBezTo>
                  <a:pt x="126872" y="226314"/>
                  <a:pt x="132016" y="233172"/>
                  <a:pt x="138874" y="231457"/>
                </a:cubicBezTo>
                <a:cubicBezTo>
                  <a:pt x="147447" y="231457"/>
                  <a:pt x="150876" y="229742"/>
                  <a:pt x="156019" y="224599"/>
                </a:cubicBezTo>
                <a:cubicBezTo>
                  <a:pt x="161162" y="221170"/>
                  <a:pt x="164592" y="217741"/>
                  <a:pt x="168021" y="212597"/>
                </a:cubicBezTo>
                <a:cubicBezTo>
                  <a:pt x="174878" y="207454"/>
                  <a:pt x="186880" y="202310"/>
                  <a:pt x="192024" y="207454"/>
                </a:cubicBezTo>
                <a:cubicBezTo>
                  <a:pt x="202310" y="207454"/>
                  <a:pt x="209169" y="219455"/>
                  <a:pt x="205740" y="228028"/>
                </a:cubicBezTo>
                <a:cubicBezTo>
                  <a:pt x="204025" y="233172"/>
                  <a:pt x="204025" y="238315"/>
                  <a:pt x="205740" y="243459"/>
                </a:cubicBezTo>
                <a:cubicBezTo>
                  <a:pt x="207454" y="248602"/>
                  <a:pt x="207454" y="257175"/>
                  <a:pt x="210883" y="260604"/>
                </a:cubicBezTo>
                <a:cubicBezTo>
                  <a:pt x="216027" y="264032"/>
                  <a:pt x="222885" y="267462"/>
                  <a:pt x="228028" y="265747"/>
                </a:cubicBezTo>
                <a:cubicBezTo>
                  <a:pt x="233172" y="265747"/>
                  <a:pt x="238315" y="267462"/>
                  <a:pt x="243459" y="265747"/>
                </a:cubicBezTo>
                <a:cubicBezTo>
                  <a:pt x="253745" y="264032"/>
                  <a:pt x="264032" y="272605"/>
                  <a:pt x="264032" y="279463"/>
                </a:cubicBezTo>
                <a:cubicBezTo>
                  <a:pt x="270890" y="288035"/>
                  <a:pt x="265747" y="298322"/>
                  <a:pt x="258889" y="303466"/>
                </a:cubicBezTo>
                <a:cubicBezTo>
                  <a:pt x="255460" y="308610"/>
                  <a:pt x="250317" y="310324"/>
                  <a:pt x="246887" y="315467"/>
                </a:cubicBezTo>
                <a:cubicBezTo>
                  <a:pt x="245173" y="320611"/>
                  <a:pt x="241744" y="325755"/>
                  <a:pt x="240030" y="332612"/>
                </a:cubicBezTo>
                <a:moveTo>
                  <a:pt x="183451" y="332612"/>
                </a:moveTo>
                <a:cubicBezTo>
                  <a:pt x="178307" y="308610"/>
                  <a:pt x="164592" y="294894"/>
                  <a:pt x="142303" y="289750"/>
                </a:cubicBezTo>
                <a:cubicBezTo>
                  <a:pt x="118300" y="282892"/>
                  <a:pt x="104584" y="310324"/>
                  <a:pt x="97726" y="332612"/>
                </a:cubicBezTo>
                <a:moveTo>
                  <a:pt x="346329" y="200596"/>
                </a:moveTo>
                <a:cubicBezTo>
                  <a:pt x="354901" y="241744"/>
                  <a:pt x="337756" y="284607"/>
                  <a:pt x="346329" y="325755"/>
                </a:cubicBezTo>
                <a:moveTo>
                  <a:pt x="312039" y="234886"/>
                </a:moveTo>
                <a:cubicBezTo>
                  <a:pt x="322325" y="222885"/>
                  <a:pt x="332612" y="210883"/>
                  <a:pt x="346329" y="200596"/>
                </a:cubicBezTo>
                <a:cubicBezTo>
                  <a:pt x="360045" y="209169"/>
                  <a:pt x="366902" y="224599"/>
                  <a:pt x="380619" y="234886"/>
                </a:cubicBezTo>
                <a:moveTo>
                  <a:pt x="402907" y="85725"/>
                </a:moveTo>
                <a:cubicBezTo>
                  <a:pt x="408050" y="102870"/>
                  <a:pt x="375475" y="125158"/>
                  <a:pt x="346329" y="118300"/>
                </a:cubicBezTo>
                <a:cubicBezTo>
                  <a:pt x="315467" y="109727"/>
                  <a:pt x="288035" y="104584"/>
                  <a:pt x="288035" y="85725"/>
                </a:cubicBezTo>
              </a:path>
            </a:pathLst>
          </a:custGeom>
          <a:noFill/>
          <a:ln w="12850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18"/>
          <p:cNvPicPr preferRelativeResize="0"/>
          <p:nvPr/>
        </p:nvPicPr>
        <p:blipFill rotWithShape="1">
          <a:blip r:embed="rId3">
            <a:alphaModFix/>
          </a:blip>
          <a:srcRect r="1719"/>
          <a:stretch/>
        </p:blipFill>
        <p:spPr>
          <a:xfrm>
            <a:off x="231584" y="2281253"/>
            <a:ext cx="3698030" cy="316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21042" y="1759614"/>
            <a:ext cx="3762737" cy="1600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21042" y="3460089"/>
            <a:ext cx="2705354" cy="1520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21042" y="5080901"/>
            <a:ext cx="3266127" cy="1024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F3A"/>
            </a:gs>
            <a:gs pos="43068">
              <a:srgbClr val="0D5C7A"/>
            </a:gs>
            <a:gs pos="74000">
              <a:srgbClr val="0D5C7A"/>
            </a:gs>
            <a:gs pos="83000">
              <a:srgbClr val="00B3B8"/>
            </a:gs>
            <a:gs pos="100000">
              <a:srgbClr val="00B3B8"/>
            </a:gs>
          </a:gsLst>
          <a:lin ang="1080000" scaled="0"/>
        </a:gra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19"/>
          <p:cNvGrpSpPr/>
          <p:nvPr/>
        </p:nvGrpSpPr>
        <p:grpSpPr>
          <a:xfrm>
            <a:off x="6085059" y="1187291"/>
            <a:ext cx="1498849" cy="626732"/>
            <a:chOff x="3467747" y="943336"/>
            <a:chExt cx="1498849" cy="626732"/>
          </a:xfrm>
        </p:grpSpPr>
        <p:sp>
          <p:nvSpPr>
            <p:cNvPr id="219" name="Google Shape;219;p19"/>
            <p:cNvSpPr/>
            <p:nvPr/>
          </p:nvSpPr>
          <p:spPr>
            <a:xfrm>
              <a:off x="3467747" y="943336"/>
              <a:ext cx="509543" cy="565872"/>
            </a:xfrm>
            <a:custGeom>
              <a:avLst/>
              <a:gdLst/>
              <a:ahLst/>
              <a:cxnLst/>
              <a:rect l="l" t="t" r="r" b="b"/>
              <a:pathLst>
                <a:path w="509543" h="565872" extrusionOk="0">
                  <a:moveTo>
                    <a:pt x="505011" y="522492"/>
                  </a:moveTo>
                  <a:lnTo>
                    <a:pt x="390412" y="462927"/>
                  </a:lnTo>
                  <a:lnTo>
                    <a:pt x="428612" y="389765"/>
                  </a:lnTo>
                  <a:lnTo>
                    <a:pt x="509543" y="513428"/>
                  </a:lnTo>
                  <a:lnTo>
                    <a:pt x="505011" y="522492"/>
                  </a:lnTo>
                  <a:moveTo>
                    <a:pt x="428612" y="389765"/>
                  </a:moveTo>
                  <a:lnTo>
                    <a:pt x="181933" y="407246"/>
                  </a:lnTo>
                  <a:lnTo>
                    <a:pt x="233729" y="532852"/>
                  </a:lnTo>
                  <a:lnTo>
                    <a:pt x="509543" y="513428"/>
                  </a:lnTo>
                  <a:lnTo>
                    <a:pt x="428612" y="389765"/>
                  </a:lnTo>
                  <a:moveTo>
                    <a:pt x="233729" y="532852"/>
                  </a:moveTo>
                  <a:lnTo>
                    <a:pt x="181933" y="407246"/>
                  </a:lnTo>
                  <a:lnTo>
                    <a:pt x="409189" y="211069"/>
                  </a:lnTo>
                  <a:lnTo>
                    <a:pt x="486235" y="315956"/>
                  </a:lnTo>
                  <a:lnTo>
                    <a:pt x="233729" y="532852"/>
                  </a:lnTo>
                  <a:moveTo>
                    <a:pt x="409189" y="211069"/>
                  </a:moveTo>
                  <a:lnTo>
                    <a:pt x="486235" y="315956"/>
                  </a:lnTo>
                  <a:lnTo>
                    <a:pt x="82226" y="565872"/>
                  </a:lnTo>
                  <a:lnTo>
                    <a:pt x="0" y="464222"/>
                  </a:lnTo>
                  <a:lnTo>
                    <a:pt x="409189" y="211069"/>
                  </a:lnTo>
                  <a:moveTo>
                    <a:pt x="82226" y="565872"/>
                  </a:moveTo>
                  <a:lnTo>
                    <a:pt x="497889" y="131432"/>
                  </a:lnTo>
                  <a:lnTo>
                    <a:pt x="418900" y="26545"/>
                  </a:lnTo>
                  <a:lnTo>
                    <a:pt x="0" y="464222"/>
                  </a:lnTo>
                  <a:lnTo>
                    <a:pt x="82226" y="565872"/>
                  </a:lnTo>
                  <a:moveTo>
                    <a:pt x="418900" y="26545"/>
                  </a:moveTo>
                  <a:lnTo>
                    <a:pt x="497889" y="131432"/>
                  </a:lnTo>
                  <a:lnTo>
                    <a:pt x="112009" y="332789"/>
                  </a:lnTo>
                  <a:lnTo>
                    <a:pt x="29782" y="229197"/>
                  </a:lnTo>
                  <a:lnTo>
                    <a:pt x="418900" y="26545"/>
                  </a:lnTo>
                  <a:moveTo>
                    <a:pt x="112009" y="332789"/>
                  </a:moveTo>
                  <a:lnTo>
                    <a:pt x="297179" y="116541"/>
                  </a:lnTo>
                  <a:lnTo>
                    <a:pt x="225960" y="0"/>
                  </a:lnTo>
                  <a:lnTo>
                    <a:pt x="29782" y="229197"/>
                  </a:lnTo>
                  <a:lnTo>
                    <a:pt x="112009" y="332789"/>
                  </a:lnTo>
                  <a:moveTo>
                    <a:pt x="225960" y="0"/>
                  </a:moveTo>
                  <a:lnTo>
                    <a:pt x="297179" y="116541"/>
                  </a:lnTo>
                  <a:lnTo>
                    <a:pt x="75104" y="169632"/>
                  </a:lnTo>
                  <a:lnTo>
                    <a:pt x="39494" y="44674"/>
                  </a:lnTo>
                  <a:lnTo>
                    <a:pt x="225960" y="0"/>
                  </a:lnTo>
                  <a:moveTo>
                    <a:pt x="75104" y="169632"/>
                  </a:moveTo>
                  <a:lnTo>
                    <a:pt x="39494" y="44674"/>
                  </a:lnTo>
                  <a:lnTo>
                    <a:pt x="107476" y="22013"/>
                  </a:lnTo>
                  <a:lnTo>
                    <a:pt x="148913" y="144381"/>
                  </a:lnTo>
                  <a:lnTo>
                    <a:pt x="75104" y="169632"/>
                  </a:lnTo>
                </a:path>
              </a:pathLst>
            </a:custGeom>
            <a:solidFill>
              <a:srgbClr val="34677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19"/>
            <p:cNvSpPr/>
            <p:nvPr/>
          </p:nvSpPr>
          <p:spPr>
            <a:xfrm>
              <a:off x="4505611" y="1070236"/>
              <a:ext cx="460985" cy="499832"/>
            </a:xfrm>
            <a:custGeom>
              <a:avLst/>
              <a:gdLst/>
              <a:ahLst/>
              <a:cxnLst/>
              <a:rect l="l" t="t" r="r" b="b"/>
              <a:pathLst>
                <a:path w="460985" h="499832" extrusionOk="0">
                  <a:moveTo>
                    <a:pt x="404009" y="455158"/>
                  </a:moveTo>
                  <a:lnTo>
                    <a:pt x="297179" y="381996"/>
                  </a:lnTo>
                  <a:lnTo>
                    <a:pt x="370989" y="273871"/>
                  </a:lnTo>
                  <a:lnTo>
                    <a:pt x="460985" y="372284"/>
                  </a:lnTo>
                  <a:lnTo>
                    <a:pt x="404009" y="455158"/>
                  </a:lnTo>
                  <a:moveTo>
                    <a:pt x="370989" y="273871"/>
                  </a:moveTo>
                  <a:lnTo>
                    <a:pt x="132727" y="405951"/>
                  </a:lnTo>
                  <a:lnTo>
                    <a:pt x="230492" y="499832"/>
                  </a:lnTo>
                  <a:lnTo>
                    <a:pt x="460985" y="372284"/>
                  </a:lnTo>
                  <a:lnTo>
                    <a:pt x="370989" y="273871"/>
                  </a:lnTo>
                  <a:moveTo>
                    <a:pt x="230492" y="499832"/>
                  </a:moveTo>
                  <a:lnTo>
                    <a:pt x="416958" y="128842"/>
                  </a:lnTo>
                  <a:lnTo>
                    <a:pt x="308834" y="56328"/>
                  </a:lnTo>
                  <a:lnTo>
                    <a:pt x="132727" y="405951"/>
                  </a:lnTo>
                  <a:lnTo>
                    <a:pt x="230492" y="499832"/>
                  </a:lnTo>
                  <a:moveTo>
                    <a:pt x="308834" y="56328"/>
                  </a:moveTo>
                  <a:lnTo>
                    <a:pt x="37552" y="367752"/>
                  </a:lnTo>
                  <a:lnTo>
                    <a:pt x="142439" y="444151"/>
                  </a:lnTo>
                  <a:lnTo>
                    <a:pt x="416958" y="128842"/>
                  </a:lnTo>
                  <a:lnTo>
                    <a:pt x="308834" y="56328"/>
                  </a:lnTo>
                  <a:moveTo>
                    <a:pt x="142439" y="444151"/>
                  </a:moveTo>
                  <a:lnTo>
                    <a:pt x="353508" y="89348"/>
                  </a:lnTo>
                  <a:lnTo>
                    <a:pt x="255743" y="0"/>
                  </a:lnTo>
                  <a:lnTo>
                    <a:pt x="37552" y="367752"/>
                  </a:lnTo>
                  <a:lnTo>
                    <a:pt x="142439" y="444151"/>
                  </a:lnTo>
                  <a:moveTo>
                    <a:pt x="255743" y="0"/>
                  </a:moveTo>
                  <a:lnTo>
                    <a:pt x="0" y="187760"/>
                  </a:lnTo>
                  <a:lnTo>
                    <a:pt x="122368" y="258980"/>
                  </a:lnTo>
                  <a:lnTo>
                    <a:pt x="353508" y="89348"/>
                  </a:lnTo>
                  <a:lnTo>
                    <a:pt x="255743" y="0"/>
                  </a:lnTo>
                  <a:moveTo>
                    <a:pt x="122368" y="258980"/>
                  </a:moveTo>
                  <a:lnTo>
                    <a:pt x="0" y="187760"/>
                  </a:lnTo>
                  <a:lnTo>
                    <a:pt x="7121" y="126252"/>
                  </a:lnTo>
                  <a:lnTo>
                    <a:pt x="135964" y="139849"/>
                  </a:lnTo>
                  <a:lnTo>
                    <a:pt x="122368" y="258980"/>
                  </a:lnTo>
                </a:path>
              </a:pathLst>
            </a:custGeom>
            <a:solidFill>
              <a:srgbClr val="34677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1" name="Google Shape;221;p19"/>
          <p:cNvGrpSpPr/>
          <p:nvPr/>
        </p:nvGrpSpPr>
        <p:grpSpPr>
          <a:xfrm>
            <a:off x="6113547" y="1228727"/>
            <a:ext cx="1476188" cy="595007"/>
            <a:chOff x="3496235" y="984772"/>
            <a:chExt cx="1476188" cy="595007"/>
          </a:xfrm>
        </p:grpSpPr>
        <p:sp>
          <p:nvSpPr>
            <p:cNvPr id="222" name="Google Shape;222;p19"/>
            <p:cNvSpPr/>
            <p:nvPr/>
          </p:nvSpPr>
          <p:spPr>
            <a:xfrm>
              <a:off x="3496235" y="984772"/>
              <a:ext cx="473934" cy="480408"/>
            </a:xfrm>
            <a:custGeom>
              <a:avLst/>
              <a:gdLst/>
              <a:ahLst/>
              <a:cxnLst/>
              <a:rect l="l" t="t" r="r" b="b"/>
              <a:pathLst>
                <a:path w="473934" h="480408" extrusionOk="0">
                  <a:moveTo>
                    <a:pt x="233082" y="5827"/>
                  </a:moveTo>
                  <a:lnTo>
                    <a:pt x="233082" y="238899"/>
                  </a:lnTo>
                  <a:lnTo>
                    <a:pt x="0" y="238899"/>
                  </a:lnTo>
                  <a:lnTo>
                    <a:pt x="0" y="5827"/>
                  </a:lnTo>
                  <a:close/>
                  <a:moveTo>
                    <a:pt x="466164" y="5847"/>
                  </a:moveTo>
                  <a:lnTo>
                    <a:pt x="233082" y="5847"/>
                  </a:lnTo>
                  <a:lnTo>
                    <a:pt x="233082" y="238919"/>
                  </a:lnTo>
                  <a:lnTo>
                    <a:pt x="466164" y="238919"/>
                  </a:lnTo>
                  <a:close/>
                  <a:moveTo>
                    <a:pt x="233082" y="238899"/>
                  </a:moveTo>
                  <a:lnTo>
                    <a:pt x="233082" y="471971"/>
                  </a:lnTo>
                  <a:lnTo>
                    <a:pt x="0" y="471971"/>
                  </a:lnTo>
                  <a:lnTo>
                    <a:pt x="0" y="238899"/>
                  </a:lnTo>
                  <a:close/>
                  <a:moveTo>
                    <a:pt x="466164" y="238919"/>
                  </a:moveTo>
                  <a:lnTo>
                    <a:pt x="466164" y="471991"/>
                  </a:lnTo>
                  <a:lnTo>
                    <a:pt x="233082" y="471991"/>
                  </a:lnTo>
                  <a:lnTo>
                    <a:pt x="233082" y="238919"/>
                  </a:lnTo>
                  <a:close/>
                  <a:moveTo>
                    <a:pt x="233082" y="5827"/>
                  </a:moveTo>
                  <a:cubicBezTo>
                    <a:pt x="155388" y="0"/>
                    <a:pt x="77694" y="12301"/>
                    <a:pt x="0" y="5827"/>
                  </a:cubicBezTo>
                  <a:cubicBezTo>
                    <a:pt x="3237" y="83521"/>
                    <a:pt x="1294" y="161215"/>
                    <a:pt x="0" y="238909"/>
                  </a:cubicBezTo>
                  <a:cubicBezTo>
                    <a:pt x="77694" y="236967"/>
                    <a:pt x="156035" y="249916"/>
                    <a:pt x="233082" y="238909"/>
                  </a:cubicBezTo>
                  <a:cubicBezTo>
                    <a:pt x="225312" y="161862"/>
                    <a:pt x="237614" y="83521"/>
                    <a:pt x="233082" y="5827"/>
                  </a:cubicBezTo>
                  <a:moveTo>
                    <a:pt x="466164" y="5827"/>
                  </a:moveTo>
                  <a:cubicBezTo>
                    <a:pt x="388470" y="11654"/>
                    <a:pt x="310129" y="16833"/>
                    <a:pt x="233082" y="5827"/>
                  </a:cubicBezTo>
                  <a:cubicBezTo>
                    <a:pt x="227902" y="83521"/>
                    <a:pt x="237614" y="161215"/>
                    <a:pt x="233082" y="238909"/>
                  </a:cubicBezTo>
                  <a:cubicBezTo>
                    <a:pt x="310129" y="228550"/>
                    <a:pt x="389118" y="227902"/>
                    <a:pt x="466164" y="238909"/>
                  </a:cubicBezTo>
                  <a:cubicBezTo>
                    <a:pt x="456452" y="161862"/>
                    <a:pt x="465517" y="83521"/>
                    <a:pt x="466164" y="5827"/>
                  </a:cubicBezTo>
                  <a:moveTo>
                    <a:pt x="233082" y="238909"/>
                  </a:moveTo>
                  <a:cubicBezTo>
                    <a:pt x="156035" y="229197"/>
                    <a:pt x="76399" y="251858"/>
                    <a:pt x="0" y="238909"/>
                  </a:cubicBezTo>
                  <a:cubicBezTo>
                    <a:pt x="10359" y="315956"/>
                    <a:pt x="4532" y="394297"/>
                    <a:pt x="0" y="471991"/>
                  </a:cubicBezTo>
                  <a:cubicBezTo>
                    <a:pt x="77046" y="480408"/>
                    <a:pt x="155388" y="467459"/>
                    <a:pt x="233082" y="471991"/>
                  </a:cubicBezTo>
                  <a:cubicBezTo>
                    <a:pt x="232434" y="394297"/>
                    <a:pt x="239556" y="316603"/>
                    <a:pt x="233082" y="238909"/>
                  </a:cubicBezTo>
                  <a:moveTo>
                    <a:pt x="466164" y="238909"/>
                  </a:moveTo>
                  <a:cubicBezTo>
                    <a:pt x="388470" y="236319"/>
                    <a:pt x="310129" y="247326"/>
                    <a:pt x="233082" y="238909"/>
                  </a:cubicBezTo>
                  <a:cubicBezTo>
                    <a:pt x="230492" y="316603"/>
                    <a:pt x="238261" y="394297"/>
                    <a:pt x="233082" y="471991"/>
                  </a:cubicBezTo>
                  <a:cubicBezTo>
                    <a:pt x="310776" y="471991"/>
                    <a:pt x="388470" y="478466"/>
                    <a:pt x="466164" y="471991"/>
                  </a:cubicBezTo>
                  <a:cubicBezTo>
                    <a:pt x="473934" y="394945"/>
                    <a:pt x="461632" y="316603"/>
                    <a:pt x="466164" y="238909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9"/>
            <p:cNvSpPr/>
            <p:nvPr/>
          </p:nvSpPr>
          <p:spPr>
            <a:xfrm>
              <a:off x="4503669" y="1103903"/>
              <a:ext cx="468754" cy="475876"/>
            </a:xfrm>
            <a:custGeom>
              <a:avLst/>
              <a:gdLst/>
              <a:ahLst/>
              <a:cxnLst/>
              <a:rect l="l" t="t" r="r" b="b"/>
              <a:pathLst>
                <a:path w="468754" h="475876" extrusionOk="0">
                  <a:moveTo>
                    <a:pt x="468754" y="236319"/>
                  </a:moveTo>
                  <a:cubicBezTo>
                    <a:pt x="468754" y="107591"/>
                    <a:pt x="364400" y="3237"/>
                    <a:pt x="235672" y="3237"/>
                  </a:cubicBezTo>
                  <a:cubicBezTo>
                    <a:pt x="106944" y="3237"/>
                    <a:pt x="2589" y="107591"/>
                    <a:pt x="2589" y="236319"/>
                  </a:cubicBezTo>
                  <a:cubicBezTo>
                    <a:pt x="2589" y="365047"/>
                    <a:pt x="106944" y="469401"/>
                    <a:pt x="235672" y="469401"/>
                  </a:cubicBezTo>
                  <a:cubicBezTo>
                    <a:pt x="364400" y="469401"/>
                    <a:pt x="468754" y="365047"/>
                    <a:pt x="468754" y="236319"/>
                  </a:cubicBezTo>
                  <a:close/>
                  <a:moveTo>
                    <a:pt x="468754" y="236319"/>
                  </a:moveTo>
                  <a:cubicBezTo>
                    <a:pt x="462927" y="365162"/>
                    <a:pt x="364514" y="475876"/>
                    <a:pt x="235672" y="469401"/>
                  </a:cubicBezTo>
                  <a:cubicBezTo>
                    <a:pt x="106829" y="462927"/>
                    <a:pt x="0" y="365162"/>
                    <a:pt x="2589" y="236319"/>
                  </a:cubicBezTo>
                  <a:cubicBezTo>
                    <a:pt x="5179" y="107476"/>
                    <a:pt x="106829" y="6474"/>
                    <a:pt x="235672" y="3237"/>
                  </a:cubicBezTo>
                  <a:cubicBezTo>
                    <a:pt x="364514" y="0"/>
                    <a:pt x="457747" y="108124"/>
                    <a:pt x="468754" y="236319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" name="Google Shape;224;p19"/>
          <p:cNvGrpSpPr/>
          <p:nvPr/>
        </p:nvGrpSpPr>
        <p:grpSpPr>
          <a:xfrm>
            <a:off x="4195797" y="2135806"/>
            <a:ext cx="1953359" cy="580763"/>
            <a:chOff x="1578485" y="1891851"/>
            <a:chExt cx="1953359" cy="580763"/>
          </a:xfrm>
        </p:grpSpPr>
        <p:sp>
          <p:nvSpPr>
            <p:cNvPr id="225" name="Google Shape;225;p19"/>
            <p:cNvSpPr/>
            <p:nvPr/>
          </p:nvSpPr>
          <p:spPr>
            <a:xfrm>
              <a:off x="2798930" y="1893146"/>
              <a:ext cx="732914" cy="579468"/>
            </a:xfrm>
            <a:custGeom>
              <a:avLst/>
              <a:gdLst/>
              <a:ahLst/>
              <a:cxnLst/>
              <a:rect l="l" t="t" r="r" b="b"/>
              <a:pathLst>
                <a:path w="732914" h="579468" extrusionOk="0">
                  <a:moveTo>
                    <a:pt x="721260" y="523787"/>
                  </a:moveTo>
                  <a:lnTo>
                    <a:pt x="597597" y="485588"/>
                  </a:lnTo>
                  <a:lnTo>
                    <a:pt x="626085" y="393002"/>
                  </a:lnTo>
                  <a:lnTo>
                    <a:pt x="732914" y="488178"/>
                  </a:lnTo>
                  <a:lnTo>
                    <a:pt x="721260" y="523787"/>
                  </a:lnTo>
                  <a:moveTo>
                    <a:pt x="626085" y="393002"/>
                  </a:moveTo>
                  <a:lnTo>
                    <a:pt x="438324" y="475876"/>
                  </a:lnTo>
                  <a:lnTo>
                    <a:pt x="524435" y="579468"/>
                  </a:lnTo>
                  <a:lnTo>
                    <a:pt x="732914" y="488178"/>
                  </a:lnTo>
                  <a:lnTo>
                    <a:pt x="626085" y="393002"/>
                  </a:lnTo>
                  <a:moveTo>
                    <a:pt x="524435" y="579468"/>
                  </a:moveTo>
                  <a:lnTo>
                    <a:pt x="667521" y="368399"/>
                  </a:lnTo>
                  <a:lnTo>
                    <a:pt x="576231" y="272576"/>
                  </a:lnTo>
                  <a:lnTo>
                    <a:pt x="438324" y="475876"/>
                  </a:lnTo>
                  <a:lnTo>
                    <a:pt x="524435" y="579468"/>
                  </a:lnTo>
                  <a:moveTo>
                    <a:pt x="576231" y="272576"/>
                  </a:moveTo>
                  <a:lnTo>
                    <a:pt x="260275" y="466812"/>
                  </a:lnTo>
                  <a:lnTo>
                    <a:pt x="357392" y="558750"/>
                  </a:lnTo>
                  <a:lnTo>
                    <a:pt x="667521" y="368399"/>
                  </a:lnTo>
                  <a:lnTo>
                    <a:pt x="576231" y="272576"/>
                  </a:lnTo>
                  <a:moveTo>
                    <a:pt x="357392" y="558750"/>
                  </a:moveTo>
                  <a:lnTo>
                    <a:pt x="482998" y="332142"/>
                  </a:lnTo>
                  <a:lnTo>
                    <a:pt x="396239" y="220133"/>
                  </a:lnTo>
                  <a:lnTo>
                    <a:pt x="260275" y="466812"/>
                  </a:lnTo>
                  <a:lnTo>
                    <a:pt x="357392" y="558750"/>
                  </a:lnTo>
                  <a:moveTo>
                    <a:pt x="396239" y="220133"/>
                  </a:moveTo>
                  <a:lnTo>
                    <a:pt x="225960" y="264807"/>
                  </a:lnTo>
                  <a:lnTo>
                    <a:pt x="314661" y="375521"/>
                  </a:lnTo>
                  <a:lnTo>
                    <a:pt x="482998" y="332142"/>
                  </a:lnTo>
                  <a:lnTo>
                    <a:pt x="396239" y="220133"/>
                  </a:lnTo>
                  <a:moveTo>
                    <a:pt x="314661" y="375521"/>
                  </a:moveTo>
                  <a:lnTo>
                    <a:pt x="466164" y="81578"/>
                  </a:lnTo>
                  <a:lnTo>
                    <a:pt x="361925" y="1294"/>
                  </a:lnTo>
                  <a:lnTo>
                    <a:pt x="225960" y="264807"/>
                  </a:lnTo>
                  <a:lnTo>
                    <a:pt x="314661" y="375521"/>
                  </a:lnTo>
                  <a:moveTo>
                    <a:pt x="361925" y="1294"/>
                  </a:moveTo>
                  <a:lnTo>
                    <a:pt x="93232" y="244736"/>
                  </a:lnTo>
                  <a:lnTo>
                    <a:pt x="200062" y="323078"/>
                  </a:lnTo>
                  <a:lnTo>
                    <a:pt x="466164" y="81578"/>
                  </a:lnTo>
                  <a:lnTo>
                    <a:pt x="361925" y="1294"/>
                  </a:lnTo>
                  <a:moveTo>
                    <a:pt x="200062" y="323078"/>
                  </a:moveTo>
                  <a:lnTo>
                    <a:pt x="308834" y="84168"/>
                  </a:lnTo>
                  <a:lnTo>
                    <a:pt x="204594" y="0"/>
                  </a:lnTo>
                  <a:lnTo>
                    <a:pt x="93232" y="244736"/>
                  </a:lnTo>
                  <a:lnTo>
                    <a:pt x="200062" y="323078"/>
                  </a:lnTo>
                  <a:moveTo>
                    <a:pt x="204594" y="0"/>
                  </a:moveTo>
                  <a:lnTo>
                    <a:pt x="0" y="153445"/>
                  </a:lnTo>
                  <a:lnTo>
                    <a:pt x="100354" y="239556"/>
                  </a:lnTo>
                  <a:lnTo>
                    <a:pt x="308834" y="84168"/>
                  </a:lnTo>
                  <a:lnTo>
                    <a:pt x="204594" y="0"/>
                  </a:lnTo>
                  <a:moveTo>
                    <a:pt x="100354" y="239556"/>
                  </a:moveTo>
                  <a:lnTo>
                    <a:pt x="0" y="153445"/>
                  </a:lnTo>
                  <a:lnTo>
                    <a:pt x="60212" y="41436"/>
                  </a:lnTo>
                  <a:lnTo>
                    <a:pt x="174164" y="102944"/>
                  </a:lnTo>
                  <a:lnTo>
                    <a:pt x="100354" y="239556"/>
                  </a:lnTo>
                </a:path>
              </a:pathLst>
            </a:custGeom>
            <a:solidFill>
              <a:srgbClr val="4173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19"/>
            <p:cNvSpPr/>
            <p:nvPr/>
          </p:nvSpPr>
          <p:spPr>
            <a:xfrm>
              <a:off x="1578485" y="1891851"/>
              <a:ext cx="434439" cy="492710"/>
            </a:xfrm>
            <a:custGeom>
              <a:avLst/>
              <a:gdLst/>
              <a:ahLst/>
              <a:cxnLst/>
              <a:rect l="l" t="t" r="r" b="b"/>
              <a:pathLst>
                <a:path w="434439" h="492710" extrusionOk="0">
                  <a:moveTo>
                    <a:pt x="370341" y="404009"/>
                  </a:moveTo>
                  <a:lnTo>
                    <a:pt x="321783" y="284230"/>
                  </a:lnTo>
                  <a:lnTo>
                    <a:pt x="379406" y="260922"/>
                  </a:lnTo>
                  <a:lnTo>
                    <a:pt x="434439" y="378111"/>
                  </a:lnTo>
                  <a:lnTo>
                    <a:pt x="370341" y="404009"/>
                  </a:lnTo>
                  <a:moveTo>
                    <a:pt x="379406" y="260922"/>
                  </a:moveTo>
                  <a:lnTo>
                    <a:pt x="124958" y="393650"/>
                  </a:lnTo>
                  <a:lnTo>
                    <a:pt x="214953" y="492710"/>
                  </a:lnTo>
                  <a:lnTo>
                    <a:pt x="434439" y="378111"/>
                  </a:lnTo>
                  <a:lnTo>
                    <a:pt x="379406" y="260922"/>
                  </a:lnTo>
                  <a:moveTo>
                    <a:pt x="214953" y="492710"/>
                  </a:moveTo>
                  <a:lnTo>
                    <a:pt x="422785" y="171574"/>
                  </a:lnTo>
                  <a:lnTo>
                    <a:pt x="322430" y="87405"/>
                  </a:lnTo>
                  <a:lnTo>
                    <a:pt x="124958" y="393650"/>
                  </a:lnTo>
                  <a:lnTo>
                    <a:pt x="214953" y="492710"/>
                  </a:lnTo>
                  <a:moveTo>
                    <a:pt x="322430" y="87405"/>
                  </a:moveTo>
                  <a:lnTo>
                    <a:pt x="14243" y="373579"/>
                  </a:lnTo>
                  <a:lnTo>
                    <a:pt x="118483" y="453863"/>
                  </a:lnTo>
                  <a:lnTo>
                    <a:pt x="422785" y="171574"/>
                  </a:lnTo>
                  <a:lnTo>
                    <a:pt x="322430" y="87405"/>
                  </a:lnTo>
                  <a:moveTo>
                    <a:pt x="118483" y="453863"/>
                  </a:moveTo>
                  <a:lnTo>
                    <a:pt x="305596" y="97765"/>
                  </a:lnTo>
                  <a:lnTo>
                    <a:pt x="211069" y="0"/>
                  </a:lnTo>
                  <a:lnTo>
                    <a:pt x="14243" y="373579"/>
                  </a:lnTo>
                  <a:lnTo>
                    <a:pt x="118483" y="453863"/>
                  </a:lnTo>
                  <a:moveTo>
                    <a:pt x="211069" y="0"/>
                  </a:moveTo>
                  <a:lnTo>
                    <a:pt x="0" y="102297"/>
                  </a:lnTo>
                  <a:lnTo>
                    <a:pt x="52443" y="220780"/>
                  </a:lnTo>
                  <a:lnTo>
                    <a:pt x="305596" y="97765"/>
                  </a:lnTo>
                  <a:lnTo>
                    <a:pt x="211069" y="0"/>
                  </a:lnTo>
                  <a:moveTo>
                    <a:pt x="52443" y="220780"/>
                  </a:moveTo>
                  <a:lnTo>
                    <a:pt x="0" y="102297"/>
                  </a:lnTo>
                  <a:lnTo>
                    <a:pt x="49853" y="82873"/>
                  </a:lnTo>
                  <a:lnTo>
                    <a:pt x="97117" y="203299"/>
                  </a:lnTo>
                  <a:lnTo>
                    <a:pt x="52443" y="220780"/>
                  </a:lnTo>
                </a:path>
              </a:pathLst>
            </a:custGeom>
            <a:solidFill>
              <a:srgbClr val="4173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7" name="Google Shape;227;p19"/>
          <p:cNvGrpSpPr/>
          <p:nvPr/>
        </p:nvGrpSpPr>
        <p:grpSpPr>
          <a:xfrm>
            <a:off x="4160187" y="2145518"/>
            <a:ext cx="1958539" cy="516018"/>
            <a:chOff x="1542875" y="1901563"/>
            <a:chExt cx="1958539" cy="516018"/>
          </a:xfrm>
        </p:grpSpPr>
        <p:sp>
          <p:nvSpPr>
            <p:cNvPr id="228" name="Google Shape;228;p19"/>
            <p:cNvSpPr/>
            <p:nvPr/>
          </p:nvSpPr>
          <p:spPr>
            <a:xfrm>
              <a:off x="2788571" y="1932641"/>
              <a:ext cx="712843" cy="484940"/>
            </a:xfrm>
            <a:custGeom>
              <a:avLst/>
              <a:gdLst/>
              <a:ahLst/>
              <a:cxnLst/>
              <a:rect l="l" t="t" r="r" b="b"/>
              <a:pathLst>
                <a:path w="712843" h="484940" extrusionOk="0">
                  <a:moveTo>
                    <a:pt x="241499" y="9711"/>
                  </a:moveTo>
                  <a:lnTo>
                    <a:pt x="241499" y="242794"/>
                  </a:lnTo>
                  <a:lnTo>
                    <a:pt x="8416" y="242794"/>
                  </a:lnTo>
                  <a:lnTo>
                    <a:pt x="8416" y="9711"/>
                  </a:lnTo>
                  <a:close/>
                  <a:moveTo>
                    <a:pt x="474581" y="9711"/>
                  </a:moveTo>
                  <a:lnTo>
                    <a:pt x="474581" y="242794"/>
                  </a:lnTo>
                  <a:lnTo>
                    <a:pt x="241499" y="242794"/>
                  </a:lnTo>
                  <a:lnTo>
                    <a:pt x="241499" y="9711"/>
                  </a:lnTo>
                  <a:close/>
                  <a:moveTo>
                    <a:pt x="474636" y="242794"/>
                  </a:moveTo>
                  <a:lnTo>
                    <a:pt x="474636" y="475876"/>
                  </a:lnTo>
                  <a:lnTo>
                    <a:pt x="241554" y="475876"/>
                  </a:lnTo>
                  <a:lnTo>
                    <a:pt x="241554" y="242794"/>
                  </a:lnTo>
                  <a:close/>
                  <a:moveTo>
                    <a:pt x="707663" y="242794"/>
                  </a:moveTo>
                  <a:lnTo>
                    <a:pt x="707663" y="475876"/>
                  </a:lnTo>
                  <a:lnTo>
                    <a:pt x="474581" y="475876"/>
                  </a:lnTo>
                  <a:lnTo>
                    <a:pt x="474581" y="242794"/>
                  </a:lnTo>
                  <a:close/>
                  <a:moveTo>
                    <a:pt x="241499" y="9711"/>
                  </a:moveTo>
                  <a:cubicBezTo>
                    <a:pt x="164452" y="1294"/>
                    <a:pt x="86110" y="7121"/>
                    <a:pt x="8416" y="9711"/>
                  </a:cubicBezTo>
                  <a:cubicBezTo>
                    <a:pt x="6474" y="87405"/>
                    <a:pt x="0" y="165747"/>
                    <a:pt x="8416" y="242794"/>
                  </a:cubicBezTo>
                  <a:cubicBezTo>
                    <a:pt x="85463" y="255095"/>
                    <a:pt x="163805" y="247973"/>
                    <a:pt x="241499" y="242794"/>
                  </a:cubicBezTo>
                  <a:cubicBezTo>
                    <a:pt x="247326" y="165100"/>
                    <a:pt x="230492" y="86758"/>
                    <a:pt x="241499" y="9711"/>
                  </a:cubicBezTo>
                  <a:moveTo>
                    <a:pt x="474581" y="9711"/>
                  </a:moveTo>
                  <a:cubicBezTo>
                    <a:pt x="397534" y="0"/>
                    <a:pt x="319193" y="3884"/>
                    <a:pt x="241499" y="9711"/>
                  </a:cubicBezTo>
                  <a:cubicBezTo>
                    <a:pt x="234377" y="86758"/>
                    <a:pt x="231139" y="165747"/>
                    <a:pt x="241499" y="242794"/>
                  </a:cubicBezTo>
                  <a:cubicBezTo>
                    <a:pt x="318545" y="253153"/>
                    <a:pt x="397534" y="252505"/>
                    <a:pt x="474581" y="242794"/>
                  </a:cubicBezTo>
                  <a:cubicBezTo>
                    <a:pt x="473286" y="165100"/>
                    <a:pt x="470696" y="87405"/>
                    <a:pt x="474581" y="9711"/>
                  </a:cubicBezTo>
                  <a:moveTo>
                    <a:pt x="474581" y="242794"/>
                  </a:moveTo>
                  <a:cubicBezTo>
                    <a:pt x="397534" y="251858"/>
                    <a:pt x="318545" y="251210"/>
                    <a:pt x="241499" y="242794"/>
                  </a:cubicBezTo>
                  <a:cubicBezTo>
                    <a:pt x="242794" y="320488"/>
                    <a:pt x="241499" y="398182"/>
                    <a:pt x="241499" y="475876"/>
                  </a:cubicBezTo>
                  <a:cubicBezTo>
                    <a:pt x="319193" y="471991"/>
                    <a:pt x="397534" y="484940"/>
                    <a:pt x="474581" y="475876"/>
                  </a:cubicBezTo>
                  <a:cubicBezTo>
                    <a:pt x="479113" y="398182"/>
                    <a:pt x="476523" y="320488"/>
                    <a:pt x="474581" y="242794"/>
                  </a:cubicBezTo>
                  <a:moveTo>
                    <a:pt x="707663" y="242794"/>
                  </a:moveTo>
                  <a:cubicBezTo>
                    <a:pt x="629969" y="242146"/>
                    <a:pt x="552275" y="247973"/>
                    <a:pt x="474581" y="242794"/>
                  </a:cubicBezTo>
                  <a:cubicBezTo>
                    <a:pt x="470049" y="320488"/>
                    <a:pt x="478466" y="398182"/>
                    <a:pt x="474581" y="475876"/>
                  </a:cubicBezTo>
                  <a:cubicBezTo>
                    <a:pt x="552275" y="477818"/>
                    <a:pt x="629969" y="481056"/>
                    <a:pt x="707663" y="475876"/>
                  </a:cubicBezTo>
                  <a:cubicBezTo>
                    <a:pt x="695362" y="399477"/>
                    <a:pt x="712843" y="320488"/>
                    <a:pt x="707663" y="242794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9"/>
            <p:cNvSpPr/>
            <p:nvPr/>
          </p:nvSpPr>
          <p:spPr>
            <a:xfrm>
              <a:off x="1542875" y="1901563"/>
              <a:ext cx="477171" cy="470696"/>
            </a:xfrm>
            <a:custGeom>
              <a:avLst/>
              <a:gdLst/>
              <a:ahLst/>
              <a:cxnLst/>
              <a:rect l="l" t="t" r="r" b="b"/>
              <a:pathLst>
                <a:path w="477171" h="470696" extrusionOk="0">
                  <a:moveTo>
                    <a:pt x="477171" y="235024"/>
                  </a:moveTo>
                  <a:cubicBezTo>
                    <a:pt x="477171" y="106296"/>
                    <a:pt x="372817" y="1942"/>
                    <a:pt x="244089" y="1942"/>
                  </a:cubicBezTo>
                  <a:cubicBezTo>
                    <a:pt x="115360" y="1942"/>
                    <a:pt x="11006" y="106296"/>
                    <a:pt x="11006" y="235024"/>
                  </a:cubicBezTo>
                  <a:cubicBezTo>
                    <a:pt x="11006" y="363752"/>
                    <a:pt x="115360" y="468107"/>
                    <a:pt x="244089" y="468107"/>
                  </a:cubicBezTo>
                  <a:cubicBezTo>
                    <a:pt x="372817" y="468107"/>
                    <a:pt x="477171" y="363752"/>
                    <a:pt x="477171" y="235024"/>
                  </a:cubicBezTo>
                  <a:close/>
                  <a:moveTo>
                    <a:pt x="477171" y="235024"/>
                  </a:moveTo>
                  <a:cubicBezTo>
                    <a:pt x="468754" y="363220"/>
                    <a:pt x="372931" y="465517"/>
                    <a:pt x="244089" y="468107"/>
                  </a:cubicBezTo>
                  <a:cubicBezTo>
                    <a:pt x="115246" y="470696"/>
                    <a:pt x="22013" y="363220"/>
                    <a:pt x="11006" y="235024"/>
                  </a:cubicBezTo>
                  <a:cubicBezTo>
                    <a:pt x="0" y="106829"/>
                    <a:pt x="115246" y="0"/>
                    <a:pt x="244089" y="1942"/>
                  </a:cubicBezTo>
                  <a:cubicBezTo>
                    <a:pt x="372931" y="3884"/>
                    <a:pt x="472639" y="106181"/>
                    <a:pt x="477171" y="235024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0" name="Google Shape;230;p19"/>
          <p:cNvGrpSpPr/>
          <p:nvPr/>
        </p:nvGrpSpPr>
        <p:grpSpPr>
          <a:xfrm>
            <a:off x="6557698" y="2914042"/>
            <a:ext cx="1039806" cy="1000311"/>
            <a:chOff x="3940386" y="2670087"/>
            <a:chExt cx="1039806" cy="1000311"/>
          </a:xfrm>
        </p:grpSpPr>
        <p:sp>
          <p:nvSpPr>
            <p:cNvPr id="231" name="Google Shape;231;p19"/>
            <p:cNvSpPr/>
            <p:nvPr/>
          </p:nvSpPr>
          <p:spPr>
            <a:xfrm>
              <a:off x="3940386" y="2670087"/>
              <a:ext cx="275166" cy="1000311"/>
            </a:xfrm>
            <a:custGeom>
              <a:avLst/>
              <a:gdLst/>
              <a:ahLst/>
              <a:cxnLst/>
              <a:rect l="l" t="t" r="r" b="b"/>
              <a:pathLst>
                <a:path w="275166" h="1000311" extrusionOk="0">
                  <a:moveTo>
                    <a:pt x="130137" y="0"/>
                  </a:moveTo>
                  <a:lnTo>
                    <a:pt x="31077" y="57623"/>
                  </a:lnTo>
                  <a:lnTo>
                    <a:pt x="51148" y="195530"/>
                  </a:lnTo>
                  <a:lnTo>
                    <a:pt x="194882" y="112009"/>
                  </a:lnTo>
                  <a:lnTo>
                    <a:pt x="130137" y="0"/>
                  </a:lnTo>
                  <a:moveTo>
                    <a:pt x="51148" y="195530"/>
                  </a:moveTo>
                  <a:lnTo>
                    <a:pt x="261570" y="244736"/>
                  </a:lnTo>
                  <a:lnTo>
                    <a:pt x="259627" y="111361"/>
                  </a:lnTo>
                  <a:lnTo>
                    <a:pt x="31077" y="57623"/>
                  </a:lnTo>
                  <a:lnTo>
                    <a:pt x="51148" y="195530"/>
                  </a:lnTo>
                  <a:moveTo>
                    <a:pt x="259627" y="111361"/>
                  </a:moveTo>
                  <a:lnTo>
                    <a:pt x="52443" y="167042"/>
                  </a:lnTo>
                  <a:lnTo>
                    <a:pt x="33020" y="306244"/>
                  </a:lnTo>
                  <a:lnTo>
                    <a:pt x="261570" y="244736"/>
                  </a:lnTo>
                  <a:lnTo>
                    <a:pt x="259627" y="111361"/>
                  </a:lnTo>
                  <a:moveTo>
                    <a:pt x="33020" y="306244"/>
                  </a:moveTo>
                  <a:lnTo>
                    <a:pt x="222723" y="418900"/>
                  </a:lnTo>
                  <a:lnTo>
                    <a:pt x="245383" y="281641"/>
                  </a:lnTo>
                  <a:lnTo>
                    <a:pt x="52443" y="167042"/>
                  </a:lnTo>
                  <a:lnTo>
                    <a:pt x="33020" y="306244"/>
                  </a:lnTo>
                  <a:moveTo>
                    <a:pt x="245383" y="281641"/>
                  </a:moveTo>
                  <a:lnTo>
                    <a:pt x="21365" y="329552"/>
                  </a:lnTo>
                  <a:lnTo>
                    <a:pt x="14243" y="463574"/>
                  </a:lnTo>
                  <a:lnTo>
                    <a:pt x="222723" y="418900"/>
                  </a:lnTo>
                  <a:lnTo>
                    <a:pt x="245383" y="281641"/>
                  </a:lnTo>
                  <a:moveTo>
                    <a:pt x="14243" y="463574"/>
                  </a:moveTo>
                  <a:lnTo>
                    <a:pt x="263512" y="544506"/>
                  </a:lnTo>
                  <a:lnTo>
                    <a:pt x="271281" y="411131"/>
                  </a:lnTo>
                  <a:lnTo>
                    <a:pt x="21365" y="329552"/>
                  </a:lnTo>
                  <a:lnTo>
                    <a:pt x="14243" y="463574"/>
                  </a:lnTo>
                  <a:moveTo>
                    <a:pt x="271281" y="411131"/>
                  </a:moveTo>
                  <a:lnTo>
                    <a:pt x="9711" y="463574"/>
                  </a:lnTo>
                  <a:lnTo>
                    <a:pt x="0" y="597597"/>
                  </a:lnTo>
                  <a:lnTo>
                    <a:pt x="263512" y="544506"/>
                  </a:lnTo>
                  <a:lnTo>
                    <a:pt x="271281" y="411131"/>
                  </a:lnTo>
                  <a:moveTo>
                    <a:pt x="0" y="597597"/>
                  </a:moveTo>
                  <a:lnTo>
                    <a:pt x="268044" y="693420"/>
                  </a:lnTo>
                  <a:lnTo>
                    <a:pt x="272576" y="557455"/>
                  </a:lnTo>
                  <a:lnTo>
                    <a:pt x="9711" y="463574"/>
                  </a:lnTo>
                  <a:lnTo>
                    <a:pt x="0" y="597597"/>
                  </a:lnTo>
                  <a:moveTo>
                    <a:pt x="272576" y="557455"/>
                  </a:moveTo>
                  <a:lnTo>
                    <a:pt x="20070" y="628027"/>
                  </a:lnTo>
                  <a:lnTo>
                    <a:pt x="6474" y="765934"/>
                  </a:lnTo>
                  <a:lnTo>
                    <a:pt x="268044" y="693420"/>
                  </a:lnTo>
                  <a:lnTo>
                    <a:pt x="272576" y="557455"/>
                  </a:lnTo>
                  <a:moveTo>
                    <a:pt x="6474" y="765934"/>
                  </a:moveTo>
                  <a:lnTo>
                    <a:pt x="203947" y="864994"/>
                  </a:lnTo>
                  <a:lnTo>
                    <a:pt x="235024" y="735504"/>
                  </a:lnTo>
                  <a:lnTo>
                    <a:pt x="20070" y="628027"/>
                  </a:lnTo>
                  <a:lnTo>
                    <a:pt x="6474" y="765934"/>
                  </a:lnTo>
                  <a:moveTo>
                    <a:pt x="235024" y="735504"/>
                  </a:moveTo>
                  <a:lnTo>
                    <a:pt x="203947" y="864994"/>
                  </a:lnTo>
                  <a:lnTo>
                    <a:pt x="31077" y="864994"/>
                  </a:lnTo>
                  <a:lnTo>
                    <a:pt x="57623" y="735504"/>
                  </a:lnTo>
                  <a:lnTo>
                    <a:pt x="235024" y="735504"/>
                  </a:lnTo>
                  <a:moveTo>
                    <a:pt x="31077" y="864994"/>
                  </a:moveTo>
                  <a:lnTo>
                    <a:pt x="262217" y="962759"/>
                  </a:lnTo>
                  <a:lnTo>
                    <a:pt x="275166" y="827442"/>
                  </a:lnTo>
                  <a:lnTo>
                    <a:pt x="57623" y="735504"/>
                  </a:lnTo>
                  <a:lnTo>
                    <a:pt x="31077" y="864994"/>
                  </a:lnTo>
                  <a:moveTo>
                    <a:pt x="275166" y="827442"/>
                  </a:moveTo>
                  <a:lnTo>
                    <a:pt x="58270" y="874058"/>
                  </a:lnTo>
                  <a:lnTo>
                    <a:pt x="85463" y="1000311"/>
                  </a:lnTo>
                  <a:lnTo>
                    <a:pt x="262217" y="962759"/>
                  </a:lnTo>
                  <a:lnTo>
                    <a:pt x="275166" y="827442"/>
                  </a:lnTo>
                </a:path>
              </a:pathLst>
            </a:custGeom>
            <a:solidFill>
              <a:srgbClr val="776F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9"/>
            <p:cNvSpPr/>
            <p:nvPr/>
          </p:nvSpPr>
          <p:spPr>
            <a:xfrm>
              <a:off x="4519207" y="2804110"/>
              <a:ext cx="460985" cy="529614"/>
            </a:xfrm>
            <a:custGeom>
              <a:avLst/>
              <a:gdLst/>
              <a:ahLst/>
              <a:cxnLst/>
              <a:rect l="l" t="t" r="r" b="b"/>
              <a:pathLst>
                <a:path w="460985" h="529614" extrusionOk="0">
                  <a:moveTo>
                    <a:pt x="423432" y="446741"/>
                  </a:moveTo>
                  <a:lnTo>
                    <a:pt x="301064" y="403361"/>
                  </a:lnTo>
                  <a:lnTo>
                    <a:pt x="352860" y="257685"/>
                  </a:lnTo>
                  <a:lnTo>
                    <a:pt x="460985" y="339264"/>
                  </a:lnTo>
                  <a:lnTo>
                    <a:pt x="423432" y="446741"/>
                  </a:lnTo>
                  <a:moveTo>
                    <a:pt x="352860" y="257685"/>
                  </a:moveTo>
                  <a:lnTo>
                    <a:pt x="104239" y="436381"/>
                  </a:lnTo>
                  <a:lnTo>
                    <a:pt x="196825" y="529614"/>
                  </a:lnTo>
                  <a:lnTo>
                    <a:pt x="460985" y="339264"/>
                  </a:lnTo>
                  <a:lnTo>
                    <a:pt x="352860" y="257685"/>
                  </a:lnTo>
                  <a:moveTo>
                    <a:pt x="196825" y="529614"/>
                  </a:moveTo>
                  <a:lnTo>
                    <a:pt x="450625" y="186465"/>
                  </a:lnTo>
                  <a:lnTo>
                    <a:pt x="356745" y="95822"/>
                  </a:lnTo>
                  <a:lnTo>
                    <a:pt x="104239" y="436381"/>
                  </a:lnTo>
                  <a:lnTo>
                    <a:pt x="196825" y="529614"/>
                  </a:lnTo>
                  <a:moveTo>
                    <a:pt x="356745" y="95822"/>
                  </a:moveTo>
                  <a:lnTo>
                    <a:pt x="0" y="380053"/>
                  </a:lnTo>
                  <a:lnTo>
                    <a:pt x="99059" y="466812"/>
                  </a:lnTo>
                  <a:lnTo>
                    <a:pt x="450625" y="186465"/>
                  </a:lnTo>
                  <a:lnTo>
                    <a:pt x="356745" y="95822"/>
                  </a:lnTo>
                  <a:moveTo>
                    <a:pt x="99059" y="466812"/>
                  </a:moveTo>
                  <a:lnTo>
                    <a:pt x="324372" y="95175"/>
                  </a:lnTo>
                  <a:lnTo>
                    <a:pt x="231140" y="0"/>
                  </a:lnTo>
                  <a:lnTo>
                    <a:pt x="0" y="380053"/>
                  </a:lnTo>
                  <a:lnTo>
                    <a:pt x="99059" y="466812"/>
                  </a:lnTo>
                  <a:moveTo>
                    <a:pt x="231140" y="0"/>
                  </a:moveTo>
                  <a:lnTo>
                    <a:pt x="324372" y="95175"/>
                  </a:lnTo>
                  <a:lnTo>
                    <a:pt x="78341" y="237614"/>
                  </a:lnTo>
                  <a:lnTo>
                    <a:pt x="22660" y="121073"/>
                  </a:lnTo>
                  <a:lnTo>
                    <a:pt x="231140" y="0"/>
                  </a:lnTo>
                  <a:moveTo>
                    <a:pt x="78341" y="237614"/>
                  </a:moveTo>
                  <a:lnTo>
                    <a:pt x="22660" y="121073"/>
                  </a:lnTo>
                  <a:lnTo>
                    <a:pt x="66040" y="103592"/>
                  </a:lnTo>
                  <a:lnTo>
                    <a:pt x="112656" y="224665"/>
                  </a:lnTo>
                  <a:lnTo>
                    <a:pt x="78341" y="237614"/>
                  </a:lnTo>
                </a:path>
              </a:pathLst>
            </a:custGeom>
            <a:solidFill>
              <a:srgbClr val="776F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3" name="Google Shape;233;p19"/>
          <p:cNvGrpSpPr/>
          <p:nvPr/>
        </p:nvGrpSpPr>
        <p:grpSpPr>
          <a:xfrm>
            <a:off x="6568057" y="2957422"/>
            <a:ext cx="1022972" cy="942041"/>
            <a:chOff x="3950745" y="2713467"/>
            <a:chExt cx="1022972" cy="942041"/>
          </a:xfrm>
        </p:grpSpPr>
        <p:sp>
          <p:nvSpPr>
            <p:cNvPr id="234" name="Google Shape;234;p19"/>
            <p:cNvSpPr/>
            <p:nvPr/>
          </p:nvSpPr>
          <p:spPr>
            <a:xfrm>
              <a:off x="3950745" y="2713467"/>
              <a:ext cx="252505" cy="942041"/>
            </a:xfrm>
            <a:custGeom>
              <a:avLst/>
              <a:gdLst/>
              <a:ahLst/>
              <a:cxnLst/>
              <a:rect l="l" t="t" r="r" b="b"/>
              <a:pathLst>
                <a:path w="252505" h="942041" extrusionOk="0">
                  <a:moveTo>
                    <a:pt x="244736" y="471991"/>
                  </a:moveTo>
                  <a:lnTo>
                    <a:pt x="244736" y="705074"/>
                  </a:lnTo>
                  <a:lnTo>
                    <a:pt x="11654" y="705074"/>
                  </a:lnTo>
                  <a:lnTo>
                    <a:pt x="11654" y="471991"/>
                  </a:lnTo>
                  <a:close/>
                  <a:moveTo>
                    <a:pt x="244736" y="705074"/>
                  </a:moveTo>
                  <a:lnTo>
                    <a:pt x="244736" y="938156"/>
                  </a:lnTo>
                  <a:lnTo>
                    <a:pt x="11654" y="938156"/>
                  </a:lnTo>
                  <a:lnTo>
                    <a:pt x="11654" y="705074"/>
                  </a:lnTo>
                  <a:close/>
                  <a:moveTo>
                    <a:pt x="244736" y="238909"/>
                  </a:moveTo>
                  <a:lnTo>
                    <a:pt x="244736" y="471991"/>
                  </a:lnTo>
                  <a:lnTo>
                    <a:pt x="11654" y="471991"/>
                  </a:lnTo>
                  <a:lnTo>
                    <a:pt x="11654" y="238909"/>
                  </a:lnTo>
                  <a:close/>
                  <a:moveTo>
                    <a:pt x="244736" y="5827"/>
                  </a:moveTo>
                  <a:lnTo>
                    <a:pt x="244736" y="238909"/>
                  </a:lnTo>
                  <a:lnTo>
                    <a:pt x="11654" y="238909"/>
                  </a:lnTo>
                  <a:lnTo>
                    <a:pt x="11654" y="5827"/>
                  </a:lnTo>
                  <a:close/>
                  <a:moveTo>
                    <a:pt x="244736" y="471991"/>
                  </a:moveTo>
                  <a:cubicBezTo>
                    <a:pt x="167042" y="470696"/>
                    <a:pt x="89348" y="467459"/>
                    <a:pt x="11654" y="471991"/>
                  </a:cubicBezTo>
                  <a:cubicBezTo>
                    <a:pt x="9064" y="549685"/>
                    <a:pt x="13596" y="627379"/>
                    <a:pt x="11654" y="705074"/>
                  </a:cubicBezTo>
                  <a:cubicBezTo>
                    <a:pt x="88700" y="712843"/>
                    <a:pt x="167042" y="704426"/>
                    <a:pt x="244736" y="705074"/>
                  </a:cubicBezTo>
                  <a:cubicBezTo>
                    <a:pt x="240204" y="627379"/>
                    <a:pt x="240204" y="549685"/>
                    <a:pt x="244736" y="471991"/>
                  </a:cubicBezTo>
                  <a:moveTo>
                    <a:pt x="244736" y="705074"/>
                  </a:moveTo>
                  <a:cubicBezTo>
                    <a:pt x="167689" y="694714"/>
                    <a:pt x="88700" y="697952"/>
                    <a:pt x="11654" y="705074"/>
                  </a:cubicBezTo>
                  <a:cubicBezTo>
                    <a:pt x="0" y="782120"/>
                    <a:pt x="3237" y="861109"/>
                    <a:pt x="11654" y="938156"/>
                  </a:cubicBezTo>
                  <a:cubicBezTo>
                    <a:pt x="88700" y="927149"/>
                    <a:pt x="167042" y="942041"/>
                    <a:pt x="244736" y="938156"/>
                  </a:cubicBezTo>
                  <a:cubicBezTo>
                    <a:pt x="249916" y="860462"/>
                    <a:pt x="239556" y="782768"/>
                    <a:pt x="244736" y="705074"/>
                  </a:cubicBezTo>
                  <a:moveTo>
                    <a:pt x="244736" y="238909"/>
                  </a:moveTo>
                  <a:cubicBezTo>
                    <a:pt x="167689" y="229197"/>
                    <a:pt x="89348" y="236967"/>
                    <a:pt x="11654" y="238909"/>
                  </a:cubicBezTo>
                  <a:cubicBezTo>
                    <a:pt x="13596" y="316603"/>
                    <a:pt x="17481" y="394297"/>
                    <a:pt x="11654" y="471991"/>
                  </a:cubicBezTo>
                  <a:cubicBezTo>
                    <a:pt x="89348" y="478466"/>
                    <a:pt x="167042" y="473286"/>
                    <a:pt x="244736" y="471991"/>
                  </a:cubicBezTo>
                  <a:cubicBezTo>
                    <a:pt x="233082" y="394945"/>
                    <a:pt x="232434" y="315308"/>
                    <a:pt x="244736" y="238909"/>
                  </a:cubicBezTo>
                  <a:moveTo>
                    <a:pt x="244736" y="5827"/>
                  </a:moveTo>
                  <a:cubicBezTo>
                    <a:pt x="167042" y="0"/>
                    <a:pt x="89348" y="9064"/>
                    <a:pt x="11654" y="5827"/>
                  </a:cubicBezTo>
                  <a:cubicBezTo>
                    <a:pt x="5179" y="83521"/>
                    <a:pt x="4532" y="161215"/>
                    <a:pt x="11654" y="238909"/>
                  </a:cubicBezTo>
                  <a:cubicBezTo>
                    <a:pt x="88053" y="251858"/>
                    <a:pt x="167042" y="240851"/>
                    <a:pt x="244736" y="238909"/>
                  </a:cubicBezTo>
                  <a:cubicBezTo>
                    <a:pt x="252505" y="161862"/>
                    <a:pt x="242794" y="83521"/>
                    <a:pt x="244736" y="5827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9"/>
            <p:cNvSpPr/>
            <p:nvPr/>
          </p:nvSpPr>
          <p:spPr>
            <a:xfrm>
              <a:off x="4504316" y="2833245"/>
              <a:ext cx="469401" cy="473286"/>
            </a:xfrm>
            <a:custGeom>
              <a:avLst/>
              <a:gdLst/>
              <a:ahLst/>
              <a:cxnLst/>
              <a:rect l="l" t="t" r="r" b="b"/>
              <a:pathLst>
                <a:path w="469401" h="473286" extrusionOk="0">
                  <a:moveTo>
                    <a:pt x="468107" y="235672"/>
                  </a:moveTo>
                  <a:cubicBezTo>
                    <a:pt x="468107" y="106944"/>
                    <a:pt x="363752" y="2589"/>
                    <a:pt x="235024" y="2589"/>
                  </a:cubicBezTo>
                  <a:cubicBezTo>
                    <a:pt x="106296" y="2589"/>
                    <a:pt x="1942" y="106944"/>
                    <a:pt x="1942" y="235672"/>
                  </a:cubicBezTo>
                  <a:cubicBezTo>
                    <a:pt x="1942" y="364400"/>
                    <a:pt x="106296" y="468754"/>
                    <a:pt x="235024" y="468754"/>
                  </a:cubicBezTo>
                  <a:cubicBezTo>
                    <a:pt x="363752" y="468754"/>
                    <a:pt x="468107" y="364400"/>
                    <a:pt x="468107" y="235672"/>
                  </a:cubicBezTo>
                  <a:close/>
                  <a:moveTo>
                    <a:pt x="468107" y="235672"/>
                  </a:moveTo>
                  <a:cubicBezTo>
                    <a:pt x="466812" y="364514"/>
                    <a:pt x="363867" y="464222"/>
                    <a:pt x="235024" y="468754"/>
                  </a:cubicBezTo>
                  <a:cubicBezTo>
                    <a:pt x="106181" y="473286"/>
                    <a:pt x="0" y="364514"/>
                    <a:pt x="1942" y="235672"/>
                  </a:cubicBezTo>
                  <a:cubicBezTo>
                    <a:pt x="3884" y="106829"/>
                    <a:pt x="106181" y="0"/>
                    <a:pt x="235024" y="2589"/>
                  </a:cubicBezTo>
                  <a:cubicBezTo>
                    <a:pt x="363867" y="5179"/>
                    <a:pt x="469401" y="106829"/>
                    <a:pt x="468107" y="235672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6" name="Google Shape;236;p19"/>
          <p:cNvGrpSpPr/>
          <p:nvPr/>
        </p:nvGrpSpPr>
        <p:grpSpPr>
          <a:xfrm>
            <a:off x="4167309" y="3654726"/>
            <a:ext cx="1256702" cy="747158"/>
            <a:chOff x="1549997" y="3410771"/>
            <a:chExt cx="1256702" cy="747158"/>
          </a:xfrm>
        </p:grpSpPr>
        <p:sp>
          <p:nvSpPr>
            <p:cNvPr id="237" name="Google Shape;237;p19"/>
            <p:cNvSpPr/>
            <p:nvPr/>
          </p:nvSpPr>
          <p:spPr>
            <a:xfrm>
              <a:off x="2326291" y="3410771"/>
              <a:ext cx="480408" cy="747158"/>
            </a:xfrm>
            <a:custGeom>
              <a:avLst/>
              <a:gdLst/>
              <a:ahLst/>
              <a:cxnLst/>
              <a:rect l="l" t="t" r="r" b="b"/>
              <a:pathLst>
                <a:path w="480408" h="747158" extrusionOk="0">
                  <a:moveTo>
                    <a:pt x="468754" y="745216"/>
                  </a:moveTo>
                  <a:lnTo>
                    <a:pt x="466812" y="747158"/>
                  </a:lnTo>
                  <a:lnTo>
                    <a:pt x="415663" y="607956"/>
                  </a:lnTo>
                  <a:lnTo>
                    <a:pt x="370341" y="661047"/>
                  </a:lnTo>
                  <a:lnTo>
                    <a:pt x="468754" y="745216"/>
                  </a:lnTo>
                  <a:moveTo>
                    <a:pt x="415663" y="607956"/>
                  </a:moveTo>
                  <a:lnTo>
                    <a:pt x="235024" y="578821"/>
                  </a:lnTo>
                  <a:lnTo>
                    <a:pt x="262217" y="714785"/>
                  </a:lnTo>
                  <a:lnTo>
                    <a:pt x="466812" y="747158"/>
                  </a:lnTo>
                  <a:lnTo>
                    <a:pt x="415663" y="607956"/>
                  </a:lnTo>
                  <a:moveTo>
                    <a:pt x="262217" y="714785"/>
                  </a:moveTo>
                  <a:lnTo>
                    <a:pt x="451273" y="596302"/>
                  </a:lnTo>
                  <a:lnTo>
                    <a:pt x="424727" y="460985"/>
                  </a:lnTo>
                  <a:lnTo>
                    <a:pt x="235024" y="578821"/>
                  </a:lnTo>
                  <a:lnTo>
                    <a:pt x="262217" y="714785"/>
                  </a:lnTo>
                  <a:moveTo>
                    <a:pt x="424727" y="460985"/>
                  </a:moveTo>
                  <a:lnTo>
                    <a:pt x="234377" y="427965"/>
                  </a:lnTo>
                  <a:lnTo>
                    <a:pt x="271281" y="565872"/>
                  </a:lnTo>
                  <a:lnTo>
                    <a:pt x="451273" y="596302"/>
                  </a:lnTo>
                  <a:lnTo>
                    <a:pt x="424727" y="460985"/>
                  </a:lnTo>
                  <a:moveTo>
                    <a:pt x="271281" y="565872"/>
                  </a:moveTo>
                  <a:lnTo>
                    <a:pt x="480408" y="391060"/>
                  </a:lnTo>
                  <a:lnTo>
                    <a:pt x="418253" y="274519"/>
                  </a:lnTo>
                  <a:lnTo>
                    <a:pt x="234377" y="427965"/>
                  </a:lnTo>
                  <a:lnTo>
                    <a:pt x="271281" y="565872"/>
                  </a:lnTo>
                  <a:moveTo>
                    <a:pt x="418253" y="274519"/>
                  </a:moveTo>
                  <a:lnTo>
                    <a:pt x="0" y="393650"/>
                  </a:lnTo>
                  <a:lnTo>
                    <a:pt x="45321" y="515370"/>
                  </a:lnTo>
                  <a:lnTo>
                    <a:pt x="480408" y="391060"/>
                  </a:lnTo>
                  <a:lnTo>
                    <a:pt x="418253" y="274519"/>
                  </a:lnTo>
                  <a:moveTo>
                    <a:pt x="45321" y="515370"/>
                  </a:moveTo>
                  <a:lnTo>
                    <a:pt x="301064" y="396887"/>
                  </a:lnTo>
                  <a:lnTo>
                    <a:pt x="288115" y="260275"/>
                  </a:lnTo>
                  <a:lnTo>
                    <a:pt x="0" y="393650"/>
                  </a:lnTo>
                  <a:lnTo>
                    <a:pt x="45321" y="515370"/>
                  </a:lnTo>
                  <a:moveTo>
                    <a:pt x="288115" y="260275"/>
                  </a:moveTo>
                  <a:lnTo>
                    <a:pt x="5179" y="189703"/>
                  </a:lnTo>
                  <a:lnTo>
                    <a:pt x="24603" y="327610"/>
                  </a:lnTo>
                  <a:lnTo>
                    <a:pt x="301064" y="396887"/>
                  </a:lnTo>
                  <a:lnTo>
                    <a:pt x="288115" y="260275"/>
                  </a:lnTo>
                  <a:moveTo>
                    <a:pt x="24603" y="327610"/>
                  </a:moveTo>
                  <a:lnTo>
                    <a:pt x="245383" y="200062"/>
                  </a:lnTo>
                  <a:lnTo>
                    <a:pt x="216896" y="66687"/>
                  </a:lnTo>
                  <a:lnTo>
                    <a:pt x="5179" y="189703"/>
                  </a:lnTo>
                  <a:lnTo>
                    <a:pt x="24603" y="327610"/>
                  </a:lnTo>
                  <a:moveTo>
                    <a:pt x="216896" y="66687"/>
                  </a:moveTo>
                  <a:lnTo>
                    <a:pt x="9711" y="44026"/>
                  </a:lnTo>
                  <a:lnTo>
                    <a:pt x="36904" y="177401"/>
                  </a:lnTo>
                  <a:lnTo>
                    <a:pt x="245383" y="200062"/>
                  </a:lnTo>
                  <a:lnTo>
                    <a:pt x="216896" y="66687"/>
                  </a:lnTo>
                  <a:moveTo>
                    <a:pt x="36904" y="177401"/>
                  </a:moveTo>
                  <a:lnTo>
                    <a:pt x="152150" y="113303"/>
                  </a:lnTo>
                  <a:lnTo>
                    <a:pt x="89348" y="0"/>
                  </a:lnTo>
                  <a:lnTo>
                    <a:pt x="9711" y="44026"/>
                  </a:lnTo>
                  <a:lnTo>
                    <a:pt x="36904" y="177401"/>
                  </a:lnTo>
                </a:path>
              </a:pathLst>
            </a:custGeom>
            <a:solidFill>
              <a:srgbClr val="815D3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9"/>
            <p:cNvSpPr/>
            <p:nvPr/>
          </p:nvSpPr>
          <p:spPr>
            <a:xfrm>
              <a:off x="1549997" y="3632847"/>
              <a:ext cx="482998" cy="495300"/>
            </a:xfrm>
            <a:custGeom>
              <a:avLst/>
              <a:gdLst/>
              <a:ahLst/>
              <a:cxnLst/>
              <a:rect l="l" t="t" r="r" b="b"/>
              <a:pathLst>
                <a:path w="482998" h="495300" extrusionOk="0">
                  <a:moveTo>
                    <a:pt x="465517" y="392355"/>
                  </a:moveTo>
                  <a:lnTo>
                    <a:pt x="345091" y="343149"/>
                  </a:lnTo>
                  <a:lnTo>
                    <a:pt x="380053" y="257685"/>
                  </a:lnTo>
                  <a:lnTo>
                    <a:pt x="482998" y="348976"/>
                  </a:lnTo>
                  <a:lnTo>
                    <a:pt x="465517" y="392355"/>
                  </a:lnTo>
                  <a:moveTo>
                    <a:pt x="380053" y="257685"/>
                  </a:moveTo>
                  <a:lnTo>
                    <a:pt x="128842" y="398182"/>
                  </a:lnTo>
                  <a:lnTo>
                    <a:pt x="220780" y="495300"/>
                  </a:lnTo>
                  <a:lnTo>
                    <a:pt x="482998" y="348976"/>
                  </a:lnTo>
                  <a:lnTo>
                    <a:pt x="380053" y="257685"/>
                  </a:lnTo>
                  <a:moveTo>
                    <a:pt x="220780" y="495300"/>
                  </a:moveTo>
                  <a:lnTo>
                    <a:pt x="441561" y="146323"/>
                  </a:lnTo>
                  <a:lnTo>
                    <a:pt x="342501" y="60860"/>
                  </a:lnTo>
                  <a:lnTo>
                    <a:pt x="128842" y="398182"/>
                  </a:lnTo>
                  <a:lnTo>
                    <a:pt x="220780" y="495300"/>
                  </a:lnTo>
                  <a:moveTo>
                    <a:pt x="342501" y="60860"/>
                  </a:moveTo>
                  <a:lnTo>
                    <a:pt x="8416" y="353508"/>
                  </a:lnTo>
                  <a:lnTo>
                    <a:pt x="105534" y="440914"/>
                  </a:lnTo>
                  <a:lnTo>
                    <a:pt x="441561" y="146323"/>
                  </a:lnTo>
                  <a:lnTo>
                    <a:pt x="342501" y="60860"/>
                  </a:lnTo>
                  <a:moveTo>
                    <a:pt x="105534" y="440914"/>
                  </a:moveTo>
                  <a:lnTo>
                    <a:pt x="343796" y="100354"/>
                  </a:lnTo>
                  <a:lnTo>
                    <a:pt x="255743" y="0"/>
                  </a:lnTo>
                  <a:lnTo>
                    <a:pt x="8416" y="353508"/>
                  </a:lnTo>
                  <a:lnTo>
                    <a:pt x="105534" y="440914"/>
                  </a:lnTo>
                  <a:moveTo>
                    <a:pt x="255743" y="0"/>
                  </a:moveTo>
                  <a:lnTo>
                    <a:pt x="0" y="134669"/>
                  </a:lnTo>
                  <a:lnTo>
                    <a:pt x="86758" y="235672"/>
                  </a:lnTo>
                  <a:lnTo>
                    <a:pt x="343796" y="100354"/>
                  </a:lnTo>
                  <a:lnTo>
                    <a:pt x="255743" y="0"/>
                  </a:lnTo>
                  <a:moveTo>
                    <a:pt x="86758" y="235672"/>
                  </a:moveTo>
                  <a:lnTo>
                    <a:pt x="0" y="134669"/>
                  </a:lnTo>
                  <a:lnTo>
                    <a:pt x="53090" y="62155"/>
                  </a:lnTo>
                  <a:lnTo>
                    <a:pt x="157978" y="138554"/>
                  </a:lnTo>
                  <a:lnTo>
                    <a:pt x="86758" y="235672"/>
                  </a:lnTo>
                </a:path>
              </a:pathLst>
            </a:custGeom>
            <a:solidFill>
              <a:srgbClr val="815D3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9" name="Google Shape;239;p19"/>
          <p:cNvGrpSpPr/>
          <p:nvPr/>
        </p:nvGrpSpPr>
        <p:grpSpPr>
          <a:xfrm>
            <a:off x="4167309" y="3693573"/>
            <a:ext cx="1250875" cy="707016"/>
            <a:chOff x="1549997" y="3449618"/>
            <a:chExt cx="1250875" cy="707016"/>
          </a:xfrm>
        </p:grpSpPr>
        <p:sp>
          <p:nvSpPr>
            <p:cNvPr id="240" name="Google Shape;240;p19"/>
            <p:cNvSpPr/>
            <p:nvPr/>
          </p:nvSpPr>
          <p:spPr>
            <a:xfrm>
              <a:off x="2327586" y="3449618"/>
              <a:ext cx="473286" cy="707016"/>
            </a:xfrm>
            <a:custGeom>
              <a:avLst/>
              <a:gdLst/>
              <a:ahLst/>
              <a:cxnLst/>
              <a:rect l="l" t="t" r="r" b="b"/>
              <a:pathLst>
                <a:path w="473286" h="707016" extrusionOk="0">
                  <a:moveTo>
                    <a:pt x="236365" y="240866"/>
                  </a:moveTo>
                  <a:lnTo>
                    <a:pt x="236365" y="473941"/>
                  </a:lnTo>
                  <a:lnTo>
                    <a:pt x="3328" y="473941"/>
                  </a:lnTo>
                  <a:lnTo>
                    <a:pt x="3328" y="240866"/>
                  </a:lnTo>
                  <a:close/>
                  <a:moveTo>
                    <a:pt x="236274" y="7769"/>
                  </a:moveTo>
                  <a:lnTo>
                    <a:pt x="236274" y="240843"/>
                  </a:lnTo>
                  <a:lnTo>
                    <a:pt x="3237" y="240843"/>
                  </a:lnTo>
                  <a:lnTo>
                    <a:pt x="3237" y="7769"/>
                  </a:lnTo>
                  <a:close/>
                  <a:moveTo>
                    <a:pt x="469401" y="240866"/>
                  </a:moveTo>
                  <a:lnTo>
                    <a:pt x="469401" y="473941"/>
                  </a:lnTo>
                  <a:lnTo>
                    <a:pt x="236365" y="473941"/>
                  </a:lnTo>
                  <a:lnTo>
                    <a:pt x="236365" y="240866"/>
                  </a:lnTo>
                  <a:close/>
                  <a:moveTo>
                    <a:pt x="469401" y="473941"/>
                  </a:moveTo>
                  <a:lnTo>
                    <a:pt x="469401" y="707016"/>
                  </a:lnTo>
                  <a:lnTo>
                    <a:pt x="236365" y="707016"/>
                  </a:lnTo>
                  <a:lnTo>
                    <a:pt x="236365" y="473941"/>
                  </a:lnTo>
                  <a:close/>
                  <a:moveTo>
                    <a:pt x="236319" y="240851"/>
                  </a:moveTo>
                  <a:cubicBezTo>
                    <a:pt x="158625" y="245383"/>
                    <a:pt x="80931" y="240851"/>
                    <a:pt x="3237" y="240851"/>
                  </a:cubicBezTo>
                  <a:cubicBezTo>
                    <a:pt x="12301" y="317898"/>
                    <a:pt x="0" y="396240"/>
                    <a:pt x="3237" y="473934"/>
                  </a:cubicBezTo>
                  <a:cubicBezTo>
                    <a:pt x="80931" y="471991"/>
                    <a:pt x="158625" y="479761"/>
                    <a:pt x="236319" y="473934"/>
                  </a:cubicBezTo>
                  <a:cubicBezTo>
                    <a:pt x="240204" y="396240"/>
                    <a:pt x="234377" y="318545"/>
                    <a:pt x="236319" y="240851"/>
                  </a:cubicBezTo>
                  <a:moveTo>
                    <a:pt x="236319" y="7769"/>
                  </a:moveTo>
                  <a:cubicBezTo>
                    <a:pt x="158625" y="13596"/>
                    <a:pt x="80283" y="0"/>
                    <a:pt x="3237" y="7769"/>
                  </a:cubicBezTo>
                  <a:cubicBezTo>
                    <a:pt x="13596" y="84816"/>
                    <a:pt x="14891" y="163805"/>
                    <a:pt x="3237" y="240851"/>
                  </a:cubicBezTo>
                  <a:cubicBezTo>
                    <a:pt x="80283" y="232434"/>
                    <a:pt x="159272" y="250563"/>
                    <a:pt x="236319" y="240851"/>
                  </a:cubicBezTo>
                  <a:cubicBezTo>
                    <a:pt x="231787" y="163157"/>
                    <a:pt x="242794" y="85463"/>
                    <a:pt x="236319" y="7769"/>
                  </a:cubicBezTo>
                  <a:moveTo>
                    <a:pt x="469401" y="240851"/>
                  </a:moveTo>
                  <a:cubicBezTo>
                    <a:pt x="392355" y="248621"/>
                    <a:pt x="314013" y="233729"/>
                    <a:pt x="236319" y="240851"/>
                  </a:cubicBezTo>
                  <a:cubicBezTo>
                    <a:pt x="231139" y="318545"/>
                    <a:pt x="230492" y="396240"/>
                    <a:pt x="236319" y="473934"/>
                  </a:cubicBezTo>
                  <a:cubicBezTo>
                    <a:pt x="314013" y="473934"/>
                    <a:pt x="392355" y="481703"/>
                    <a:pt x="469401" y="473934"/>
                  </a:cubicBezTo>
                  <a:cubicBezTo>
                    <a:pt x="463574" y="396240"/>
                    <a:pt x="460985" y="317898"/>
                    <a:pt x="469401" y="240851"/>
                  </a:cubicBezTo>
                  <a:moveTo>
                    <a:pt x="469401" y="473934"/>
                  </a:moveTo>
                  <a:cubicBezTo>
                    <a:pt x="391707" y="468107"/>
                    <a:pt x="313366" y="462927"/>
                    <a:pt x="236319" y="473934"/>
                  </a:cubicBezTo>
                  <a:cubicBezTo>
                    <a:pt x="233082" y="551628"/>
                    <a:pt x="235672" y="629322"/>
                    <a:pt x="236319" y="707016"/>
                  </a:cubicBezTo>
                  <a:cubicBezTo>
                    <a:pt x="313366" y="697304"/>
                    <a:pt x="391707" y="702484"/>
                    <a:pt x="469401" y="707016"/>
                  </a:cubicBezTo>
                  <a:cubicBezTo>
                    <a:pt x="461632" y="629969"/>
                    <a:pt x="473286" y="551628"/>
                    <a:pt x="469401" y="473934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9"/>
            <p:cNvSpPr/>
            <p:nvPr/>
          </p:nvSpPr>
          <p:spPr>
            <a:xfrm>
              <a:off x="1549997" y="3643206"/>
              <a:ext cx="474581" cy="474581"/>
            </a:xfrm>
            <a:custGeom>
              <a:avLst/>
              <a:gdLst/>
              <a:ahLst/>
              <a:cxnLst/>
              <a:rect l="l" t="t" r="r" b="b"/>
              <a:pathLst>
                <a:path w="474581" h="474581" extrusionOk="0">
                  <a:moveTo>
                    <a:pt x="470049" y="241499"/>
                  </a:moveTo>
                  <a:cubicBezTo>
                    <a:pt x="470049" y="112771"/>
                    <a:pt x="365695" y="8416"/>
                    <a:pt x="236967" y="8416"/>
                  </a:cubicBezTo>
                  <a:cubicBezTo>
                    <a:pt x="108238" y="8416"/>
                    <a:pt x="3884" y="112771"/>
                    <a:pt x="3884" y="241499"/>
                  </a:cubicBezTo>
                  <a:cubicBezTo>
                    <a:pt x="3884" y="370227"/>
                    <a:pt x="108238" y="474581"/>
                    <a:pt x="236967" y="474581"/>
                  </a:cubicBezTo>
                  <a:cubicBezTo>
                    <a:pt x="365695" y="474581"/>
                    <a:pt x="470049" y="370227"/>
                    <a:pt x="470049" y="241499"/>
                  </a:cubicBezTo>
                  <a:close/>
                  <a:moveTo>
                    <a:pt x="470049" y="241499"/>
                  </a:moveTo>
                  <a:cubicBezTo>
                    <a:pt x="474581" y="370341"/>
                    <a:pt x="365809" y="474581"/>
                    <a:pt x="236967" y="474581"/>
                  </a:cubicBezTo>
                  <a:cubicBezTo>
                    <a:pt x="108124" y="474581"/>
                    <a:pt x="7769" y="370341"/>
                    <a:pt x="3884" y="241499"/>
                  </a:cubicBezTo>
                  <a:cubicBezTo>
                    <a:pt x="0" y="112656"/>
                    <a:pt x="108771" y="16833"/>
                    <a:pt x="236967" y="8416"/>
                  </a:cubicBezTo>
                  <a:cubicBezTo>
                    <a:pt x="365162" y="0"/>
                    <a:pt x="464222" y="112656"/>
                    <a:pt x="470049" y="241499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2" name="Google Shape;242;p19"/>
          <p:cNvGrpSpPr/>
          <p:nvPr/>
        </p:nvGrpSpPr>
        <p:grpSpPr>
          <a:xfrm>
            <a:off x="5137191" y="4795535"/>
            <a:ext cx="1923576" cy="991247"/>
            <a:chOff x="2519879" y="4551580"/>
            <a:chExt cx="1923576" cy="991247"/>
          </a:xfrm>
        </p:grpSpPr>
        <p:sp>
          <p:nvSpPr>
            <p:cNvPr id="243" name="Google Shape;243;p19"/>
            <p:cNvSpPr/>
            <p:nvPr/>
          </p:nvSpPr>
          <p:spPr>
            <a:xfrm>
              <a:off x="2986043" y="4784662"/>
              <a:ext cx="292000" cy="292000"/>
            </a:xfrm>
            <a:custGeom>
              <a:avLst/>
              <a:gdLst/>
              <a:ahLst/>
              <a:cxnLst/>
              <a:rect l="l" t="t" r="r" b="b"/>
              <a:pathLst>
                <a:path w="292000" h="292000" extrusionOk="0">
                  <a:moveTo>
                    <a:pt x="33020" y="0"/>
                  </a:moveTo>
                  <a:lnTo>
                    <a:pt x="0" y="51148"/>
                  </a:lnTo>
                  <a:lnTo>
                    <a:pt x="80283" y="167042"/>
                  </a:lnTo>
                  <a:lnTo>
                    <a:pt x="142439" y="69924"/>
                  </a:lnTo>
                  <a:lnTo>
                    <a:pt x="33020" y="0"/>
                  </a:lnTo>
                  <a:moveTo>
                    <a:pt x="80283" y="167042"/>
                  </a:moveTo>
                  <a:lnTo>
                    <a:pt x="292000" y="122368"/>
                  </a:lnTo>
                  <a:lnTo>
                    <a:pt x="230492" y="2589"/>
                  </a:lnTo>
                  <a:lnTo>
                    <a:pt x="0" y="51148"/>
                  </a:lnTo>
                  <a:lnTo>
                    <a:pt x="80283" y="167042"/>
                  </a:lnTo>
                  <a:moveTo>
                    <a:pt x="230492" y="2589"/>
                  </a:moveTo>
                  <a:lnTo>
                    <a:pt x="40141" y="177401"/>
                  </a:lnTo>
                  <a:lnTo>
                    <a:pt x="106829" y="292000"/>
                  </a:lnTo>
                  <a:lnTo>
                    <a:pt x="292000" y="122368"/>
                  </a:lnTo>
                  <a:lnTo>
                    <a:pt x="230492" y="2589"/>
                  </a:lnTo>
                  <a:moveTo>
                    <a:pt x="106829" y="292000"/>
                  </a:moveTo>
                  <a:lnTo>
                    <a:pt x="40141" y="177401"/>
                  </a:lnTo>
                  <a:lnTo>
                    <a:pt x="184523" y="131432"/>
                  </a:lnTo>
                  <a:lnTo>
                    <a:pt x="288115" y="234377"/>
                  </a:lnTo>
                  <a:lnTo>
                    <a:pt x="106829" y="292000"/>
                  </a:lnTo>
                  <a:moveTo>
                    <a:pt x="184523" y="131432"/>
                  </a:moveTo>
                  <a:lnTo>
                    <a:pt x="288115" y="234377"/>
                  </a:lnTo>
                  <a:lnTo>
                    <a:pt x="280346" y="260275"/>
                  </a:lnTo>
                  <a:lnTo>
                    <a:pt x="156035" y="222075"/>
                  </a:lnTo>
                  <a:lnTo>
                    <a:pt x="184523" y="131432"/>
                  </a:lnTo>
                </a:path>
              </a:pathLst>
            </a:custGeom>
            <a:solidFill>
              <a:srgbClr val="5A48A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9"/>
            <p:cNvSpPr/>
            <p:nvPr/>
          </p:nvSpPr>
          <p:spPr>
            <a:xfrm>
              <a:off x="2752961" y="4784662"/>
              <a:ext cx="292000" cy="292000"/>
            </a:xfrm>
            <a:custGeom>
              <a:avLst/>
              <a:gdLst/>
              <a:ahLst/>
              <a:cxnLst/>
              <a:rect l="l" t="t" r="r" b="b"/>
              <a:pathLst>
                <a:path w="292000" h="292000" extrusionOk="0">
                  <a:moveTo>
                    <a:pt x="33020" y="0"/>
                  </a:moveTo>
                  <a:lnTo>
                    <a:pt x="0" y="51148"/>
                  </a:lnTo>
                  <a:lnTo>
                    <a:pt x="80283" y="167042"/>
                  </a:lnTo>
                  <a:lnTo>
                    <a:pt x="142439" y="69924"/>
                  </a:lnTo>
                  <a:lnTo>
                    <a:pt x="33020" y="0"/>
                  </a:lnTo>
                  <a:moveTo>
                    <a:pt x="80283" y="167042"/>
                  </a:moveTo>
                  <a:lnTo>
                    <a:pt x="292000" y="122368"/>
                  </a:lnTo>
                  <a:lnTo>
                    <a:pt x="230492" y="2589"/>
                  </a:lnTo>
                  <a:lnTo>
                    <a:pt x="0" y="51148"/>
                  </a:lnTo>
                  <a:lnTo>
                    <a:pt x="80283" y="167042"/>
                  </a:lnTo>
                  <a:moveTo>
                    <a:pt x="230492" y="2589"/>
                  </a:moveTo>
                  <a:lnTo>
                    <a:pt x="40141" y="177401"/>
                  </a:lnTo>
                  <a:lnTo>
                    <a:pt x="106829" y="292000"/>
                  </a:lnTo>
                  <a:lnTo>
                    <a:pt x="292000" y="122368"/>
                  </a:lnTo>
                  <a:lnTo>
                    <a:pt x="230492" y="2589"/>
                  </a:lnTo>
                  <a:moveTo>
                    <a:pt x="106829" y="292000"/>
                  </a:moveTo>
                  <a:lnTo>
                    <a:pt x="40141" y="177401"/>
                  </a:lnTo>
                  <a:lnTo>
                    <a:pt x="184523" y="131432"/>
                  </a:lnTo>
                  <a:lnTo>
                    <a:pt x="288115" y="234377"/>
                  </a:lnTo>
                  <a:lnTo>
                    <a:pt x="106829" y="292000"/>
                  </a:lnTo>
                  <a:moveTo>
                    <a:pt x="184523" y="131432"/>
                  </a:moveTo>
                  <a:lnTo>
                    <a:pt x="288115" y="234377"/>
                  </a:lnTo>
                  <a:lnTo>
                    <a:pt x="280346" y="260275"/>
                  </a:lnTo>
                  <a:lnTo>
                    <a:pt x="156035" y="222075"/>
                  </a:lnTo>
                  <a:lnTo>
                    <a:pt x="184523" y="131432"/>
                  </a:lnTo>
                </a:path>
              </a:pathLst>
            </a:custGeom>
            <a:solidFill>
              <a:srgbClr val="5A48A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9"/>
            <p:cNvSpPr/>
            <p:nvPr/>
          </p:nvSpPr>
          <p:spPr>
            <a:xfrm>
              <a:off x="2519879" y="4784662"/>
              <a:ext cx="292000" cy="292000"/>
            </a:xfrm>
            <a:custGeom>
              <a:avLst/>
              <a:gdLst/>
              <a:ahLst/>
              <a:cxnLst/>
              <a:rect l="l" t="t" r="r" b="b"/>
              <a:pathLst>
                <a:path w="292000" h="292000" extrusionOk="0">
                  <a:moveTo>
                    <a:pt x="33020" y="0"/>
                  </a:moveTo>
                  <a:lnTo>
                    <a:pt x="0" y="51148"/>
                  </a:lnTo>
                  <a:lnTo>
                    <a:pt x="80283" y="167042"/>
                  </a:lnTo>
                  <a:lnTo>
                    <a:pt x="142439" y="69924"/>
                  </a:lnTo>
                  <a:lnTo>
                    <a:pt x="33020" y="0"/>
                  </a:lnTo>
                  <a:moveTo>
                    <a:pt x="80283" y="167042"/>
                  </a:moveTo>
                  <a:lnTo>
                    <a:pt x="292000" y="122368"/>
                  </a:lnTo>
                  <a:lnTo>
                    <a:pt x="230492" y="2589"/>
                  </a:lnTo>
                  <a:lnTo>
                    <a:pt x="0" y="51148"/>
                  </a:lnTo>
                  <a:lnTo>
                    <a:pt x="80283" y="167042"/>
                  </a:lnTo>
                  <a:moveTo>
                    <a:pt x="230492" y="2589"/>
                  </a:moveTo>
                  <a:lnTo>
                    <a:pt x="40141" y="177401"/>
                  </a:lnTo>
                  <a:lnTo>
                    <a:pt x="106829" y="292000"/>
                  </a:lnTo>
                  <a:lnTo>
                    <a:pt x="292000" y="122368"/>
                  </a:lnTo>
                  <a:lnTo>
                    <a:pt x="230492" y="2589"/>
                  </a:lnTo>
                  <a:moveTo>
                    <a:pt x="106829" y="292000"/>
                  </a:moveTo>
                  <a:lnTo>
                    <a:pt x="40141" y="177401"/>
                  </a:lnTo>
                  <a:lnTo>
                    <a:pt x="184523" y="131432"/>
                  </a:lnTo>
                  <a:lnTo>
                    <a:pt x="288115" y="234377"/>
                  </a:lnTo>
                  <a:lnTo>
                    <a:pt x="106829" y="292000"/>
                  </a:lnTo>
                  <a:moveTo>
                    <a:pt x="184523" y="131432"/>
                  </a:moveTo>
                  <a:lnTo>
                    <a:pt x="288115" y="234377"/>
                  </a:lnTo>
                  <a:lnTo>
                    <a:pt x="280346" y="260275"/>
                  </a:lnTo>
                  <a:lnTo>
                    <a:pt x="156035" y="222075"/>
                  </a:lnTo>
                  <a:lnTo>
                    <a:pt x="184523" y="131432"/>
                  </a:lnTo>
                </a:path>
              </a:pathLst>
            </a:custGeom>
            <a:solidFill>
              <a:srgbClr val="5A48A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9"/>
            <p:cNvSpPr/>
            <p:nvPr/>
          </p:nvSpPr>
          <p:spPr>
            <a:xfrm>
              <a:off x="2519879" y="4551580"/>
              <a:ext cx="292000" cy="292000"/>
            </a:xfrm>
            <a:custGeom>
              <a:avLst/>
              <a:gdLst/>
              <a:ahLst/>
              <a:cxnLst/>
              <a:rect l="l" t="t" r="r" b="b"/>
              <a:pathLst>
                <a:path w="292000" h="292000" extrusionOk="0">
                  <a:moveTo>
                    <a:pt x="33020" y="0"/>
                  </a:moveTo>
                  <a:lnTo>
                    <a:pt x="0" y="51148"/>
                  </a:lnTo>
                  <a:lnTo>
                    <a:pt x="80283" y="167042"/>
                  </a:lnTo>
                  <a:lnTo>
                    <a:pt x="142439" y="69924"/>
                  </a:lnTo>
                  <a:lnTo>
                    <a:pt x="33020" y="0"/>
                  </a:lnTo>
                  <a:moveTo>
                    <a:pt x="80283" y="167042"/>
                  </a:moveTo>
                  <a:lnTo>
                    <a:pt x="292000" y="122368"/>
                  </a:lnTo>
                  <a:lnTo>
                    <a:pt x="230492" y="2589"/>
                  </a:lnTo>
                  <a:lnTo>
                    <a:pt x="0" y="51148"/>
                  </a:lnTo>
                  <a:lnTo>
                    <a:pt x="80283" y="167042"/>
                  </a:lnTo>
                  <a:moveTo>
                    <a:pt x="230492" y="2589"/>
                  </a:moveTo>
                  <a:lnTo>
                    <a:pt x="40141" y="177401"/>
                  </a:lnTo>
                  <a:lnTo>
                    <a:pt x="106829" y="292000"/>
                  </a:lnTo>
                  <a:lnTo>
                    <a:pt x="292000" y="122368"/>
                  </a:lnTo>
                  <a:lnTo>
                    <a:pt x="230492" y="2589"/>
                  </a:lnTo>
                  <a:moveTo>
                    <a:pt x="106829" y="292000"/>
                  </a:moveTo>
                  <a:lnTo>
                    <a:pt x="40141" y="177401"/>
                  </a:lnTo>
                  <a:lnTo>
                    <a:pt x="184523" y="131432"/>
                  </a:lnTo>
                  <a:lnTo>
                    <a:pt x="288115" y="234377"/>
                  </a:lnTo>
                  <a:lnTo>
                    <a:pt x="106829" y="292000"/>
                  </a:lnTo>
                  <a:moveTo>
                    <a:pt x="184523" y="131432"/>
                  </a:moveTo>
                  <a:lnTo>
                    <a:pt x="288115" y="234377"/>
                  </a:lnTo>
                  <a:lnTo>
                    <a:pt x="280346" y="260275"/>
                  </a:lnTo>
                  <a:lnTo>
                    <a:pt x="156035" y="222075"/>
                  </a:lnTo>
                  <a:lnTo>
                    <a:pt x="184523" y="131432"/>
                  </a:lnTo>
                </a:path>
              </a:pathLst>
            </a:custGeom>
            <a:solidFill>
              <a:srgbClr val="5A48A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4151455" y="5017745"/>
              <a:ext cx="292000" cy="292000"/>
            </a:xfrm>
            <a:custGeom>
              <a:avLst/>
              <a:gdLst/>
              <a:ahLst/>
              <a:cxnLst/>
              <a:rect l="l" t="t" r="r" b="b"/>
              <a:pathLst>
                <a:path w="292000" h="292000" extrusionOk="0">
                  <a:moveTo>
                    <a:pt x="33019" y="0"/>
                  </a:moveTo>
                  <a:lnTo>
                    <a:pt x="0" y="51148"/>
                  </a:lnTo>
                  <a:lnTo>
                    <a:pt x="80283" y="167042"/>
                  </a:lnTo>
                  <a:lnTo>
                    <a:pt x="142439" y="69924"/>
                  </a:lnTo>
                  <a:lnTo>
                    <a:pt x="33019" y="0"/>
                  </a:lnTo>
                  <a:moveTo>
                    <a:pt x="80283" y="167042"/>
                  </a:moveTo>
                  <a:lnTo>
                    <a:pt x="292000" y="122368"/>
                  </a:lnTo>
                  <a:lnTo>
                    <a:pt x="230492" y="2589"/>
                  </a:lnTo>
                  <a:lnTo>
                    <a:pt x="0" y="51148"/>
                  </a:lnTo>
                  <a:lnTo>
                    <a:pt x="80283" y="167042"/>
                  </a:lnTo>
                  <a:moveTo>
                    <a:pt x="230492" y="2589"/>
                  </a:moveTo>
                  <a:lnTo>
                    <a:pt x="40141" y="177401"/>
                  </a:lnTo>
                  <a:lnTo>
                    <a:pt x="106829" y="292000"/>
                  </a:lnTo>
                  <a:lnTo>
                    <a:pt x="292000" y="122368"/>
                  </a:lnTo>
                  <a:lnTo>
                    <a:pt x="230492" y="2589"/>
                  </a:lnTo>
                  <a:moveTo>
                    <a:pt x="106829" y="292000"/>
                  </a:moveTo>
                  <a:lnTo>
                    <a:pt x="40141" y="177401"/>
                  </a:lnTo>
                  <a:lnTo>
                    <a:pt x="184523" y="131432"/>
                  </a:lnTo>
                  <a:lnTo>
                    <a:pt x="288115" y="234377"/>
                  </a:lnTo>
                  <a:lnTo>
                    <a:pt x="106829" y="292000"/>
                  </a:lnTo>
                  <a:moveTo>
                    <a:pt x="184523" y="131432"/>
                  </a:moveTo>
                  <a:lnTo>
                    <a:pt x="288115" y="234377"/>
                  </a:lnTo>
                  <a:lnTo>
                    <a:pt x="280346" y="260275"/>
                  </a:lnTo>
                  <a:lnTo>
                    <a:pt x="156035" y="222075"/>
                  </a:lnTo>
                  <a:lnTo>
                    <a:pt x="184523" y="131432"/>
                  </a:lnTo>
                </a:path>
              </a:pathLst>
            </a:custGeom>
            <a:solidFill>
              <a:srgbClr val="5A48A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4151455" y="5250827"/>
              <a:ext cx="292000" cy="292000"/>
            </a:xfrm>
            <a:custGeom>
              <a:avLst/>
              <a:gdLst/>
              <a:ahLst/>
              <a:cxnLst/>
              <a:rect l="l" t="t" r="r" b="b"/>
              <a:pathLst>
                <a:path w="292000" h="292000" extrusionOk="0">
                  <a:moveTo>
                    <a:pt x="33019" y="0"/>
                  </a:moveTo>
                  <a:lnTo>
                    <a:pt x="0" y="51148"/>
                  </a:lnTo>
                  <a:lnTo>
                    <a:pt x="80283" y="167042"/>
                  </a:lnTo>
                  <a:lnTo>
                    <a:pt x="142439" y="69924"/>
                  </a:lnTo>
                  <a:lnTo>
                    <a:pt x="33019" y="0"/>
                  </a:lnTo>
                  <a:moveTo>
                    <a:pt x="80283" y="167042"/>
                  </a:moveTo>
                  <a:lnTo>
                    <a:pt x="292000" y="122368"/>
                  </a:lnTo>
                  <a:lnTo>
                    <a:pt x="230492" y="2589"/>
                  </a:lnTo>
                  <a:lnTo>
                    <a:pt x="0" y="51148"/>
                  </a:lnTo>
                  <a:lnTo>
                    <a:pt x="80283" y="167042"/>
                  </a:lnTo>
                  <a:moveTo>
                    <a:pt x="230492" y="2589"/>
                  </a:moveTo>
                  <a:lnTo>
                    <a:pt x="40141" y="177401"/>
                  </a:lnTo>
                  <a:lnTo>
                    <a:pt x="106829" y="292000"/>
                  </a:lnTo>
                  <a:lnTo>
                    <a:pt x="292000" y="122368"/>
                  </a:lnTo>
                  <a:lnTo>
                    <a:pt x="230492" y="2589"/>
                  </a:lnTo>
                  <a:moveTo>
                    <a:pt x="106829" y="292000"/>
                  </a:moveTo>
                  <a:lnTo>
                    <a:pt x="40141" y="177401"/>
                  </a:lnTo>
                  <a:lnTo>
                    <a:pt x="184523" y="131432"/>
                  </a:lnTo>
                  <a:lnTo>
                    <a:pt x="288115" y="234377"/>
                  </a:lnTo>
                  <a:lnTo>
                    <a:pt x="106829" y="292000"/>
                  </a:lnTo>
                  <a:moveTo>
                    <a:pt x="184523" y="131432"/>
                  </a:moveTo>
                  <a:lnTo>
                    <a:pt x="288115" y="234377"/>
                  </a:lnTo>
                  <a:lnTo>
                    <a:pt x="280346" y="260275"/>
                  </a:lnTo>
                  <a:lnTo>
                    <a:pt x="156035" y="222075"/>
                  </a:lnTo>
                  <a:lnTo>
                    <a:pt x="184523" y="131432"/>
                  </a:lnTo>
                </a:path>
              </a:pathLst>
            </a:custGeom>
            <a:solidFill>
              <a:srgbClr val="5A48A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9"/>
            <p:cNvSpPr/>
            <p:nvPr/>
          </p:nvSpPr>
          <p:spPr>
            <a:xfrm>
              <a:off x="3918373" y="5250827"/>
              <a:ext cx="292000" cy="292000"/>
            </a:xfrm>
            <a:custGeom>
              <a:avLst/>
              <a:gdLst/>
              <a:ahLst/>
              <a:cxnLst/>
              <a:rect l="l" t="t" r="r" b="b"/>
              <a:pathLst>
                <a:path w="292000" h="292000" extrusionOk="0">
                  <a:moveTo>
                    <a:pt x="33019" y="0"/>
                  </a:moveTo>
                  <a:lnTo>
                    <a:pt x="0" y="51148"/>
                  </a:lnTo>
                  <a:lnTo>
                    <a:pt x="80283" y="167042"/>
                  </a:lnTo>
                  <a:lnTo>
                    <a:pt x="142439" y="69924"/>
                  </a:lnTo>
                  <a:lnTo>
                    <a:pt x="33019" y="0"/>
                  </a:lnTo>
                  <a:moveTo>
                    <a:pt x="80283" y="167042"/>
                  </a:moveTo>
                  <a:lnTo>
                    <a:pt x="292000" y="122368"/>
                  </a:lnTo>
                  <a:lnTo>
                    <a:pt x="230492" y="2589"/>
                  </a:lnTo>
                  <a:lnTo>
                    <a:pt x="0" y="51148"/>
                  </a:lnTo>
                  <a:lnTo>
                    <a:pt x="80283" y="167042"/>
                  </a:lnTo>
                  <a:moveTo>
                    <a:pt x="230492" y="2589"/>
                  </a:moveTo>
                  <a:lnTo>
                    <a:pt x="40141" y="177401"/>
                  </a:lnTo>
                  <a:lnTo>
                    <a:pt x="106829" y="292000"/>
                  </a:lnTo>
                  <a:lnTo>
                    <a:pt x="292000" y="122368"/>
                  </a:lnTo>
                  <a:lnTo>
                    <a:pt x="230492" y="2589"/>
                  </a:lnTo>
                  <a:moveTo>
                    <a:pt x="106829" y="292000"/>
                  </a:moveTo>
                  <a:lnTo>
                    <a:pt x="40141" y="177401"/>
                  </a:lnTo>
                  <a:lnTo>
                    <a:pt x="184523" y="131432"/>
                  </a:lnTo>
                  <a:lnTo>
                    <a:pt x="288115" y="234377"/>
                  </a:lnTo>
                  <a:lnTo>
                    <a:pt x="106829" y="292000"/>
                  </a:lnTo>
                  <a:moveTo>
                    <a:pt x="184523" y="131432"/>
                  </a:moveTo>
                  <a:lnTo>
                    <a:pt x="288115" y="234377"/>
                  </a:lnTo>
                  <a:lnTo>
                    <a:pt x="280346" y="260275"/>
                  </a:lnTo>
                  <a:lnTo>
                    <a:pt x="156035" y="222075"/>
                  </a:lnTo>
                  <a:lnTo>
                    <a:pt x="184523" y="131432"/>
                  </a:lnTo>
                </a:path>
              </a:pathLst>
            </a:custGeom>
            <a:solidFill>
              <a:srgbClr val="5A48A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0" name="Google Shape;250;p19"/>
          <p:cNvGrpSpPr/>
          <p:nvPr/>
        </p:nvGrpSpPr>
        <p:grpSpPr>
          <a:xfrm>
            <a:off x="5178628" y="4818843"/>
            <a:ext cx="1867248" cy="951752"/>
            <a:chOff x="2561316" y="4574888"/>
            <a:chExt cx="1867248" cy="951752"/>
          </a:xfrm>
        </p:grpSpPr>
        <p:sp>
          <p:nvSpPr>
            <p:cNvPr id="251" name="Google Shape;251;p19"/>
            <p:cNvSpPr/>
            <p:nvPr/>
          </p:nvSpPr>
          <p:spPr>
            <a:xfrm>
              <a:off x="3027480" y="4807970"/>
              <a:ext cx="235672" cy="252505"/>
            </a:xfrm>
            <a:custGeom>
              <a:avLst/>
              <a:gdLst/>
              <a:ahLst/>
              <a:cxnLst/>
              <a:rect l="l" t="t" r="r" b="b"/>
              <a:pathLst>
                <a:path w="235672" h="252505" extrusionOk="0">
                  <a:moveTo>
                    <a:pt x="2589" y="9064"/>
                  </a:moveTo>
                  <a:lnTo>
                    <a:pt x="2589" y="242146"/>
                  </a:lnTo>
                  <a:lnTo>
                    <a:pt x="235672" y="242146"/>
                  </a:lnTo>
                  <a:lnTo>
                    <a:pt x="235672" y="9064"/>
                  </a:lnTo>
                  <a:close/>
                  <a:moveTo>
                    <a:pt x="2589" y="9064"/>
                  </a:moveTo>
                  <a:cubicBezTo>
                    <a:pt x="79636" y="0"/>
                    <a:pt x="157978" y="15538"/>
                    <a:pt x="235672" y="9064"/>
                  </a:cubicBezTo>
                  <a:cubicBezTo>
                    <a:pt x="229197" y="86758"/>
                    <a:pt x="229197" y="164452"/>
                    <a:pt x="235672" y="242146"/>
                  </a:cubicBezTo>
                  <a:cubicBezTo>
                    <a:pt x="158625" y="252505"/>
                    <a:pt x="80283" y="246678"/>
                    <a:pt x="2589" y="242146"/>
                  </a:cubicBezTo>
                  <a:cubicBezTo>
                    <a:pt x="14891" y="165747"/>
                    <a:pt x="0" y="86758"/>
                    <a:pt x="2589" y="9064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2794398" y="4807970"/>
              <a:ext cx="235672" cy="252505"/>
            </a:xfrm>
            <a:custGeom>
              <a:avLst/>
              <a:gdLst/>
              <a:ahLst/>
              <a:cxnLst/>
              <a:rect l="l" t="t" r="r" b="b"/>
              <a:pathLst>
                <a:path w="235672" h="252505" extrusionOk="0">
                  <a:moveTo>
                    <a:pt x="2589" y="9064"/>
                  </a:moveTo>
                  <a:lnTo>
                    <a:pt x="2589" y="242146"/>
                  </a:lnTo>
                  <a:lnTo>
                    <a:pt x="235672" y="242146"/>
                  </a:lnTo>
                  <a:lnTo>
                    <a:pt x="235672" y="9064"/>
                  </a:lnTo>
                  <a:close/>
                  <a:moveTo>
                    <a:pt x="2589" y="9064"/>
                  </a:moveTo>
                  <a:cubicBezTo>
                    <a:pt x="79636" y="0"/>
                    <a:pt x="157978" y="15538"/>
                    <a:pt x="235672" y="9064"/>
                  </a:cubicBezTo>
                  <a:cubicBezTo>
                    <a:pt x="229197" y="86758"/>
                    <a:pt x="229197" y="164452"/>
                    <a:pt x="235672" y="242146"/>
                  </a:cubicBezTo>
                  <a:cubicBezTo>
                    <a:pt x="158625" y="252505"/>
                    <a:pt x="80283" y="246678"/>
                    <a:pt x="2589" y="242146"/>
                  </a:cubicBezTo>
                  <a:cubicBezTo>
                    <a:pt x="14891" y="165747"/>
                    <a:pt x="0" y="86758"/>
                    <a:pt x="2589" y="9064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19"/>
            <p:cNvSpPr/>
            <p:nvPr/>
          </p:nvSpPr>
          <p:spPr>
            <a:xfrm>
              <a:off x="2561316" y="4807970"/>
              <a:ext cx="235672" cy="252505"/>
            </a:xfrm>
            <a:custGeom>
              <a:avLst/>
              <a:gdLst/>
              <a:ahLst/>
              <a:cxnLst/>
              <a:rect l="l" t="t" r="r" b="b"/>
              <a:pathLst>
                <a:path w="235672" h="252505" extrusionOk="0">
                  <a:moveTo>
                    <a:pt x="2589" y="9064"/>
                  </a:moveTo>
                  <a:lnTo>
                    <a:pt x="2589" y="242146"/>
                  </a:lnTo>
                  <a:lnTo>
                    <a:pt x="235672" y="242146"/>
                  </a:lnTo>
                  <a:lnTo>
                    <a:pt x="235672" y="9064"/>
                  </a:lnTo>
                  <a:close/>
                  <a:moveTo>
                    <a:pt x="2589" y="9064"/>
                  </a:moveTo>
                  <a:cubicBezTo>
                    <a:pt x="79636" y="0"/>
                    <a:pt x="157978" y="15538"/>
                    <a:pt x="235672" y="9064"/>
                  </a:cubicBezTo>
                  <a:cubicBezTo>
                    <a:pt x="229197" y="86758"/>
                    <a:pt x="229197" y="164452"/>
                    <a:pt x="235672" y="242146"/>
                  </a:cubicBezTo>
                  <a:cubicBezTo>
                    <a:pt x="158625" y="252505"/>
                    <a:pt x="80283" y="246678"/>
                    <a:pt x="2589" y="242146"/>
                  </a:cubicBezTo>
                  <a:cubicBezTo>
                    <a:pt x="14891" y="165747"/>
                    <a:pt x="0" y="86758"/>
                    <a:pt x="2589" y="9064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19"/>
            <p:cNvSpPr/>
            <p:nvPr/>
          </p:nvSpPr>
          <p:spPr>
            <a:xfrm>
              <a:off x="2561316" y="4574888"/>
              <a:ext cx="235672" cy="251858"/>
            </a:xfrm>
            <a:custGeom>
              <a:avLst/>
              <a:gdLst/>
              <a:ahLst/>
              <a:cxnLst/>
              <a:rect l="l" t="t" r="r" b="b"/>
              <a:pathLst>
                <a:path w="235672" h="251858" extrusionOk="0">
                  <a:moveTo>
                    <a:pt x="2589" y="9064"/>
                  </a:moveTo>
                  <a:lnTo>
                    <a:pt x="2589" y="242146"/>
                  </a:lnTo>
                  <a:lnTo>
                    <a:pt x="235672" y="242146"/>
                  </a:lnTo>
                  <a:lnTo>
                    <a:pt x="235672" y="9064"/>
                  </a:lnTo>
                  <a:close/>
                  <a:moveTo>
                    <a:pt x="2589" y="9064"/>
                  </a:moveTo>
                  <a:cubicBezTo>
                    <a:pt x="79636" y="0"/>
                    <a:pt x="157978" y="15538"/>
                    <a:pt x="235672" y="9064"/>
                  </a:cubicBezTo>
                  <a:cubicBezTo>
                    <a:pt x="229197" y="86758"/>
                    <a:pt x="229197" y="164452"/>
                    <a:pt x="235672" y="242146"/>
                  </a:cubicBezTo>
                  <a:cubicBezTo>
                    <a:pt x="158625" y="251858"/>
                    <a:pt x="80283" y="246678"/>
                    <a:pt x="2589" y="242146"/>
                  </a:cubicBezTo>
                  <a:cubicBezTo>
                    <a:pt x="14891" y="165100"/>
                    <a:pt x="0" y="86758"/>
                    <a:pt x="2589" y="9064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9"/>
            <p:cNvSpPr/>
            <p:nvPr/>
          </p:nvSpPr>
          <p:spPr>
            <a:xfrm>
              <a:off x="4192892" y="5041053"/>
              <a:ext cx="235672" cy="252505"/>
            </a:xfrm>
            <a:custGeom>
              <a:avLst/>
              <a:gdLst/>
              <a:ahLst/>
              <a:cxnLst/>
              <a:rect l="l" t="t" r="r" b="b"/>
              <a:pathLst>
                <a:path w="235672" h="252505" extrusionOk="0">
                  <a:moveTo>
                    <a:pt x="2589" y="9064"/>
                  </a:moveTo>
                  <a:lnTo>
                    <a:pt x="2589" y="242146"/>
                  </a:lnTo>
                  <a:lnTo>
                    <a:pt x="235672" y="242146"/>
                  </a:lnTo>
                  <a:lnTo>
                    <a:pt x="235672" y="9064"/>
                  </a:lnTo>
                  <a:close/>
                  <a:moveTo>
                    <a:pt x="2589" y="9064"/>
                  </a:moveTo>
                  <a:cubicBezTo>
                    <a:pt x="79636" y="0"/>
                    <a:pt x="157978" y="15538"/>
                    <a:pt x="235672" y="9064"/>
                  </a:cubicBezTo>
                  <a:cubicBezTo>
                    <a:pt x="229197" y="86758"/>
                    <a:pt x="229197" y="164452"/>
                    <a:pt x="235672" y="242146"/>
                  </a:cubicBezTo>
                  <a:cubicBezTo>
                    <a:pt x="158625" y="252505"/>
                    <a:pt x="80283" y="246678"/>
                    <a:pt x="2589" y="242146"/>
                  </a:cubicBezTo>
                  <a:cubicBezTo>
                    <a:pt x="14891" y="165747"/>
                    <a:pt x="0" y="86758"/>
                    <a:pt x="2589" y="9064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9"/>
            <p:cNvSpPr/>
            <p:nvPr/>
          </p:nvSpPr>
          <p:spPr>
            <a:xfrm>
              <a:off x="4192892" y="5274135"/>
              <a:ext cx="235672" cy="252505"/>
            </a:xfrm>
            <a:custGeom>
              <a:avLst/>
              <a:gdLst/>
              <a:ahLst/>
              <a:cxnLst/>
              <a:rect l="l" t="t" r="r" b="b"/>
              <a:pathLst>
                <a:path w="235672" h="252505" extrusionOk="0">
                  <a:moveTo>
                    <a:pt x="2589" y="9064"/>
                  </a:moveTo>
                  <a:lnTo>
                    <a:pt x="2589" y="242146"/>
                  </a:lnTo>
                  <a:lnTo>
                    <a:pt x="235672" y="242146"/>
                  </a:lnTo>
                  <a:lnTo>
                    <a:pt x="235672" y="9064"/>
                  </a:lnTo>
                  <a:close/>
                  <a:moveTo>
                    <a:pt x="2589" y="9064"/>
                  </a:moveTo>
                  <a:cubicBezTo>
                    <a:pt x="79636" y="0"/>
                    <a:pt x="157978" y="15538"/>
                    <a:pt x="235672" y="9064"/>
                  </a:cubicBezTo>
                  <a:cubicBezTo>
                    <a:pt x="229197" y="86758"/>
                    <a:pt x="229197" y="164452"/>
                    <a:pt x="235672" y="242146"/>
                  </a:cubicBezTo>
                  <a:cubicBezTo>
                    <a:pt x="158625" y="252505"/>
                    <a:pt x="80283" y="246678"/>
                    <a:pt x="2589" y="242146"/>
                  </a:cubicBezTo>
                  <a:cubicBezTo>
                    <a:pt x="14891" y="165100"/>
                    <a:pt x="0" y="86758"/>
                    <a:pt x="2589" y="9064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19"/>
            <p:cNvSpPr/>
            <p:nvPr/>
          </p:nvSpPr>
          <p:spPr>
            <a:xfrm>
              <a:off x="3959810" y="5274135"/>
              <a:ext cx="235672" cy="252505"/>
            </a:xfrm>
            <a:custGeom>
              <a:avLst/>
              <a:gdLst/>
              <a:ahLst/>
              <a:cxnLst/>
              <a:rect l="l" t="t" r="r" b="b"/>
              <a:pathLst>
                <a:path w="235672" h="252505" extrusionOk="0">
                  <a:moveTo>
                    <a:pt x="2589" y="9064"/>
                  </a:moveTo>
                  <a:lnTo>
                    <a:pt x="2589" y="242146"/>
                  </a:lnTo>
                  <a:lnTo>
                    <a:pt x="235672" y="242146"/>
                  </a:lnTo>
                  <a:lnTo>
                    <a:pt x="235672" y="9064"/>
                  </a:lnTo>
                  <a:close/>
                  <a:moveTo>
                    <a:pt x="2589" y="9064"/>
                  </a:moveTo>
                  <a:cubicBezTo>
                    <a:pt x="79636" y="0"/>
                    <a:pt x="157978" y="15538"/>
                    <a:pt x="235672" y="9064"/>
                  </a:cubicBezTo>
                  <a:cubicBezTo>
                    <a:pt x="229197" y="86758"/>
                    <a:pt x="229197" y="164452"/>
                    <a:pt x="235672" y="242146"/>
                  </a:cubicBezTo>
                  <a:cubicBezTo>
                    <a:pt x="158625" y="252505"/>
                    <a:pt x="80283" y="246678"/>
                    <a:pt x="2589" y="242146"/>
                  </a:cubicBezTo>
                  <a:cubicBezTo>
                    <a:pt x="14891" y="165100"/>
                    <a:pt x="0" y="86758"/>
                    <a:pt x="2589" y="9064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8" name="Google Shape;258;p19"/>
          <p:cNvGrpSpPr/>
          <p:nvPr/>
        </p:nvGrpSpPr>
        <p:grpSpPr>
          <a:xfrm>
            <a:off x="5148197" y="4793593"/>
            <a:ext cx="1004196" cy="1024267"/>
            <a:chOff x="2530885" y="4549638"/>
            <a:chExt cx="1004196" cy="1024267"/>
          </a:xfrm>
        </p:grpSpPr>
        <p:sp>
          <p:nvSpPr>
            <p:cNvPr id="259" name="Google Shape;259;p19"/>
            <p:cNvSpPr/>
            <p:nvPr/>
          </p:nvSpPr>
          <p:spPr>
            <a:xfrm>
              <a:off x="2997050" y="5015802"/>
              <a:ext cx="304949" cy="325020"/>
            </a:xfrm>
            <a:custGeom>
              <a:avLst/>
              <a:gdLst/>
              <a:ahLst/>
              <a:cxnLst/>
              <a:rect l="l" t="t" r="r" b="b"/>
              <a:pathLst>
                <a:path w="304949" h="325020" extrusionOk="0">
                  <a:moveTo>
                    <a:pt x="9711" y="18128"/>
                  </a:moveTo>
                  <a:lnTo>
                    <a:pt x="128842" y="69277"/>
                  </a:lnTo>
                  <a:lnTo>
                    <a:pt x="91290" y="156683"/>
                  </a:lnTo>
                  <a:lnTo>
                    <a:pt x="0" y="40789"/>
                  </a:lnTo>
                  <a:lnTo>
                    <a:pt x="9711" y="18128"/>
                  </a:lnTo>
                  <a:moveTo>
                    <a:pt x="91290" y="156683"/>
                  </a:moveTo>
                  <a:lnTo>
                    <a:pt x="304949" y="121073"/>
                  </a:lnTo>
                  <a:lnTo>
                    <a:pt x="243441" y="0"/>
                  </a:lnTo>
                  <a:lnTo>
                    <a:pt x="0" y="40789"/>
                  </a:lnTo>
                  <a:lnTo>
                    <a:pt x="91290" y="156683"/>
                  </a:lnTo>
                  <a:moveTo>
                    <a:pt x="243441" y="0"/>
                  </a:moveTo>
                  <a:lnTo>
                    <a:pt x="22660" y="217543"/>
                  </a:lnTo>
                  <a:lnTo>
                    <a:pt x="97765" y="325020"/>
                  </a:lnTo>
                  <a:lnTo>
                    <a:pt x="304949" y="121073"/>
                  </a:lnTo>
                  <a:lnTo>
                    <a:pt x="243441" y="0"/>
                  </a:lnTo>
                  <a:moveTo>
                    <a:pt x="97765" y="325020"/>
                  </a:moveTo>
                  <a:lnTo>
                    <a:pt x="22660" y="217543"/>
                  </a:lnTo>
                  <a:lnTo>
                    <a:pt x="203947" y="132727"/>
                  </a:lnTo>
                  <a:lnTo>
                    <a:pt x="280346" y="239556"/>
                  </a:lnTo>
                  <a:lnTo>
                    <a:pt x="97765" y="325020"/>
                  </a:lnTo>
                  <a:moveTo>
                    <a:pt x="203947" y="132727"/>
                  </a:moveTo>
                  <a:lnTo>
                    <a:pt x="280346" y="239556"/>
                  </a:lnTo>
                  <a:lnTo>
                    <a:pt x="214306" y="308186"/>
                  </a:lnTo>
                  <a:lnTo>
                    <a:pt x="121073" y="218838"/>
                  </a:lnTo>
                  <a:lnTo>
                    <a:pt x="203947" y="132727"/>
                  </a:lnTo>
                </a:path>
              </a:pathLst>
            </a:custGeom>
            <a:solidFill>
              <a:srgbClr val="82489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9"/>
            <p:cNvSpPr/>
            <p:nvPr/>
          </p:nvSpPr>
          <p:spPr>
            <a:xfrm>
              <a:off x="2763968" y="5015802"/>
              <a:ext cx="304949" cy="325020"/>
            </a:xfrm>
            <a:custGeom>
              <a:avLst/>
              <a:gdLst/>
              <a:ahLst/>
              <a:cxnLst/>
              <a:rect l="l" t="t" r="r" b="b"/>
              <a:pathLst>
                <a:path w="304949" h="325020" extrusionOk="0">
                  <a:moveTo>
                    <a:pt x="9711" y="18128"/>
                  </a:moveTo>
                  <a:lnTo>
                    <a:pt x="128842" y="69277"/>
                  </a:lnTo>
                  <a:lnTo>
                    <a:pt x="91290" y="156683"/>
                  </a:lnTo>
                  <a:lnTo>
                    <a:pt x="0" y="40789"/>
                  </a:lnTo>
                  <a:lnTo>
                    <a:pt x="9711" y="18128"/>
                  </a:lnTo>
                  <a:moveTo>
                    <a:pt x="91290" y="156683"/>
                  </a:moveTo>
                  <a:lnTo>
                    <a:pt x="304949" y="121073"/>
                  </a:lnTo>
                  <a:lnTo>
                    <a:pt x="243441" y="0"/>
                  </a:lnTo>
                  <a:lnTo>
                    <a:pt x="0" y="40789"/>
                  </a:lnTo>
                  <a:lnTo>
                    <a:pt x="91290" y="156683"/>
                  </a:lnTo>
                  <a:moveTo>
                    <a:pt x="243441" y="0"/>
                  </a:moveTo>
                  <a:lnTo>
                    <a:pt x="22660" y="217543"/>
                  </a:lnTo>
                  <a:lnTo>
                    <a:pt x="97765" y="325020"/>
                  </a:lnTo>
                  <a:lnTo>
                    <a:pt x="304949" y="121073"/>
                  </a:lnTo>
                  <a:lnTo>
                    <a:pt x="243441" y="0"/>
                  </a:lnTo>
                  <a:moveTo>
                    <a:pt x="97765" y="325020"/>
                  </a:moveTo>
                  <a:lnTo>
                    <a:pt x="22660" y="217543"/>
                  </a:lnTo>
                  <a:lnTo>
                    <a:pt x="203947" y="132727"/>
                  </a:lnTo>
                  <a:lnTo>
                    <a:pt x="280346" y="239556"/>
                  </a:lnTo>
                  <a:lnTo>
                    <a:pt x="97765" y="325020"/>
                  </a:lnTo>
                  <a:moveTo>
                    <a:pt x="203947" y="132727"/>
                  </a:moveTo>
                  <a:lnTo>
                    <a:pt x="280346" y="239556"/>
                  </a:lnTo>
                  <a:lnTo>
                    <a:pt x="214306" y="308186"/>
                  </a:lnTo>
                  <a:lnTo>
                    <a:pt x="121073" y="218838"/>
                  </a:lnTo>
                  <a:lnTo>
                    <a:pt x="203947" y="132727"/>
                  </a:lnTo>
                </a:path>
              </a:pathLst>
            </a:custGeom>
            <a:solidFill>
              <a:srgbClr val="82489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19"/>
            <p:cNvSpPr/>
            <p:nvPr/>
          </p:nvSpPr>
          <p:spPr>
            <a:xfrm>
              <a:off x="2530885" y="5015802"/>
              <a:ext cx="304949" cy="325020"/>
            </a:xfrm>
            <a:custGeom>
              <a:avLst/>
              <a:gdLst/>
              <a:ahLst/>
              <a:cxnLst/>
              <a:rect l="l" t="t" r="r" b="b"/>
              <a:pathLst>
                <a:path w="304949" h="325020" extrusionOk="0">
                  <a:moveTo>
                    <a:pt x="9711" y="18128"/>
                  </a:moveTo>
                  <a:lnTo>
                    <a:pt x="128842" y="69277"/>
                  </a:lnTo>
                  <a:lnTo>
                    <a:pt x="91290" y="156683"/>
                  </a:lnTo>
                  <a:lnTo>
                    <a:pt x="0" y="40789"/>
                  </a:lnTo>
                  <a:lnTo>
                    <a:pt x="9711" y="18128"/>
                  </a:lnTo>
                  <a:moveTo>
                    <a:pt x="91290" y="156683"/>
                  </a:moveTo>
                  <a:lnTo>
                    <a:pt x="304949" y="121073"/>
                  </a:lnTo>
                  <a:lnTo>
                    <a:pt x="243441" y="0"/>
                  </a:lnTo>
                  <a:lnTo>
                    <a:pt x="0" y="40789"/>
                  </a:lnTo>
                  <a:lnTo>
                    <a:pt x="91290" y="156683"/>
                  </a:lnTo>
                  <a:moveTo>
                    <a:pt x="243441" y="0"/>
                  </a:moveTo>
                  <a:lnTo>
                    <a:pt x="22660" y="217543"/>
                  </a:lnTo>
                  <a:lnTo>
                    <a:pt x="97765" y="325020"/>
                  </a:lnTo>
                  <a:lnTo>
                    <a:pt x="304949" y="121073"/>
                  </a:lnTo>
                  <a:lnTo>
                    <a:pt x="243441" y="0"/>
                  </a:lnTo>
                  <a:moveTo>
                    <a:pt x="97765" y="325020"/>
                  </a:moveTo>
                  <a:lnTo>
                    <a:pt x="22660" y="217543"/>
                  </a:lnTo>
                  <a:lnTo>
                    <a:pt x="203947" y="132727"/>
                  </a:lnTo>
                  <a:lnTo>
                    <a:pt x="280346" y="239556"/>
                  </a:lnTo>
                  <a:lnTo>
                    <a:pt x="97765" y="325020"/>
                  </a:lnTo>
                  <a:moveTo>
                    <a:pt x="203947" y="132727"/>
                  </a:moveTo>
                  <a:lnTo>
                    <a:pt x="280346" y="239556"/>
                  </a:lnTo>
                  <a:lnTo>
                    <a:pt x="214306" y="308186"/>
                  </a:lnTo>
                  <a:lnTo>
                    <a:pt x="121073" y="218838"/>
                  </a:lnTo>
                  <a:lnTo>
                    <a:pt x="203947" y="132727"/>
                  </a:lnTo>
                </a:path>
              </a:pathLst>
            </a:custGeom>
            <a:solidFill>
              <a:srgbClr val="82489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19"/>
            <p:cNvSpPr/>
            <p:nvPr/>
          </p:nvSpPr>
          <p:spPr>
            <a:xfrm>
              <a:off x="2530885" y="5248885"/>
              <a:ext cx="304949" cy="325020"/>
            </a:xfrm>
            <a:custGeom>
              <a:avLst/>
              <a:gdLst/>
              <a:ahLst/>
              <a:cxnLst/>
              <a:rect l="l" t="t" r="r" b="b"/>
              <a:pathLst>
                <a:path w="304949" h="325020" extrusionOk="0">
                  <a:moveTo>
                    <a:pt x="9711" y="18128"/>
                  </a:moveTo>
                  <a:lnTo>
                    <a:pt x="128842" y="69277"/>
                  </a:lnTo>
                  <a:lnTo>
                    <a:pt x="91290" y="156683"/>
                  </a:lnTo>
                  <a:lnTo>
                    <a:pt x="0" y="40789"/>
                  </a:lnTo>
                  <a:lnTo>
                    <a:pt x="9711" y="18128"/>
                  </a:lnTo>
                  <a:moveTo>
                    <a:pt x="91290" y="156683"/>
                  </a:moveTo>
                  <a:lnTo>
                    <a:pt x="304949" y="121073"/>
                  </a:lnTo>
                  <a:lnTo>
                    <a:pt x="243441" y="0"/>
                  </a:lnTo>
                  <a:lnTo>
                    <a:pt x="0" y="40789"/>
                  </a:lnTo>
                  <a:lnTo>
                    <a:pt x="91290" y="156683"/>
                  </a:lnTo>
                  <a:moveTo>
                    <a:pt x="243441" y="0"/>
                  </a:moveTo>
                  <a:lnTo>
                    <a:pt x="22660" y="217543"/>
                  </a:lnTo>
                  <a:lnTo>
                    <a:pt x="97765" y="325020"/>
                  </a:lnTo>
                  <a:lnTo>
                    <a:pt x="304949" y="121073"/>
                  </a:lnTo>
                  <a:lnTo>
                    <a:pt x="243441" y="0"/>
                  </a:lnTo>
                  <a:moveTo>
                    <a:pt x="97765" y="325020"/>
                  </a:moveTo>
                  <a:lnTo>
                    <a:pt x="22660" y="217543"/>
                  </a:lnTo>
                  <a:lnTo>
                    <a:pt x="203947" y="132727"/>
                  </a:lnTo>
                  <a:lnTo>
                    <a:pt x="280346" y="239556"/>
                  </a:lnTo>
                  <a:lnTo>
                    <a:pt x="97765" y="325020"/>
                  </a:lnTo>
                  <a:moveTo>
                    <a:pt x="203947" y="132727"/>
                  </a:moveTo>
                  <a:lnTo>
                    <a:pt x="280346" y="239556"/>
                  </a:lnTo>
                  <a:lnTo>
                    <a:pt x="214306" y="308186"/>
                  </a:lnTo>
                  <a:lnTo>
                    <a:pt x="121073" y="218838"/>
                  </a:lnTo>
                  <a:lnTo>
                    <a:pt x="203947" y="132727"/>
                  </a:lnTo>
                </a:path>
              </a:pathLst>
            </a:custGeom>
            <a:solidFill>
              <a:srgbClr val="82489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19"/>
            <p:cNvSpPr/>
            <p:nvPr/>
          </p:nvSpPr>
          <p:spPr>
            <a:xfrm>
              <a:off x="3230132" y="4549638"/>
              <a:ext cx="304949" cy="325020"/>
            </a:xfrm>
            <a:custGeom>
              <a:avLst/>
              <a:gdLst/>
              <a:ahLst/>
              <a:cxnLst/>
              <a:rect l="l" t="t" r="r" b="b"/>
              <a:pathLst>
                <a:path w="304949" h="325020" extrusionOk="0">
                  <a:moveTo>
                    <a:pt x="9711" y="18128"/>
                  </a:moveTo>
                  <a:lnTo>
                    <a:pt x="128842" y="69277"/>
                  </a:lnTo>
                  <a:lnTo>
                    <a:pt x="91290" y="156683"/>
                  </a:lnTo>
                  <a:lnTo>
                    <a:pt x="0" y="40789"/>
                  </a:lnTo>
                  <a:lnTo>
                    <a:pt x="9711" y="18128"/>
                  </a:lnTo>
                  <a:moveTo>
                    <a:pt x="91290" y="156683"/>
                  </a:moveTo>
                  <a:lnTo>
                    <a:pt x="304949" y="121073"/>
                  </a:lnTo>
                  <a:lnTo>
                    <a:pt x="243441" y="0"/>
                  </a:lnTo>
                  <a:lnTo>
                    <a:pt x="0" y="40789"/>
                  </a:lnTo>
                  <a:lnTo>
                    <a:pt x="91290" y="156683"/>
                  </a:lnTo>
                  <a:moveTo>
                    <a:pt x="243441" y="0"/>
                  </a:moveTo>
                  <a:lnTo>
                    <a:pt x="22660" y="217543"/>
                  </a:lnTo>
                  <a:lnTo>
                    <a:pt x="97765" y="325020"/>
                  </a:lnTo>
                  <a:lnTo>
                    <a:pt x="304949" y="121073"/>
                  </a:lnTo>
                  <a:lnTo>
                    <a:pt x="243441" y="0"/>
                  </a:lnTo>
                  <a:moveTo>
                    <a:pt x="97765" y="325020"/>
                  </a:moveTo>
                  <a:lnTo>
                    <a:pt x="22660" y="217543"/>
                  </a:lnTo>
                  <a:lnTo>
                    <a:pt x="203947" y="132727"/>
                  </a:lnTo>
                  <a:lnTo>
                    <a:pt x="280346" y="239556"/>
                  </a:lnTo>
                  <a:lnTo>
                    <a:pt x="97765" y="325020"/>
                  </a:lnTo>
                  <a:moveTo>
                    <a:pt x="203947" y="132727"/>
                  </a:moveTo>
                  <a:lnTo>
                    <a:pt x="280346" y="239556"/>
                  </a:lnTo>
                  <a:lnTo>
                    <a:pt x="214306" y="308186"/>
                  </a:lnTo>
                  <a:lnTo>
                    <a:pt x="121073" y="218838"/>
                  </a:lnTo>
                  <a:lnTo>
                    <a:pt x="203947" y="132727"/>
                  </a:lnTo>
                </a:path>
              </a:pathLst>
            </a:custGeom>
            <a:solidFill>
              <a:srgbClr val="82489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19"/>
            <p:cNvSpPr/>
            <p:nvPr/>
          </p:nvSpPr>
          <p:spPr>
            <a:xfrm>
              <a:off x="2997050" y="4549638"/>
              <a:ext cx="304949" cy="325020"/>
            </a:xfrm>
            <a:custGeom>
              <a:avLst/>
              <a:gdLst/>
              <a:ahLst/>
              <a:cxnLst/>
              <a:rect l="l" t="t" r="r" b="b"/>
              <a:pathLst>
                <a:path w="304949" h="325020" extrusionOk="0">
                  <a:moveTo>
                    <a:pt x="9711" y="18128"/>
                  </a:moveTo>
                  <a:lnTo>
                    <a:pt x="128842" y="69277"/>
                  </a:lnTo>
                  <a:lnTo>
                    <a:pt x="91290" y="156683"/>
                  </a:lnTo>
                  <a:lnTo>
                    <a:pt x="0" y="40789"/>
                  </a:lnTo>
                  <a:lnTo>
                    <a:pt x="9711" y="18128"/>
                  </a:lnTo>
                  <a:moveTo>
                    <a:pt x="91290" y="156683"/>
                  </a:moveTo>
                  <a:lnTo>
                    <a:pt x="304949" y="121073"/>
                  </a:lnTo>
                  <a:lnTo>
                    <a:pt x="243441" y="0"/>
                  </a:lnTo>
                  <a:lnTo>
                    <a:pt x="0" y="40789"/>
                  </a:lnTo>
                  <a:lnTo>
                    <a:pt x="91290" y="156683"/>
                  </a:lnTo>
                  <a:moveTo>
                    <a:pt x="243441" y="0"/>
                  </a:moveTo>
                  <a:lnTo>
                    <a:pt x="22660" y="217543"/>
                  </a:lnTo>
                  <a:lnTo>
                    <a:pt x="97765" y="325020"/>
                  </a:lnTo>
                  <a:lnTo>
                    <a:pt x="304949" y="121073"/>
                  </a:lnTo>
                  <a:lnTo>
                    <a:pt x="243441" y="0"/>
                  </a:lnTo>
                  <a:moveTo>
                    <a:pt x="97765" y="325020"/>
                  </a:moveTo>
                  <a:lnTo>
                    <a:pt x="22660" y="217543"/>
                  </a:lnTo>
                  <a:lnTo>
                    <a:pt x="203947" y="132727"/>
                  </a:lnTo>
                  <a:lnTo>
                    <a:pt x="280346" y="239556"/>
                  </a:lnTo>
                  <a:lnTo>
                    <a:pt x="97765" y="325020"/>
                  </a:lnTo>
                  <a:moveTo>
                    <a:pt x="203947" y="132727"/>
                  </a:moveTo>
                  <a:lnTo>
                    <a:pt x="280346" y="239556"/>
                  </a:lnTo>
                  <a:lnTo>
                    <a:pt x="214306" y="308186"/>
                  </a:lnTo>
                  <a:lnTo>
                    <a:pt x="121073" y="218838"/>
                  </a:lnTo>
                  <a:lnTo>
                    <a:pt x="203947" y="132727"/>
                  </a:lnTo>
                </a:path>
              </a:pathLst>
            </a:custGeom>
            <a:solidFill>
              <a:srgbClr val="82489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5" name="Google Shape;265;p19"/>
          <p:cNvGrpSpPr/>
          <p:nvPr/>
        </p:nvGrpSpPr>
        <p:grpSpPr>
          <a:xfrm>
            <a:off x="5181217" y="4819491"/>
            <a:ext cx="932329" cy="943335"/>
            <a:chOff x="2563905" y="4575536"/>
            <a:chExt cx="932329" cy="943335"/>
          </a:xfrm>
        </p:grpSpPr>
        <p:sp>
          <p:nvSpPr>
            <p:cNvPr id="266" name="Google Shape;266;p19"/>
            <p:cNvSpPr/>
            <p:nvPr/>
          </p:nvSpPr>
          <p:spPr>
            <a:xfrm>
              <a:off x="3030070" y="5042348"/>
              <a:ext cx="233082" cy="243441"/>
            </a:xfrm>
            <a:custGeom>
              <a:avLst/>
              <a:gdLst/>
              <a:ahLst/>
              <a:cxnLst/>
              <a:rect l="l" t="t" r="r" b="b"/>
              <a:pathLst>
                <a:path w="233082" h="243441" extrusionOk="0">
                  <a:moveTo>
                    <a:pt x="0" y="7769"/>
                  </a:moveTo>
                  <a:lnTo>
                    <a:pt x="0" y="240851"/>
                  </a:lnTo>
                  <a:lnTo>
                    <a:pt x="233082" y="240851"/>
                  </a:lnTo>
                  <a:lnTo>
                    <a:pt x="233082" y="7769"/>
                  </a:lnTo>
                  <a:close/>
                  <a:moveTo>
                    <a:pt x="0" y="7769"/>
                  </a:moveTo>
                  <a:cubicBezTo>
                    <a:pt x="77046" y="0"/>
                    <a:pt x="156035" y="0"/>
                    <a:pt x="233082" y="7769"/>
                  </a:cubicBezTo>
                  <a:cubicBezTo>
                    <a:pt x="220780" y="84168"/>
                    <a:pt x="230492" y="163157"/>
                    <a:pt x="233082" y="240851"/>
                  </a:cubicBezTo>
                  <a:cubicBezTo>
                    <a:pt x="155388" y="243441"/>
                    <a:pt x="77694" y="239556"/>
                    <a:pt x="0" y="240851"/>
                  </a:cubicBezTo>
                  <a:cubicBezTo>
                    <a:pt x="9711" y="163805"/>
                    <a:pt x="9064" y="84816"/>
                    <a:pt x="0" y="7769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9"/>
            <p:cNvSpPr/>
            <p:nvPr/>
          </p:nvSpPr>
          <p:spPr>
            <a:xfrm>
              <a:off x="2796988" y="5042348"/>
              <a:ext cx="233082" cy="243441"/>
            </a:xfrm>
            <a:custGeom>
              <a:avLst/>
              <a:gdLst/>
              <a:ahLst/>
              <a:cxnLst/>
              <a:rect l="l" t="t" r="r" b="b"/>
              <a:pathLst>
                <a:path w="233082" h="243441" extrusionOk="0">
                  <a:moveTo>
                    <a:pt x="0" y="7769"/>
                  </a:moveTo>
                  <a:lnTo>
                    <a:pt x="0" y="240851"/>
                  </a:lnTo>
                  <a:lnTo>
                    <a:pt x="233082" y="240851"/>
                  </a:lnTo>
                  <a:lnTo>
                    <a:pt x="233082" y="7769"/>
                  </a:lnTo>
                  <a:close/>
                  <a:moveTo>
                    <a:pt x="0" y="7769"/>
                  </a:moveTo>
                  <a:cubicBezTo>
                    <a:pt x="77046" y="0"/>
                    <a:pt x="156035" y="0"/>
                    <a:pt x="233082" y="7769"/>
                  </a:cubicBezTo>
                  <a:cubicBezTo>
                    <a:pt x="220780" y="84168"/>
                    <a:pt x="230492" y="163157"/>
                    <a:pt x="233082" y="240851"/>
                  </a:cubicBezTo>
                  <a:cubicBezTo>
                    <a:pt x="155388" y="243441"/>
                    <a:pt x="77694" y="239556"/>
                    <a:pt x="0" y="240851"/>
                  </a:cubicBezTo>
                  <a:cubicBezTo>
                    <a:pt x="9711" y="163805"/>
                    <a:pt x="9064" y="84816"/>
                    <a:pt x="0" y="7769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9"/>
            <p:cNvSpPr/>
            <p:nvPr/>
          </p:nvSpPr>
          <p:spPr>
            <a:xfrm>
              <a:off x="2563905" y="5042348"/>
              <a:ext cx="233082" cy="243441"/>
            </a:xfrm>
            <a:custGeom>
              <a:avLst/>
              <a:gdLst/>
              <a:ahLst/>
              <a:cxnLst/>
              <a:rect l="l" t="t" r="r" b="b"/>
              <a:pathLst>
                <a:path w="233082" h="243441" extrusionOk="0">
                  <a:moveTo>
                    <a:pt x="0" y="7769"/>
                  </a:moveTo>
                  <a:lnTo>
                    <a:pt x="0" y="240851"/>
                  </a:lnTo>
                  <a:lnTo>
                    <a:pt x="233082" y="240851"/>
                  </a:lnTo>
                  <a:lnTo>
                    <a:pt x="233082" y="7769"/>
                  </a:lnTo>
                  <a:close/>
                  <a:moveTo>
                    <a:pt x="0" y="7769"/>
                  </a:moveTo>
                  <a:cubicBezTo>
                    <a:pt x="77046" y="0"/>
                    <a:pt x="156035" y="0"/>
                    <a:pt x="233082" y="7769"/>
                  </a:cubicBezTo>
                  <a:cubicBezTo>
                    <a:pt x="220780" y="84168"/>
                    <a:pt x="230492" y="163157"/>
                    <a:pt x="233082" y="240851"/>
                  </a:cubicBezTo>
                  <a:cubicBezTo>
                    <a:pt x="155388" y="243441"/>
                    <a:pt x="77694" y="239556"/>
                    <a:pt x="0" y="240851"/>
                  </a:cubicBezTo>
                  <a:cubicBezTo>
                    <a:pt x="9711" y="163805"/>
                    <a:pt x="9064" y="84816"/>
                    <a:pt x="0" y="7769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9"/>
            <p:cNvSpPr/>
            <p:nvPr/>
          </p:nvSpPr>
          <p:spPr>
            <a:xfrm>
              <a:off x="2563905" y="5275430"/>
              <a:ext cx="233082" cy="243441"/>
            </a:xfrm>
            <a:custGeom>
              <a:avLst/>
              <a:gdLst/>
              <a:ahLst/>
              <a:cxnLst/>
              <a:rect l="l" t="t" r="r" b="b"/>
              <a:pathLst>
                <a:path w="233082" h="243441" extrusionOk="0">
                  <a:moveTo>
                    <a:pt x="0" y="7769"/>
                  </a:moveTo>
                  <a:lnTo>
                    <a:pt x="0" y="240851"/>
                  </a:lnTo>
                  <a:lnTo>
                    <a:pt x="233082" y="240851"/>
                  </a:lnTo>
                  <a:lnTo>
                    <a:pt x="233082" y="7769"/>
                  </a:lnTo>
                  <a:close/>
                  <a:moveTo>
                    <a:pt x="0" y="7769"/>
                  </a:moveTo>
                  <a:cubicBezTo>
                    <a:pt x="77046" y="0"/>
                    <a:pt x="156035" y="0"/>
                    <a:pt x="233082" y="7769"/>
                  </a:cubicBezTo>
                  <a:cubicBezTo>
                    <a:pt x="220780" y="84168"/>
                    <a:pt x="230492" y="163157"/>
                    <a:pt x="233082" y="240851"/>
                  </a:cubicBezTo>
                  <a:cubicBezTo>
                    <a:pt x="155388" y="243441"/>
                    <a:pt x="77694" y="239556"/>
                    <a:pt x="0" y="240851"/>
                  </a:cubicBezTo>
                  <a:cubicBezTo>
                    <a:pt x="9711" y="163805"/>
                    <a:pt x="9064" y="84816"/>
                    <a:pt x="0" y="7769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19"/>
            <p:cNvSpPr/>
            <p:nvPr/>
          </p:nvSpPr>
          <p:spPr>
            <a:xfrm>
              <a:off x="3263152" y="4575536"/>
              <a:ext cx="233082" cy="244089"/>
            </a:xfrm>
            <a:custGeom>
              <a:avLst/>
              <a:gdLst/>
              <a:ahLst/>
              <a:cxnLst/>
              <a:rect l="l" t="t" r="r" b="b"/>
              <a:pathLst>
                <a:path w="233082" h="244089" extrusionOk="0">
                  <a:moveTo>
                    <a:pt x="0" y="8416"/>
                  </a:moveTo>
                  <a:lnTo>
                    <a:pt x="0" y="241499"/>
                  </a:lnTo>
                  <a:lnTo>
                    <a:pt x="233082" y="241499"/>
                  </a:lnTo>
                  <a:lnTo>
                    <a:pt x="233082" y="8416"/>
                  </a:lnTo>
                  <a:close/>
                  <a:moveTo>
                    <a:pt x="0" y="8416"/>
                  </a:moveTo>
                  <a:cubicBezTo>
                    <a:pt x="77046" y="647"/>
                    <a:pt x="156035" y="0"/>
                    <a:pt x="233082" y="8416"/>
                  </a:cubicBezTo>
                  <a:cubicBezTo>
                    <a:pt x="220780" y="85463"/>
                    <a:pt x="230492" y="163805"/>
                    <a:pt x="233082" y="241499"/>
                  </a:cubicBezTo>
                  <a:cubicBezTo>
                    <a:pt x="155388" y="244089"/>
                    <a:pt x="77694" y="240204"/>
                    <a:pt x="0" y="241499"/>
                  </a:cubicBezTo>
                  <a:cubicBezTo>
                    <a:pt x="9711" y="164452"/>
                    <a:pt x="9064" y="85463"/>
                    <a:pt x="0" y="8416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19"/>
            <p:cNvSpPr/>
            <p:nvPr/>
          </p:nvSpPr>
          <p:spPr>
            <a:xfrm>
              <a:off x="3030070" y="4575536"/>
              <a:ext cx="233082" cy="244089"/>
            </a:xfrm>
            <a:custGeom>
              <a:avLst/>
              <a:gdLst/>
              <a:ahLst/>
              <a:cxnLst/>
              <a:rect l="l" t="t" r="r" b="b"/>
              <a:pathLst>
                <a:path w="233082" h="244089" extrusionOk="0">
                  <a:moveTo>
                    <a:pt x="0" y="8416"/>
                  </a:moveTo>
                  <a:lnTo>
                    <a:pt x="0" y="241499"/>
                  </a:lnTo>
                  <a:lnTo>
                    <a:pt x="233082" y="241499"/>
                  </a:lnTo>
                  <a:lnTo>
                    <a:pt x="233082" y="8416"/>
                  </a:lnTo>
                  <a:close/>
                  <a:moveTo>
                    <a:pt x="0" y="8416"/>
                  </a:moveTo>
                  <a:cubicBezTo>
                    <a:pt x="77046" y="647"/>
                    <a:pt x="156035" y="0"/>
                    <a:pt x="233082" y="8416"/>
                  </a:cubicBezTo>
                  <a:cubicBezTo>
                    <a:pt x="220780" y="85463"/>
                    <a:pt x="230492" y="163805"/>
                    <a:pt x="233082" y="241499"/>
                  </a:cubicBezTo>
                  <a:cubicBezTo>
                    <a:pt x="155388" y="244089"/>
                    <a:pt x="77694" y="240204"/>
                    <a:pt x="0" y="241499"/>
                  </a:cubicBezTo>
                  <a:cubicBezTo>
                    <a:pt x="9711" y="164452"/>
                    <a:pt x="9064" y="85463"/>
                    <a:pt x="0" y="8416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2" name="Google Shape;272;p19"/>
          <p:cNvGrpSpPr/>
          <p:nvPr/>
        </p:nvGrpSpPr>
        <p:grpSpPr>
          <a:xfrm>
            <a:off x="5873990" y="4787765"/>
            <a:ext cx="1191309" cy="766582"/>
            <a:chOff x="3256678" y="4543810"/>
            <a:chExt cx="1191309" cy="766582"/>
          </a:xfrm>
        </p:grpSpPr>
        <p:sp>
          <p:nvSpPr>
            <p:cNvPr id="273" name="Google Shape;273;p19"/>
            <p:cNvSpPr/>
            <p:nvPr/>
          </p:nvSpPr>
          <p:spPr>
            <a:xfrm>
              <a:off x="4189007" y="4776893"/>
              <a:ext cx="258980" cy="300417"/>
            </a:xfrm>
            <a:custGeom>
              <a:avLst/>
              <a:gdLst/>
              <a:ahLst/>
              <a:cxnLst/>
              <a:rect l="l" t="t" r="r" b="b"/>
              <a:pathLst>
                <a:path w="258980" h="300417" extrusionOk="0">
                  <a:moveTo>
                    <a:pt x="3884" y="38847"/>
                  </a:moveTo>
                  <a:lnTo>
                    <a:pt x="129490" y="69924"/>
                  </a:lnTo>
                  <a:lnTo>
                    <a:pt x="107476" y="159272"/>
                  </a:lnTo>
                  <a:lnTo>
                    <a:pt x="0" y="55033"/>
                  </a:lnTo>
                  <a:lnTo>
                    <a:pt x="3884" y="38847"/>
                  </a:lnTo>
                  <a:moveTo>
                    <a:pt x="107476" y="159272"/>
                  </a:moveTo>
                  <a:lnTo>
                    <a:pt x="258980" y="117188"/>
                  </a:lnTo>
                  <a:lnTo>
                    <a:pt x="197472" y="0"/>
                  </a:lnTo>
                  <a:lnTo>
                    <a:pt x="0" y="55033"/>
                  </a:lnTo>
                  <a:lnTo>
                    <a:pt x="107476" y="159272"/>
                  </a:lnTo>
                  <a:moveTo>
                    <a:pt x="197472" y="0"/>
                  </a:moveTo>
                  <a:lnTo>
                    <a:pt x="1294" y="163157"/>
                  </a:lnTo>
                  <a:lnTo>
                    <a:pt x="49853" y="290705"/>
                  </a:lnTo>
                  <a:lnTo>
                    <a:pt x="258980" y="117188"/>
                  </a:lnTo>
                  <a:lnTo>
                    <a:pt x="197472" y="0"/>
                  </a:lnTo>
                  <a:moveTo>
                    <a:pt x="49853" y="290705"/>
                  </a:moveTo>
                  <a:lnTo>
                    <a:pt x="1294" y="163157"/>
                  </a:lnTo>
                  <a:lnTo>
                    <a:pt x="205889" y="156683"/>
                  </a:lnTo>
                  <a:lnTo>
                    <a:pt x="240851" y="284878"/>
                  </a:lnTo>
                  <a:lnTo>
                    <a:pt x="49853" y="290705"/>
                  </a:lnTo>
                  <a:moveTo>
                    <a:pt x="205889" y="156683"/>
                  </a:moveTo>
                  <a:lnTo>
                    <a:pt x="150208" y="186465"/>
                  </a:lnTo>
                  <a:lnTo>
                    <a:pt x="212363" y="300417"/>
                  </a:lnTo>
                  <a:lnTo>
                    <a:pt x="240851" y="284878"/>
                  </a:lnTo>
                  <a:lnTo>
                    <a:pt x="205889" y="156683"/>
                  </a:lnTo>
                </a:path>
              </a:pathLst>
            </a:custGeom>
            <a:solidFill>
              <a:srgbClr val="34677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9"/>
            <p:cNvSpPr/>
            <p:nvPr/>
          </p:nvSpPr>
          <p:spPr>
            <a:xfrm>
              <a:off x="4189007" y="4543810"/>
              <a:ext cx="258980" cy="300417"/>
            </a:xfrm>
            <a:custGeom>
              <a:avLst/>
              <a:gdLst/>
              <a:ahLst/>
              <a:cxnLst/>
              <a:rect l="l" t="t" r="r" b="b"/>
              <a:pathLst>
                <a:path w="258980" h="300417" extrusionOk="0">
                  <a:moveTo>
                    <a:pt x="3884" y="38847"/>
                  </a:moveTo>
                  <a:lnTo>
                    <a:pt x="129490" y="69924"/>
                  </a:lnTo>
                  <a:lnTo>
                    <a:pt x="107476" y="159272"/>
                  </a:lnTo>
                  <a:lnTo>
                    <a:pt x="0" y="55033"/>
                  </a:lnTo>
                  <a:lnTo>
                    <a:pt x="3884" y="38847"/>
                  </a:lnTo>
                  <a:moveTo>
                    <a:pt x="107476" y="159272"/>
                  </a:moveTo>
                  <a:lnTo>
                    <a:pt x="258980" y="117188"/>
                  </a:lnTo>
                  <a:lnTo>
                    <a:pt x="197472" y="0"/>
                  </a:lnTo>
                  <a:lnTo>
                    <a:pt x="0" y="55033"/>
                  </a:lnTo>
                  <a:lnTo>
                    <a:pt x="107476" y="159272"/>
                  </a:lnTo>
                  <a:moveTo>
                    <a:pt x="197472" y="0"/>
                  </a:moveTo>
                  <a:lnTo>
                    <a:pt x="1294" y="163157"/>
                  </a:lnTo>
                  <a:lnTo>
                    <a:pt x="49853" y="290705"/>
                  </a:lnTo>
                  <a:lnTo>
                    <a:pt x="258980" y="117188"/>
                  </a:lnTo>
                  <a:lnTo>
                    <a:pt x="197472" y="0"/>
                  </a:lnTo>
                  <a:moveTo>
                    <a:pt x="49853" y="290705"/>
                  </a:moveTo>
                  <a:lnTo>
                    <a:pt x="1294" y="163157"/>
                  </a:lnTo>
                  <a:lnTo>
                    <a:pt x="205889" y="156683"/>
                  </a:lnTo>
                  <a:lnTo>
                    <a:pt x="240851" y="284878"/>
                  </a:lnTo>
                  <a:lnTo>
                    <a:pt x="49853" y="290705"/>
                  </a:lnTo>
                  <a:moveTo>
                    <a:pt x="205889" y="156683"/>
                  </a:moveTo>
                  <a:lnTo>
                    <a:pt x="150208" y="186465"/>
                  </a:lnTo>
                  <a:lnTo>
                    <a:pt x="212363" y="300417"/>
                  </a:lnTo>
                  <a:lnTo>
                    <a:pt x="240851" y="284878"/>
                  </a:lnTo>
                  <a:lnTo>
                    <a:pt x="205889" y="156683"/>
                  </a:lnTo>
                </a:path>
              </a:pathLst>
            </a:custGeom>
            <a:solidFill>
              <a:srgbClr val="34677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9"/>
            <p:cNvSpPr/>
            <p:nvPr/>
          </p:nvSpPr>
          <p:spPr>
            <a:xfrm>
              <a:off x="3955925" y="4776893"/>
              <a:ext cx="258980" cy="300417"/>
            </a:xfrm>
            <a:custGeom>
              <a:avLst/>
              <a:gdLst/>
              <a:ahLst/>
              <a:cxnLst/>
              <a:rect l="l" t="t" r="r" b="b"/>
              <a:pathLst>
                <a:path w="258980" h="300417" extrusionOk="0">
                  <a:moveTo>
                    <a:pt x="3884" y="38847"/>
                  </a:moveTo>
                  <a:lnTo>
                    <a:pt x="129490" y="69924"/>
                  </a:lnTo>
                  <a:lnTo>
                    <a:pt x="107476" y="159272"/>
                  </a:lnTo>
                  <a:lnTo>
                    <a:pt x="0" y="55033"/>
                  </a:lnTo>
                  <a:lnTo>
                    <a:pt x="3884" y="38847"/>
                  </a:lnTo>
                  <a:moveTo>
                    <a:pt x="107476" y="159272"/>
                  </a:moveTo>
                  <a:lnTo>
                    <a:pt x="258980" y="117188"/>
                  </a:lnTo>
                  <a:lnTo>
                    <a:pt x="197472" y="0"/>
                  </a:lnTo>
                  <a:lnTo>
                    <a:pt x="0" y="55033"/>
                  </a:lnTo>
                  <a:lnTo>
                    <a:pt x="107476" y="159272"/>
                  </a:lnTo>
                  <a:moveTo>
                    <a:pt x="197472" y="0"/>
                  </a:moveTo>
                  <a:lnTo>
                    <a:pt x="1294" y="163157"/>
                  </a:lnTo>
                  <a:lnTo>
                    <a:pt x="49853" y="290705"/>
                  </a:lnTo>
                  <a:lnTo>
                    <a:pt x="258980" y="117188"/>
                  </a:lnTo>
                  <a:lnTo>
                    <a:pt x="197472" y="0"/>
                  </a:lnTo>
                  <a:moveTo>
                    <a:pt x="49853" y="290705"/>
                  </a:moveTo>
                  <a:lnTo>
                    <a:pt x="1294" y="163157"/>
                  </a:lnTo>
                  <a:lnTo>
                    <a:pt x="205889" y="156683"/>
                  </a:lnTo>
                  <a:lnTo>
                    <a:pt x="240851" y="284878"/>
                  </a:lnTo>
                  <a:lnTo>
                    <a:pt x="49853" y="290705"/>
                  </a:lnTo>
                  <a:moveTo>
                    <a:pt x="205889" y="156683"/>
                  </a:moveTo>
                  <a:lnTo>
                    <a:pt x="150208" y="186465"/>
                  </a:lnTo>
                  <a:lnTo>
                    <a:pt x="212363" y="300417"/>
                  </a:lnTo>
                  <a:lnTo>
                    <a:pt x="240851" y="284878"/>
                  </a:lnTo>
                  <a:lnTo>
                    <a:pt x="205889" y="156683"/>
                  </a:lnTo>
                </a:path>
              </a:pathLst>
            </a:custGeom>
            <a:solidFill>
              <a:srgbClr val="34677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9"/>
            <p:cNvSpPr/>
            <p:nvPr/>
          </p:nvSpPr>
          <p:spPr>
            <a:xfrm>
              <a:off x="3955925" y="4543810"/>
              <a:ext cx="258980" cy="300417"/>
            </a:xfrm>
            <a:custGeom>
              <a:avLst/>
              <a:gdLst/>
              <a:ahLst/>
              <a:cxnLst/>
              <a:rect l="l" t="t" r="r" b="b"/>
              <a:pathLst>
                <a:path w="258980" h="300417" extrusionOk="0">
                  <a:moveTo>
                    <a:pt x="3884" y="38847"/>
                  </a:moveTo>
                  <a:lnTo>
                    <a:pt x="129490" y="69924"/>
                  </a:lnTo>
                  <a:lnTo>
                    <a:pt x="107476" y="159272"/>
                  </a:lnTo>
                  <a:lnTo>
                    <a:pt x="0" y="55033"/>
                  </a:lnTo>
                  <a:lnTo>
                    <a:pt x="3884" y="38847"/>
                  </a:lnTo>
                  <a:moveTo>
                    <a:pt x="107476" y="159272"/>
                  </a:moveTo>
                  <a:lnTo>
                    <a:pt x="258980" y="117188"/>
                  </a:lnTo>
                  <a:lnTo>
                    <a:pt x="197472" y="0"/>
                  </a:lnTo>
                  <a:lnTo>
                    <a:pt x="0" y="55033"/>
                  </a:lnTo>
                  <a:lnTo>
                    <a:pt x="107476" y="159272"/>
                  </a:lnTo>
                  <a:moveTo>
                    <a:pt x="197472" y="0"/>
                  </a:moveTo>
                  <a:lnTo>
                    <a:pt x="1294" y="163157"/>
                  </a:lnTo>
                  <a:lnTo>
                    <a:pt x="49853" y="290705"/>
                  </a:lnTo>
                  <a:lnTo>
                    <a:pt x="258980" y="117188"/>
                  </a:lnTo>
                  <a:lnTo>
                    <a:pt x="197472" y="0"/>
                  </a:lnTo>
                  <a:moveTo>
                    <a:pt x="49853" y="290705"/>
                  </a:moveTo>
                  <a:lnTo>
                    <a:pt x="1294" y="163157"/>
                  </a:lnTo>
                  <a:lnTo>
                    <a:pt x="205889" y="156683"/>
                  </a:lnTo>
                  <a:lnTo>
                    <a:pt x="240851" y="284878"/>
                  </a:lnTo>
                  <a:lnTo>
                    <a:pt x="49853" y="290705"/>
                  </a:lnTo>
                  <a:moveTo>
                    <a:pt x="205889" y="156683"/>
                  </a:moveTo>
                  <a:lnTo>
                    <a:pt x="150208" y="186465"/>
                  </a:lnTo>
                  <a:lnTo>
                    <a:pt x="212363" y="300417"/>
                  </a:lnTo>
                  <a:lnTo>
                    <a:pt x="240851" y="284878"/>
                  </a:lnTo>
                  <a:lnTo>
                    <a:pt x="205889" y="156683"/>
                  </a:lnTo>
                </a:path>
              </a:pathLst>
            </a:custGeom>
            <a:solidFill>
              <a:srgbClr val="34677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19"/>
            <p:cNvSpPr/>
            <p:nvPr/>
          </p:nvSpPr>
          <p:spPr>
            <a:xfrm>
              <a:off x="3256678" y="5009975"/>
              <a:ext cx="258980" cy="300417"/>
            </a:xfrm>
            <a:custGeom>
              <a:avLst/>
              <a:gdLst/>
              <a:ahLst/>
              <a:cxnLst/>
              <a:rect l="l" t="t" r="r" b="b"/>
              <a:pathLst>
                <a:path w="258980" h="300417" extrusionOk="0">
                  <a:moveTo>
                    <a:pt x="3884" y="38847"/>
                  </a:moveTo>
                  <a:lnTo>
                    <a:pt x="129490" y="69924"/>
                  </a:lnTo>
                  <a:lnTo>
                    <a:pt x="107476" y="159272"/>
                  </a:lnTo>
                  <a:lnTo>
                    <a:pt x="0" y="55033"/>
                  </a:lnTo>
                  <a:lnTo>
                    <a:pt x="3884" y="38847"/>
                  </a:lnTo>
                  <a:moveTo>
                    <a:pt x="107476" y="159272"/>
                  </a:moveTo>
                  <a:lnTo>
                    <a:pt x="258980" y="117188"/>
                  </a:lnTo>
                  <a:lnTo>
                    <a:pt x="197472" y="0"/>
                  </a:lnTo>
                  <a:lnTo>
                    <a:pt x="0" y="55033"/>
                  </a:lnTo>
                  <a:lnTo>
                    <a:pt x="107476" y="159272"/>
                  </a:lnTo>
                  <a:moveTo>
                    <a:pt x="197472" y="0"/>
                  </a:moveTo>
                  <a:lnTo>
                    <a:pt x="1294" y="163157"/>
                  </a:lnTo>
                  <a:lnTo>
                    <a:pt x="49853" y="290705"/>
                  </a:lnTo>
                  <a:lnTo>
                    <a:pt x="258980" y="117188"/>
                  </a:lnTo>
                  <a:lnTo>
                    <a:pt x="197472" y="0"/>
                  </a:lnTo>
                  <a:moveTo>
                    <a:pt x="49853" y="290705"/>
                  </a:moveTo>
                  <a:lnTo>
                    <a:pt x="1294" y="163157"/>
                  </a:lnTo>
                  <a:lnTo>
                    <a:pt x="205889" y="156683"/>
                  </a:lnTo>
                  <a:lnTo>
                    <a:pt x="240851" y="284878"/>
                  </a:lnTo>
                  <a:lnTo>
                    <a:pt x="49853" y="290705"/>
                  </a:lnTo>
                  <a:moveTo>
                    <a:pt x="205889" y="156683"/>
                  </a:moveTo>
                  <a:lnTo>
                    <a:pt x="150208" y="186465"/>
                  </a:lnTo>
                  <a:lnTo>
                    <a:pt x="212363" y="300417"/>
                  </a:lnTo>
                  <a:lnTo>
                    <a:pt x="240851" y="284878"/>
                  </a:lnTo>
                  <a:lnTo>
                    <a:pt x="205889" y="156683"/>
                  </a:lnTo>
                </a:path>
              </a:pathLst>
            </a:custGeom>
            <a:solidFill>
              <a:srgbClr val="34677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3256678" y="4776893"/>
              <a:ext cx="258980" cy="300417"/>
            </a:xfrm>
            <a:custGeom>
              <a:avLst/>
              <a:gdLst/>
              <a:ahLst/>
              <a:cxnLst/>
              <a:rect l="l" t="t" r="r" b="b"/>
              <a:pathLst>
                <a:path w="258980" h="300417" extrusionOk="0">
                  <a:moveTo>
                    <a:pt x="3884" y="38847"/>
                  </a:moveTo>
                  <a:lnTo>
                    <a:pt x="129490" y="69924"/>
                  </a:lnTo>
                  <a:lnTo>
                    <a:pt x="107476" y="159272"/>
                  </a:lnTo>
                  <a:lnTo>
                    <a:pt x="0" y="55033"/>
                  </a:lnTo>
                  <a:lnTo>
                    <a:pt x="3884" y="38847"/>
                  </a:lnTo>
                  <a:moveTo>
                    <a:pt x="107476" y="159272"/>
                  </a:moveTo>
                  <a:lnTo>
                    <a:pt x="258980" y="117188"/>
                  </a:lnTo>
                  <a:lnTo>
                    <a:pt x="197472" y="0"/>
                  </a:lnTo>
                  <a:lnTo>
                    <a:pt x="0" y="55033"/>
                  </a:lnTo>
                  <a:lnTo>
                    <a:pt x="107476" y="159272"/>
                  </a:lnTo>
                  <a:moveTo>
                    <a:pt x="197472" y="0"/>
                  </a:moveTo>
                  <a:lnTo>
                    <a:pt x="1294" y="163157"/>
                  </a:lnTo>
                  <a:lnTo>
                    <a:pt x="49853" y="290705"/>
                  </a:lnTo>
                  <a:lnTo>
                    <a:pt x="258980" y="117188"/>
                  </a:lnTo>
                  <a:lnTo>
                    <a:pt x="197472" y="0"/>
                  </a:lnTo>
                  <a:moveTo>
                    <a:pt x="49853" y="290705"/>
                  </a:moveTo>
                  <a:lnTo>
                    <a:pt x="1294" y="163157"/>
                  </a:lnTo>
                  <a:lnTo>
                    <a:pt x="205889" y="156683"/>
                  </a:lnTo>
                  <a:lnTo>
                    <a:pt x="240851" y="284878"/>
                  </a:lnTo>
                  <a:lnTo>
                    <a:pt x="49853" y="290705"/>
                  </a:lnTo>
                  <a:moveTo>
                    <a:pt x="205889" y="156683"/>
                  </a:moveTo>
                  <a:lnTo>
                    <a:pt x="150208" y="186465"/>
                  </a:lnTo>
                  <a:lnTo>
                    <a:pt x="212363" y="300417"/>
                  </a:lnTo>
                  <a:lnTo>
                    <a:pt x="240851" y="284878"/>
                  </a:lnTo>
                  <a:lnTo>
                    <a:pt x="205889" y="156683"/>
                  </a:lnTo>
                </a:path>
              </a:pathLst>
            </a:custGeom>
            <a:solidFill>
              <a:srgbClr val="34677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9" name="Google Shape;279;p19"/>
          <p:cNvGrpSpPr/>
          <p:nvPr/>
        </p:nvGrpSpPr>
        <p:grpSpPr>
          <a:xfrm>
            <a:off x="5871400" y="4824023"/>
            <a:ext cx="1187425" cy="703131"/>
            <a:chOff x="3254088" y="4580068"/>
            <a:chExt cx="1187425" cy="703131"/>
          </a:xfrm>
        </p:grpSpPr>
        <p:sp>
          <p:nvSpPr>
            <p:cNvPr id="280" name="Google Shape;280;p19"/>
            <p:cNvSpPr/>
            <p:nvPr/>
          </p:nvSpPr>
          <p:spPr>
            <a:xfrm>
              <a:off x="4186418" y="4813798"/>
              <a:ext cx="255095" cy="236319"/>
            </a:xfrm>
            <a:custGeom>
              <a:avLst/>
              <a:gdLst/>
              <a:ahLst/>
              <a:cxnLst/>
              <a:rect l="l" t="t" r="r" b="b"/>
              <a:pathLst>
                <a:path w="255095" h="236319" extrusionOk="0">
                  <a:moveTo>
                    <a:pt x="9064" y="3237"/>
                  </a:moveTo>
                  <a:lnTo>
                    <a:pt x="9064" y="236319"/>
                  </a:lnTo>
                  <a:lnTo>
                    <a:pt x="242146" y="236319"/>
                  </a:lnTo>
                  <a:lnTo>
                    <a:pt x="242146" y="3237"/>
                  </a:lnTo>
                  <a:close/>
                  <a:moveTo>
                    <a:pt x="9064" y="3237"/>
                  </a:moveTo>
                  <a:cubicBezTo>
                    <a:pt x="86758" y="3237"/>
                    <a:pt x="164452" y="0"/>
                    <a:pt x="242146" y="3237"/>
                  </a:cubicBezTo>
                  <a:cubicBezTo>
                    <a:pt x="238909" y="80931"/>
                    <a:pt x="255095" y="159920"/>
                    <a:pt x="242146" y="236319"/>
                  </a:cubicBezTo>
                  <a:cubicBezTo>
                    <a:pt x="164452" y="235672"/>
                    <a:pt x="86758" y="232434"/>
                    <a:pt x="9064" y="236319"/>
                  </a:cubicBezTo>
                  <a:cubicBezTo>
                    <a:pt x="0" y="159272"/>
                    <a:pt x="2589" y="80931"/>
                    <a:pt x="9064" y="3237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19"/>
            <p:cNvSpPr/>
            <p:nvPr/>
          </p:nvSpPr>
          <p:spPr>
            <a:xfrm>
              <a:off x="4186418" y="4580068"/>
              <a:ext cx="255095" cy="236967"/>
            </a:xfrm>
            <a:custGeom>
              <a:avLst/>
              <a:gdLst/>
              <a:ahLst/>
              <a:cxnLst/>
              <a:rect l="l" t="t" r="r" b="b"/>
              <a:pathLst>
                <a:path w="255095" h="236967" extrusionOk="0">
                  <a:moveTo>
                    <a:pt x="9064" y="3884"/>
                  </a:moveTo>
                  <a:lnTo>
                    <a:pt x="9064" y="236967"/>
                  </a:lnTo>
                  <a:lnTo>
                    <a:pt x="242146" y="236967"/>
                  </a:lnTo>
                  <a:lnTo>
                    <a:pt x="242146" y="3884"/>
                  </a:lnTo>
                  <a:close/>
                  <a:moveTo>
                    <a:pt x="9064" y="3884"/>
                  </a:moveTo>
                  <a:cubicBezTo>
                    <a:pt x="86758" y="3884"/>
                    <a:pt x="164452" y="0"/>
                    <a:pt x="242146" y="3884"/>
                  </a:cubicBezTo>
                  <a:cubicBezTo>
                    <a:pt x="238909" y="81578"/>
                    <a:pt x="255095" y="160567"/>
                    <a:pt x="242146" y="236967"/>
                  </a:cubicBezTo>
                  <a:cubicBezTo>
                    <a:pt x="164452" y="236319"/>
                    <a:pt x="86758" y="233082"/>
                    <a:pt x="9064" y="236967"/>
                  </a:cubicBezTo>
                  <a:cubicBezTo>
                    <a:pt x="0" y="159920"/>
                    <a:pt x="2589" y="81578"/>
                    <a:pt x="9064" y="3884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19"/>
            <p:cNvSpPr/>
            <p:nvPr/>
          </p:nvSpPr>
          <p:spPr>
            <a:xfrm>
              <a:off x="3953335" y="4813798"/>
              <a:ext cx="255095" cy="236319"/>
            </a:xfrm>
            <a:custGeom>
              <a:avLst/>
              <a:gdLst/>
              <a:ahLst/>
              <a:cxnLst/>
              <a:rect l="l" t="t" r="r" b="b"/>
              <a:pathLst>
                <a:path w="255095" h="236319" extrusionOk="0">
                  <a:moveTo>
                    <a:pt x="9064" y="3237"/>
                  </a:moveTo>
                  <a:lnTo>
                    <a:pt x="9064" y="236319"/>
                  </a:lnTo>
                  <a:lnTo>
                    <a:pt x="242146" y="236319"/>
                  </a:lnTo>
                  <a:lnTo>
                    <a:pt x="242146" y="3237"/>
                  </a:lnTo>
                  <a:close/>
                  <a:moveTo>
                    <a:pt x="9064" y="3237"/>
                  </a:moveTo>
                  <a:cubicBezTo>
                    <a:pt x="86758" y="3237"/>
                    <a:pt x="164452" y="0"/>
                    <a:pt x="242146" y="3237"/>
                  </a:cubicBezTo>
                  <a:cubicBezTo>
                    <a:pt x="238909" y="80931"/>
                    <a:pt x="255095" y="159920"/>
                    <a:pt x="242146" y="236319"/>
                  </a:cubicBezTo>
                  <a:cubicBezTo>
                    <a:pt x="164452" y="235672"/>
                    <a:pt x="86758" y="232434"/>
                    <a:pt x="9064" y="236319"/>
                  </a:cubicBezTo>
                  <a:cubicBezTo>
                    <a:pt x="0" y="159272"/>
                    <a:pt x="2589" y="80931"/>
                    <a:pt x="9064" y="3237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9"/>
            <p:cNvSpPr/>
            <p:nvPr/>
          </p:nvSpPr>
          <p:spPr>
            <a:xfrm>
              <a:off x="3953335" y="4580068"/>
              <a:ext cx="255095" cy="236967"/>
            </a:xfrm>
            <a:custGeom>
              <a:avLst/>
              <a:gdLst/>
              <a:ahLst/>
              <a:cxnLst/>
              <a:rect l="l" t="t" r="r" b="b"/>
              <a:pathLst>
                <a:path w="255095" h="236967" extrusionOk="0">
                  <a:moveTo>
                    <a:pt x="9064" y="3884"/>
                  </a:moveTo>
                  <a:lnTo>
                    <a:pt x="9064" y="236967"/>
                  </a:lnTo>
                  <a:lnTo>
                    <a:pt x="242146" y="236967"/>
                  </a:lnTo>
                  <a:lnTo>
                    <a:pt x="242146" y="3884"/>
                  </a:lnTo>
                  <a:close/>
                  <a:moveTo>
                    <a:pt x="9064" y="3884"/>
                  </a:moveTo>
                  <a:cubicBezTo>
                    <a:pt x="86758" y="3884"/>
                    <a:pt x="164452" y="0"/>
                    <a:pt x="242146" y="3884"/>
                  </a:cubicBezTo>
                  <a:cubicBezTo>
                    <a:pt x="238909" y="81578"/>
                    <a:pt x="255095" y="160567"/>
                    <a:pt x="242146" y="236967"/>
                  </a:cubicBezTo>
                  <a:cubicBezTo>
                    <a:pt x="164452" y="236319"/>
                    <a:pt x="86758" y="233082"/>
                    <a:pt x="9064" y="236967"/>
                  </a:cubicBezTo>
                  <a:cubicBezTo>
                    <a:pt x="0" y="159920"/>
                    <a:pt x="2589" y="81578"/>
                    <a:pt x="9064" y="3884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19"/>
            <p:cNvSpPr/>
            <p:nvPr/>
          </p:nvSpPr>
          <p:spPr>
            <a:xfrm>
              <a:off x="3254088" y="5046232"/>
              <a:ext cx="255095" cy="236967"/>
            </a:xfrm>
            <a:custGeom>
              <a:avLst/>
              <a:gdLst/>
              <a:ahLst/>
              <a:cxnLst/>
              <a:rect l="l" t="t" r="r" b="b"/>
              <a:pathLst>
                <a:path w="255095" h="236967" extrusionOk="0">
                  <a:moveTo>
                    <a:pt x="9064" y="3884"/>
                  </a:moveTo>
                  <a:lnTo>
                    <a:pt x="9064" y="236967"/>
                  </a:lnTo>
                  <a:lnTo>
                    <a:pt x="242146" y="236967"/>
                  </a:lnTo>
                  <a:lnTo>
                    <a:pt x="242146" y="3884"/>
                  </a:lnTo>
                  <a:close/>
                  <a:moveTo>
                    <a:pt x="9064" y="3884"/>
                  </a:moveTo>
                  <a:cubicBezTo>
                    <a:pt x="86758" y="3884"/>
                    <a:pt x="164452" y="0"/>
                    <a:pt x="242146" y="3884"/>
                  </a:cubicBezTo>
                  <a:cubicBezTo>
                    <a:pt x="238909" y="81578"/>
                    <a:pt x="255095" y="160567"/>
                    <a:pt x="242146" y="236967"/>
                  </a:cubicBezTo>
                  <a:cubicBezTo>
                    <a:pt x="164452" y="236319"/>
                    <a:pt x="86758" y="233082"/>
                    <a:pt x="9064" y="236967"/>
                  </a:cubicBezTo>
                  <a:cubicBezTo>
                    <a:pt x="0" y="159920"/>
                    <a:pt x="2589" y="81578"/>
                    <a:pt x="9064" y="3884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9"/>
            <p:cNvSpPr/>
            <p:nvPr/>
          </p:nvSpPr>
          <p:spPr>
            <a:xfrm>
              <a:off x="3254088" y="4813798"/>
              <a:ext cx="255095" cy="236319"/>
            </a:xfrm>
            <a:custGeom>
              <a:avLst/>
              <a:gdLst/>
              <a:ahLst/>
              <a:cxnLst/>
              <a:rect l="l" t="t" r="r" b="b"/>
              <a:pathLst>
                <a:path w="255095" h="236319" extrusionOk="0">
                  <a:moveTo>
                    <a:pt x="9064" y="3237"/>
                  </a:moveTo>
                  <a:lnTo>
                    <a:pt x="9064" y="236319"/>
                  </a:lnTo>
                  <a:lnTo>
                    <a:pt x="242146" y="236319"/>
                  </a:lnTo>
                  <a:lnTo>
                    <a:pt x="242146" y="3237"/>
                  </a:lnTo>
                  <a:close/>
                  <a:moveTo>
                    <a:pt x="9064" y="3237"/>
                  </a:moveTo>
                  <a:cubicBezTo>
                    <a:pt x="86758" y="3237"/>
                    <a:pt x="164452" y="0"/>
                    <a:pt x="242146" y="3237"/>
                  </a:cubicBezTo>
                  <a:cubicBezTo>
                    <a:pt x="238909" y="80931"/>
                    <a:pt x="255095" y="159920"/>
                    <a:pt x="242146" y="236319"/>
                  </a:cubicBezTo>
                  <a:cubicBezTo>
                    <a:pt x="164452" y="235672"/>
                    <a:pt x="86758" y="232434"/>
                    <a:pt x="9064" y="236319"/>
                  </a:cubicBezTo>
                  <a:cubicBezTo>
                    <a:pt x="0" y="159272"/>
                    <a:pt x="2589" y="80931"/>
                    <a:pt x="9064" y="3237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6" name="Google Shape;286;p19"/>
          <p:cNvGrpSpPr/>
          <p:nvPr/>
        </p:nvGrpSpPr>
        <p:grpSpPr>
          <a:xfrm>
            <a:off x="4685270" y="5049336"/>
            <a:ext cx="2129466" cy="774998"/>
            <a:chOff x="2067958" y="4805381"/>
            <a:chExt cx="2129466" cy="774998"/>
          </a:xfrm>
        </p:grpSpPr>
        <p:sp>
          <p:nvSpPr>
            <p:cNvPr id="287" name="Google Shape;287;p19"/>
            <p:cNvSpPr/>
            <p:nvPr/>
          </p:nvSpPr>
          <p:spPr>
            <a:xfrm>
              <a:off x="2301040" y="5271545"/>
              <a:ext cx="264807" cy="308834"/>
            </a:xfrm>
            <a:custGeom>
              <a:avLst/>
              <a:gdLst/>
              <a:ahLst/>
              <a:cxnLst/>
              <a:rect l="l" t="t" r="r" b="b"/>
              <a:pathLst>
                <a:path w="264807" h="308834" extrusionOk="0">
                  <a:moveTo>
                    <a:pt x="0" y="32372"/>
                  </a:moveTo>
                  <a:lnTo>
                    <a:pt x="9711" y="34314"/>
                  </a:lnTo>
                  <a:lnTo>
                    <a:pt x="132080" y="124958"/>
                  </a:lnTo>
                  <a:lnTo>
                    <a:pt x="264807" y="126252"/>
                  </a:lnTo>
                  <a:lnTo>
                    <a:pt x="209774" y="0"/>
                  </a:lnTo>
                  <a:lnTo>
                    <a:pt x="126252" y="5179"/>
                  </a:lnTo>
                  <a:lnTo>
                    <a:pt x="126252" y="2589"/>
                  </a:lnTo>
                  <a:lnTo>
                    <a:pt x="0" y="32372"/>
                  </a:lnTo>
                  <a:moveTo>
                    <a:pt x="209774" y="0"/>
                  </a:moveTo>
                  <a:lnTo>
                    <a:pt x="4532" y="194882"/>
                  </a:lnTo>
                  <a:lnTo>
                    <a:pt x="73161" y="308834"/>
                  </a:lnTo>
                  <a:lnTo>
                    <a:pt x="264807" y="126252"/>
                  </a:lnTo>
                  <a:lnTo>
                    <a:pt x="209774" y="0"/>
                  </a:lnTo>
                  <a:moveTo>
                    <a:pt x="73161" y="308834"/>
                  </a:moveTo>
                  <a:lnTo>
                    <a:pt x="4532" y="194882"/>
                  </a:lnTo>
                  <a:lnTo>
                    <a:pt x="181933" y="135964"/>
                  </a:lnTo>
                  <a:lnTo>
                    <a:pt x="249916" y="249916"/>
                  </a:lnTo>
                  <a:lnTo>
                    <a:pt x="73161" y="308834"/>
                  </a:lnTo>
                  <a:moveTo>
                    <a:pt x="181933" y="135964"/>
                  </a:moveTo>
                  <a:lnTo>
                    <a:pt x="249916" y="249916"/>
                  </a:lnTo>
                  <a:lnTo>
                    <a:pt x="229197" y="269339"/>
                  </a:lnTo>
                  <a:lnTo>
                    <a:pt x="139849" y="175459"/>
                  </a:lnTo>
                  <a:lnTo>
                    <a:pt x="181933" y="135964"/>
                  </a:lnTo>
                </a:path>
              </a:pathLst>
            </a:custGeom>
            <a:solidFill>
              <a:srgbClr val="4173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9"/>
            <p:cNvSpPr/>
            <p:nvPr/>
          </p:nvSpPr>
          <p:spPr>
            <a:xfrm>
              <a:off x="2067958" y="5038463"/>
              <a:ext cx="264807" cy="308834"/>
            </a:xfrm>
            <a:custGeom>
              <a:avLst/>
              <a:gdLst/>
              <a:ahLst/>
              <a:cxnLst/>
              <a:rect l="l" t="t" r="r" b="b"/>
              <a:pathLst>
                <a:path w="264807" h="308834" extrusionOk="0">
                  <a:moveTo>
                    <a:pt x="0" y="32372"/>
                  </a:moveTo>
                  <a:lnTo>
                    <a:pt x="9711" y="34314"/>
                  </a:lnTo>
                  <a:lnTo>
                    <a:pt x="132080" y="124958"/>
                  </a:lnTo>
                  <a:lnTo>
                    <a:pt x="264807" y="126252"/>
                  </a:lnTo>
                  <a:lnTo>
                    <a:pt x="209774" y="0"/>
                  </a:lnTo>
                  <a:lnTo>
                    <a:pt x="126252" y="5179"/>
                  </a:lnTo>
                  <a:lnTo>
                    <a:pt x="126252" y="2589"/>
                  </a:lnTo>
                  <a:lnTo>
                    <a:pt x="0" y="32372"/>
                  </a:lnTo>
                  <a:moveTo>
                    <a:pt x="209774" y="0"/>
                  </a:moveTo>
                  <a:lnTo>
                    <a:pt x="4532" y="194882"/>
                  </a:lnTo>
                  <a:lnTo>
                    <a:pt x="73161" y="308834"/>
                  </a:lnTo>
                  <a:lnTo>
                    <a:pt x="264807" y="126252"/>
                  </a:lnTo>
                  <a:lnTo>
                    <a:pt x="209774" y="0"/>
                  </a:lnTo>
                  <a:moveTo>
                    <a:pt x="73161" y="308834"/>
                  </a:moveTo>
                  <a:lnTo>
                    <a:pt x="4532" y="194882"/>
                  </a:lnTo>
                  <a:lnTo>
                    <a:pt x="181933" y="135964"/>
                  </a:lnTo>
                  <a:lnTo>
                    <a:pt x="249916" y="249916"/>
                  </a:lnTo>
                  <a:lnTo>
                    <a:pt x="73161" y="308834"/>
                  </a:lnTo>
                  <a:moveTo>
                    <a:pt x="181933" y="135964"/>
                  </a:moveTo>
                  <a:lnTo>
                    <a:pt x="249916" y="249916"/>
                  </a:lnTo>
                  <a:lnTo>
                    <a:pt x="229197" y="269339"/>
                  </a:lnTo>
                  <a:lnTo>
                    <a:pt x="139849" y="175459"/>
                  </a:lnTo>
                  <a:lnTo>
                    <a:pt x="181933" y="135964"/>
                  </a:lnTo>
                </a:path>
              </a:pathLst>
            </a:custGeom>
            <a:solidFill>
              <a:srgbClr val="4173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19"/>
            <p:cNvSpPr/>
            <p:nvPr/>
          </p:nvSpPr>
          <p:spPr>
            <a:xfrm>
              <a:off x="2067958" y="5271545"/>
              <a:ext cx="264807" cy="308834"/>
            </a:xfrm>
            <a:custGeom>
              <a:avLst/>
              <a:gdLst/>
              <a:ahLst/>
              <a:cxnLst/>
              <a:rect l="l" t="t" r="r" b="b"/>
              <a:pathLst>
                <a:path w="264807" h="308834" extrusionOk="0">
                  <a:moveTo>
                    <a:pt x="0" y="32372"/>
                  </a:moveTo>
                  <a:lnTo>
                    <a:pt x="9711" y="34314"/>
                  </a:lnTo>
                  <a:lnTo>
                    <a:pt x="132080" y="124958"/>
                  </a:lnTo>
                  <a:lnTo>
                    <a:pt x="264807" y="126252"/>
                  </a:lnTo>
                  <a:lnTo>
                    <a:pt x="209774" y="0"/>
                  </a:lnTo>
                  <a:lnTo>
                    <a:pt x="126252" y="5179"/>
                  </a:lnTo>
                  <a:lnTo>
                    <a:pt x="126252" y="2589"/>
                  </a:lnTo>
                  <a:lnTo>
                    <a:pt x="0" y="32372"/>
                  </a:lnTo>
                  <a:moveTo>
                    <a:pt x="209774" y="0"/>
                  </a:moveTo>
                  <a:lnTo>
                    <a:pt x="4532" y="194882"/>
                  </a:lnTo>
                  <a:lnTo>
                    <a:pt x="73161" y="308834"/>
                  </a:lnTo>
                  <a:lnTo>
                    <a:pt x="264807" y="126252"/>
                  </a:lnTo>
                  <a:lnTo>
                    <a:pt x="209774" y="0"/>
                  </a:lnTo>
                  <a:moveTo>
                    <a:pt x="73161" y="308834"/>
                  </a:moveTo>
                  <a:lnTo>
                    <a:pt x="4532" y="194882"/>
                  </a:lnTo>
                  <a:lnTo>
                    <a:pt x="181933" y="135964"/>
                  </a:lnTo>
                  <a:lnTo>
                    <a:pt x="249916" y="249916"/>
                  </a:lnTo>
                  <a:lnTo>
                    <a:pt x="73161" y="308834"/>
                  </a:lnTo>
                  <a:moveTo>
                    <a:pt x="181933" y="135964"/>
                  </a:moveTo>
                  <a:lnTo>
                    <a:pt x="249916" y="249916"/>
                  </a:lnTo>
                  <a:lnTo>
                    <a:pt x="229197" y="269339"/>
                  </a:lnTo>
                  <a:lnTo>
                    <a:pt x="139849" y="175459"/>
                  </a:lnTo>
                  <a:lnTo>
                    <a:pt x="181933" y="135964"/>
                  </a:lnTo>
                </a:path>
              </a:pathLst>
            </a:custGeom>
            <a:solidFill>
              <a:srgbClr val="4173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3932617" y="5038463"/>
              <a:ext cx="264807" cy="308834"/>
            </a:xfrm>
            <a:custGeom>
              <a:avLst/>
              <a:gdLst/>
              <a:ahLst/>
              <a:cxnLst/>
              <a:rect l="l" t="t" r="r" b="b"/>
              <a:pathLst>
                <a:path w="264807" h="308834" extrusionOk="0">
                  <a:moveTo>
                    <a:pt x="0" y="32372"/>
                  </a:moveTo>
                  <a:lnTo>
                    <a:pt x="9711" y="34314"/>
                  </a:lnTo>
                  <a:lnTo>
                    <a:pt x="132079" y="124958"/>
                  </a:lnTo>
                  <a:lnTo>
                    <a:pt x="264807" y="126252"/>
                  </a:lnTo>
                  <a:lnTo>
                    <a:pt x="209774" y="0"/>
                  </a:lnTo>
                  <a:lnTo>
                    <a:pt x="126252" y="5179"/>
                  </a:lnTo>
                  <a:lnTo>
                    <a:pt x="126252" y="2589"/>
                  </a:lnTo>
                  <a:lnTo>
                    <a:pt x="0" y="32372"/>
                  </a:lnTo>
                  <a:moveTo>
                    <a:pt x="209774" y="0"/>
                  </a:moveTo>
                  <a:lnTo>
                    <a:pt x="4532" y="194882"/>
                  </a:lnTo>
                  <a:lnTo>
                    <a:pt x="73161" y="308834"/>
                  </a:lnTo>
                  <a:lnTo>
                    <a:pt x="264807" y="126252"/>
                  </a:lnTo>
                  <a:lnTo>
                    <a:pt x="209774" y="0"/>
                  </a:lnTo>
                  <a:moveTo>
                    <a:pt x="73161" y="308834"/>
                  </a:moveTo>
                  <a:lnTo>
                    <a:pt x="4532" y="194882"/>
                  </a:lnTo>
                  <a:lnTo>
                    <a:pt x="181933" y="135964"/>
                  </a:lnTo>
                  <a:lnTo>
                    <a:pt x="249916" y="249916"/>
                  </a:lnTo>
                  <a:lnTo>
                    <a:pt x="73161" y="308834"/>
                  </a:lnTo>
                  <a:moveTo>
                    <a:pt x="181933" y="135964"/>
                  </a:moveTo>
                  <a:lnTo>
                    <a:pt x="249916" y="249916"/>
                  </a:lnTo>
                  <a:lnTo>
                    <a:pt x="229197" y="269339"/>
                  </a:lnTo>
                  <a:lnTo>
                    <a:pt x="139849" y="175459"/>
                  </a:lnTo>
                  <a:lnTo>
                    <a:pt x="181933" y="135964"/>
                  </a:lnTo>
                </a:path>
              </a:pathLst>
            </a:custGeom>
            <a:solidFill>
              <a:srgbClr val="4173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3699534" y="5038463"/>
              <a:ext cx="264807" cy="308834"/>
            </a:xfrm>
            <a:custGeom>
              <a:avLst/>
              <a:gdLst/>
              <a:ahLst/>
              <a:cxnLst/>
              <a:rect l="l" t="t" r="r" b="b"/>
              <a:pathLst>
                <a:path w="264807" h="308834" extrusionOk="0">
                  <a:moveTo>
                    <a:pt x="0" y="32372"/>
                  </a:moveTo>
                  <a:lnTo>
                    <a:pt x="9711" y="34314"/>
                  </a:lnTo>
                  <a:lnTo>
                    <a:pt x="132079" y="124958"/>
                  </a:lnTo>
                  <a:lnTo>
                    <a:pt x="264807" y="126252"/>
                  </a:lnTo>
                  <a:lnTo>
                    <a:pt x="209774" y="0"/>
                  </a:lnTo>
                  <a:lnTo>
                    <a:pt x="126252" y="5179"/>
                  </a:lnTo>
                  <a:lnTo>
                    <a:pt x="126252" y="2589"/>
                  </a:lnTo>
                  <a:lnTo>
                    <a:pt x="0" y="32372"/>
                  </a:lnTo>
                  <a:moveTo>
                    <a:pt x="209774" y="0"/>
                  </a:moveTo>
                  <a:lnTo>
                    <a:pt x="4532" y="194882"/>
                  </a:lnTo>
                  <a:lnTo>
                    <a:pt x="73161" y="308834"/>
                  </a:lnTo>
                  <a:lnTo>
                    <a:pt x="264807" y="126252"/>
                  </a:lnTo>
                  <a:lnTo>
                    <a:pt x="209774" y="0"/>
                  </a:lnTo>
                  <a:moveTo>
                    <a:pt x="73161" y="308834"/>
                  </a:moveTo>
                  <a:lnTo>
                    <a:pt x="4532" y="194882"/>
                  </a:lnTo>
                  <a:lnTo>
                    <a:pt x="181933" y="135964"/>
                  </a:lnTo>
                  <a:lnTo>
                    <a:pt x="249916" y="249916"/>
                  </a:lnTo>
                  <a:lnTo>
                    <a:pt x="73161" y="308834"/>
                  </a:lnTo>
                  <a:moveTo>
                    <a:pt x="181933" y="135964"/>
                  </a:moveTo>
                  <a:lnTo>
                    <a:pt x="249916" y="249916"/>
                  </a:lnTo>
                  <a:lnTo>
                    <a:pt x="229197" y="269339"/>
                  </a:lnTo>
                  <a:lnTo>
                    <a:pt x="139849" y="175459"/>
                  </a:lnTo>
                  <a:lnTo>
                    <a:pt x="181933" y="135964"/>
                  </a:lnTo>
                </a:path>
              </a:pathLst>
            </a:custGeom>
            <a:solidFill>
              <a:srgbClr val="4173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3699534" y="5271545"/>
              <a:ext cx="264807" cy="308834"/>
            </a:xfrm>
            <a:custGeom>
              <a:avLst/>
              <a:gdLst/>
              <a:ahLst/>
              <a:cxnLst/>
              <a:rect l="l" t="t" r="r" b="b"/>
              <a:pathLst>
                <a:path w="264807" h="308834" extrusionOk="0">
                  <a:moveTo>
                    <a:pt x="0" y="32372"/>
                  </a:moveTo>
                  <a:lnTo>
                    <a:pt x="9711" y="34314"/>
                  </a:lnTo>
                  <a:lnTo>
                    <a:pt x="132079" y="124958"/>
                  </a:lnTo>
                  <a:lnTo>
                    <a:pt x="264807" y="126252"/>
                  </a:lnTo>
                  <a:lnTo>
                    <a:pt x="209774" y="0"/>
                  </a:lnTo>
                  <a:lnTo>
                    <a:pt x="126252" y="5179"/>
                  </a:lnTo>
                  <a:lnTo>
                    <a:pt x="126252" y="2589"/>
                  </a:lnTo>
                  <a:lnTo>
                    <a:pt x="0" y="32372"/>
                  </a:lnTo>
                  <a:moveTo>
                    <a:pt x="209774" y="0"/>
                  </a:moveTo>
                  <a:lnTo>
                    <a:pt x="4532" y="194882"/>
                  </a:lnTo>
                  <a:lnTo>
                    <a:pt x="73161" y="308834"/>
                  </a:lnTo>
                  <a:lnTo>
                    <a:pt x="264807" y="126252"/>
                  </a:lnTo>
                  <a:lnTo>
                    <a:pt x="209774" y="0"/>
                  </a:lnTo>
                  <a:moveTo>
                    <a:pt x="73161" y="308834"/>
                  </a:moveTo>
                  <a:lnTo>
                    <a:pt x="4532" y="194882"/>
                  </a:lnTo>
                  <a:lnTo>
                    <a:pt x="181933" y="135964"/>
                  </a:lnTo>
                  <a:lnTo>
                    <a:pt x="249916" y="249916"/>
                  </a:lnTo>
                  <a:lnTo>
                    <a:pt x="73161" y="308834"/>
                  </a:lnTo>
                  <a:moveTo>
                    <a:pt x="181933" y="135964"/>
                  </a:moveTo>
                  <a:lnTo>
                    <a:pt x="249916" y="249916"/>
                  </a:lnTo>
                  <a:lnTo>
                    <a:pt x="229197" y="269339"/>
                  </a:lnTo>
                  <a:lnTo>
                    <a:pt x="139849" y="175459"/>
                  </a:lnTo>
                  <a:lnTo>
                    <a:pt x="181933" y="135964"/>
                  </a:lnTo>
                </a:path>
              </a:pathLst>
            </a:custGeom>
            <a:solidFill>
              <a:srgbClr val="4173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3699534" y="4805381"/>
              <a:ext cx="264807" cy="308834"/>
            </a:xfrm>
            <a:custGeom>
              <a:avLst/>
              <a:gdLst/>
              <a:ahLst/>
              <a:cxnLst/>
              <a:rect l="l" t="t" r="r" b="b"/>
              <a:pathLst>
                <a:path w="264807" h="308834" extrusionOk="0">
                  <a:moveTo>
                    <a:pt x="0" y="32372"/>
                  </a:moveTo>
                  <a:lnTo>
                    <a:pt x="9711" y="34314"/>
                  </a:lnTo>
                  <a:lnTo>
                    <a:pt x="132079" y="124958"/>
                  </a:lnTo>
                  <a:lnTo>
                    <a:pt x="264807" y="126252"/>
                  </a:lnTo>
                  <a:lnTo>
                    <a:pt x="209774" y="0"/>
                  </a:lnTo>
                  <a:lnTo>
                    <a:pt x="126252" y="5179"/>
                  </a:lnTo>
                  <a:lnTo>
                    <a:pt x="126252" y="2589"/>
                  </a:lnTo>
                  <a:lnTo>
                    <a:pt x="0" y="32372"/>
                  </a:lnTo>
                  <a:moveTo>
                    <a:pt x="209774" y="0"/>
                  </a:moveTo>
                  <a:lnTo>
                    <a:pt x="4532" y="194882"/>
                  </a:lnTo>
                  <a:lnTo>
                    <a:pt x="73161" y="308834"/>
                  </a:lnTo>
                  <a:lnTo>
                    <a:pt x="264807" y="126252"/>
                  </a:lnTo>
                  <a:lnTo>
                    <a:pt x="209774" y="0"/>
                  </a:lnTo>
                  <a:moveTo>
                    <a:pt x="73161" y="308834"/>
                  </a:moveTo>
                  <a:lnTo>
                    <a:pt x="4532" y="194882"/>
                  </a:lnTo>
                  <a:lnTo>
                    <a:pt x="181933" y="135964"/>
                  </a:lnTo>
                  <a:lnTo>
                    <a:pt x="249916" y="249916"/>
                  </a:lnTo>
                  <a:lnTo>
                    <a:pt x="73161" y="308834"/>
                  </a:lnTo>
                  <a:moveTo>
                    <a:pt x="181933" y="135964"/>
                  </a:moveTo>
                  <a:lnTo>
                    <a:pt x="249916" y="249916"/>
                  </a:lnTo>
                  <a:lnTo>
                    <a:pt x="229197" y="269339"/>
                  </a:lnTo>
                  <a:lnTo>
                    <a:pt x="139849" y="175459"/>
                  </a:lnTo>
                  <a:lnTo>
                    <a:pt x="181933" y="135964"/>
                  </a:lnTo>
                </a:path>
              </a:pathLst>
            </a:custGeom>
            <a:solidFill>
              <a:srgbClr val="4173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4" name="Google Shape;294;p19"/>
          <p:cNvGrpSpPr/>
          <p:nvPr/>
        </p:nvGrpSpPr>
        <p:grpSpPr>
          <a:xfrm>
            <a:off x="4715053" y="5053220"/>
            <a:ext cx="2106158" cy="719965"/>
            <a:chOff x="2097741" y="4809265"/>
            <a:chExt cx="2106158" cy="719965"/>
          </a:xfrm>
        </p:grpSpPr>
        <p:sp>
          <p:nvSpPr>
            <p:cNvPr id="295" name="Google Shape;295;p19"/>
            <p:cNvSpPr/>
            <p:nvPr/>
          </p:nvSpPr>
          <p:spPr>
            <a:xfrm>
              <a:off x="2330823" y="5275430"/>
              <a:ext cx="241499" cy="253800"/>
            </a:xfrm>
            <a:custGeom>
              <a:avLst/>
              <a:gdLst/>
              <a:ahLst/>
              <a:cxnLst/>
              <a:rect l="l" t="t" r="r" b="b"/>
              <a:pathLst>
                <a:path w="241499" h="253800" extrusionOk="0">
                  <a:moveTo>
                    <a:pt x="0" y="7769"/>
                  </a:moveTo>
                  <a:lnTo>
                    <a:pt x="0" y="240851"/>
                  </a:lnTo>
                  <a:lnTo>
                    <a:pt x="233082" y="240851"/>
                  </a:lnTo>
                  <a:lnTo>
                    <a:pt x="233082" y="7769"/>
                  </a:lnTo>
                  <a:close/>
                  <a:moveTo>
                    <a:pt x="0" y="7769"/>
                  </a:moveTo>
                  <a:cubicBezTo>
                    <a:pt x="77046" y="0"/>
                    <a:pt x="156035" y="0"/>
                    <a:pt x="233082" y="7769"/>
                  </a:cubicBezTo>
                  <a:cubicBezTo>
                    <a:pt x="236319" y="85463"/>
                    <a:pt x="241499" y="163805"/>
                    <a:pt x="233082" y="240851"/>
                  </a:cubicBezTo>
                  <a:cubicBezTo>
                    <a:pt x="156683" y="253800"/>
                    <a:pt x="76399" y="228550"/>
                    <a:pt x="0" y="240851"/>
                  </a:cubicBezTo>
                  <a:cubicBezTo>
                    <a:pt x="10359" y="163805"/>
                    <a:pt x="3237" y="85463"/>
                    <a:pt x="0" y="7769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19"/>
            <p:cNvSpPr/>
            <p:nvPr/>
          </p:nvSpPr>
          <p:spPr>
            <a:xfrm>
              <a:off x="2097741" y="5042348"/>
              <a:ext cx="241499" cy="253800"/>
            </a:xfrm>
            <a:custGeom>
              <a:avLst/>
              <a:gdLst/>
              <a:ahLst/>
              <a:cxnLst/>
              <a:rect l="l" t="t" r="r" b="b"/>
              <a:pathLst>
                <a:path w="241499" h="253800" extrusionOk="0">
                  <a:moveTo>
                    <a:pt x="0" y="7769"/>
                  </a:moveTo>
                  <a:lnTo>
                    <a:pt x="0" y="240851"/>
                  </a:lnTo>
                  <a:lnTo>
                    <a:pt x="233082" y="240851"/>
                  </a:lnTo>
                  <a:lnTo>
                    <a:pt x="233082" y="7769"/>
                  </a:lnTo>
                  <a:close/>
                  <a:moveTo>
                    <a:pt x="0" y="7769"/>
                  </a:moveTo>
                  <a:cubicBezTo>
                    <a:pt x="77046" y="0"/>
                    <a:pt x="156035" y="0"/>
                    <a:pt x="233082" y="7769"/>
                  </a:cubicBezTo>
                  <a:cubicBezTo>
                    <a:pt x="236319" y="85463"/>
                    <a:pt x="241499" y="163805"/>
                    <a:pt x="233082" y="240851"/>
                  </a:cubicBezTo>
                  <a:cubicBezTo>
                    <a:pt x="156683" y="253800"/>
                    <a:pt x="77046" y="228550"/>
                    <a:pt x="0" y="240851"/>
                  </a:cubicBezTo>
                  <a:cubicBezTo>
                    <a:pt x="10359" y="163805"/>
                    <a:pt x="3237" y="85463"/>
                    <a:pt x="0" y="7769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9"/>
            <p:cNvSpPr/>
            <p:nvPr/>
          </p:nvSpPr>
          <p:spPr>
            <a:xfrm>
              <a:off x="2097741" y="5275430"/>
              <a:ext cx="241499" cy="253800"/>
            </a:xfrm>
            <a:custGeom>
              <a:avLst/>
              <a:gdLst/>
              <a:ahLst/>
              <a:cxnLst/>
              <a:rect l="l" t="t" r="r" b="b"/>
              <a:pathLst>
                <a:path w="241499" h="253800" extrusionOk="0">
                  <a:moveTo>
                    <a:pt x="0" y="7769"/>
                  </a:moveTo>
                  <a:lnTo>
                    <a:pt x="0" y="240851"/>
                  </a:lnTo>
                  <a:lnTo>
                    <a:pt x="233082" y="240851"/>
                  </a:lnTo>
                  <a:lnTo>
                    <a:pt x="233082" y="7769"/>
                  </a:lnTo>
                  <a:close/>
                  <a:moveTo>
                    <a:pt x="0" y="7769"/>
                  </a:moveTo>
                  <a:cubicBezTo>
                    <a:pt x="77046" y="0"/>
                    <a:pt x="156035" y="0"/>
                    <a:pt x="233082" y="7769"/>
                  </a:cubicBezTo>
                  <a:cubicBezTo>
                    <a:pt x="236319" y="85463"/>
                    <a:pt x="241499" y="163805"/>
                    <a:pt x="233082" y="240851"/>
                  </a:cubicBezTo>
                  <a:cubicBezTo>
                    <a:pt x="156683" y="253800"/>
                    <a:pt x="77046" y="228550"/>
                    <a:pt x="0" y="240851"/>
                  </a:cubicBezTo>
                  <a:cubicBezTo>
                    <a:pt x="10359" y="163805"/>
                    <a:pt x="3237" y="85463"/>
                    <a:pt x="0" y="7769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9"/>
            <p:cNvSpPr/>
            <p:nvPr/>
          </p:nvSpPr>
          <p:spPr>
            <a:xfrm>
              <a:off x="3962400" y="5042348"/>
              <a:ext cx="241499" cy="253800"/>
            </a:xfrm>
            <a:custGeom>
              <a:avLst/>
              <a:gdLst/>
              <a:ahLst/>
              <a:cxnLst/>
              <a:rect l="l" t="t" r="r" b="b"/>
              <a:pathLst>
                <a:path w="241499" h="253800" extrusionOk="0">
                  <a:moveTo>
                    <a:pt x="0" y="7769"/>
                  </a:moveTo>
                  <a:lnTo>
                    <a:pt x="0" y="240851"/>
                  </a:lnTo>
                  <a:lnTo>
                    <a:pt x="233082" y="240851"/>
                  </a:lnTo>
                  <a:lnTo>
                    <a:pt x="233082" y="7769"/>
                  </a:lnTo>
                  <a:close/>
                  <a:moveTo>
                    <a:pt x="0" y="7769"/>
                  </a:moveTo>
                  <a:cubicBezTo>
                    <a:pt x="77046" y="0"/>
                    <a:pt x="156035" y="0"/>
                    <a:pt x="233082" y="7769"/>
                  </a:cubicBezTo>
                  <a:cubicBezTo>
                    <a:pt x="236319" y="85463"/>
                    <a:pt x="241499" y="163805"/>
                    <a:pt x="233082" y="240851"/>
                  </a:cubicBezTo>
                  <a:cubicBezTo>
                    <a:pt x="156683" y="253800"/>
                    <a:pt x="77046" y="228550"/>
                    <a:pt x="0" y="240851"/>
                  </a:cubicBezTo>
                  <a:cubicBezTo>
                    <a:pt x="10359" y="163805"/>
                    <a:pt x="3237" y="85463"/>
                    <a:pt x="0" y="7769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19"/>
            <p:cNvSpPr/>
            <p:nvPr/>
          </p:nvSpPr>
          <p:spPr>
            <a:xfrm>
              <a:off x="3729317" y="5042348"/>
              <a:ext cx="241499" cy="253800"/>
            </a:xfrm>
            <a:custGeom>
              <a:avLst/>
              <a:gdLst/>
              <a:ahLst/>
              <a:cxnLst/>
              <a:rect l="l" t="t" r="r" b="b"/>
              <a:pathLst>
                <a:path w="241499" h="253800" extrusionOk="0">
                  <a:moveTo>
                    <a:pt x="0" y="7769"/>
                  </a:moveTo>
                  <a:lnTo>
                    <a:pt x="0" y="240851"/>
                  </a:lnTo>
                  <a:lnTo>
                    <a:pt x="233082" y="240851"/>
                  </a:lnTo>
                  <a:lnTo>
                    <a:pt x="233082" y="7769"/>
                  </a:lnTo>
                  <a:close/>
                  <a:moveTo>
                    <a:pt x="0" y="7769"/>
                  </a:moveTo>
                  <a:cubicBezTo>
                    <a:pt x="77046" y="0"/>
                    <a:pt x="156035" y="0"/>
                    <a:pt x="233082" y="7769"/>
                  </a:cubicBezTo>
                  <a:cubicBezTo>
                    <a:pt x="236319" y="85463"/>
                    <a:pt x="241499" y="163805"/>
                    <a:pt x="233082" y="240851"/>
                  </a:cubicBezTo>
                  <a:cubicBezTo>
                    <a:pt x="156683" y="253800"/>
                    <a:pt x="77046" y="228550"/>
                    <a:pt x="0" y="240851"/>
                  </a:cubicBezTo>
                  <a:cubicBezTo>
                    <a:pt x="10359" y="163805"/>
                    <a:pt x="3237" y="85463"/>
                    <a:pt x="0" y="7769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19"/>
            <p:cNvSpPr/>
            <p:nvPr/>
          </p:nvSpPr>
          <p:spPr>
            <a:xfrm>
              <a:off x="3729317" y="5275430"/>
              <a:ext cx="241499" cy="253800"/>
            </a:xfrm>
            <a:custGeom>
              <a:avLst/>
              <a:gdLst/>
              <a:ahLst/>
              <a:cxnLst/>
              <a:rect l="l" t="t" r="r" b="b"/>
              <a:pathLst>
                <a:path w="241499" h="253800" extrusionOk="0">
                  <a:moveTo>
                    <a:pt x="0" y="7769"/>
                  </a:moveTo>
                  <a:lnTo>
                    <a:pt x="0" y="240851"/>
                  </a:lnTo>
                  <a:lnTo>
                    <a:pt x="233082" y="240851"/>
                  </a:lnTo>
                  <a:lnTo>
                    <a:pt x="233082" y="7769"/>
                  </a:lnTo>
                  <a:close/>
                  <a:moveTo>
                    <a:pt x="0" y="7769"/>
                  </a:moveTo>
                  <a:cubicBezTo>
                    <a:pt x="77046" y="0"/>
                    <a:pt x="156035" y="0"/>
                    <a:pt x="233082" y="7769"/>
                  </a:cubicBezTo>
                  <a:cubicBezTo>
                    <a:pt x="236319" y="85463"/>
                    <a:pt x="241499" y="163805"/>
                    <a:pt x="233082" y="240851"/>
                  </a:cubicBezTo>
                  <a:cubicBezTo>
                    <a:pt x="156683" y="253800"/>
                    <a:pt x="77046" y="228550"/>
                    <a:pt x="0" y="240851"/>
                  </a:cubicBezTo>
                  <a:cubicBezTo>
                    <a:pt x="10359" y="163805"/>
                    <a:pt x="3237" y="85463"/>
                    <a:pt x="0" y="7769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9"/>
            <p:cNvSpPr/>
            <p:nvPr/>
          </p:nvSpPr>
          <p:spPr>
            <a:xfrm>
              <a:off x="3729317" y="4809265"/>
              <a:ext cx="241499" cy="253800"/>
            </a:xfrm>
            <a:custGeom>
              <a:avLst/>
              <a:gdLst/>
              <a:ahLst/>
              <a:cxnLst/>
              <a:rect l="l" t="t" r="r" b="b"/>
              <a:pathLst>
                <a:path w="241499" h="253800" extrusionOk="0">
                  <a:moveTo>
                    <a:pt x="0" y="7769"/>
                  </a:moveTo>
                  <a:lnTo>
                    <a:pt x="0" y="240851"/>
                  </a:lnTo>
                  <a:lnTo>
                    <a:pt x="233082" y="240851"/>
                  </a:lnTo>
                  <a:lnTo>
                    <a:pt x="233082" y="7769"/>
                  </a:lnTo>
                  <a:close/>
                  <a:moveTo>
                    <a:pt x="0" y="7769"/>
                  </a:moveTo>
                  <a:cubicBezTo>
                    <a:pt x="77046" y="0"/>
                    <a:pt x="156035" y="0"/>
                    <a:pt x="233082" y="7769"/>
                  </a:cubicBezTo>
                  <a:cubicBezTo>
                    <a:pt x="236319" y="85463"/>
                    <a:pt x="241499" y="163805"/>
                    <a:pt x="233082" y="240851"/>
                  </a:cubicBezTo>
                  <a:cubicBezTo>
                    <a:pt x="156683" y="253800"/>
                    <a:pt x="77046" y="228550"/>
                    <a:pt x="0" y="240851"/>
                  </a:cubicBezTo>
                  <a:cubicBezTo>
                    <a:pt x="10359" y="163805"/>
                    <a:pt x="3237" y="85463"/>
                    <a:pt x="0" y="7769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2" name="Google Shape;302;p19"/>
          <p:cNvGrpSpPr/>
          <p:nvPr/>
        </p:nvGrpSpPr>
        <p:grpSpPr>
          <a:xfrm>
            <a:off x="5397466" y="5490250"/>
            <a:ext cx="977650" cy="323725"/>
            <a:chOff x="2780154" y="5246295"/>
            <a:chExt cx="977650" cy="323725"/>
          </a:xfrm>
        </p:grpSpPr>
        <p:sp>
          <p:nvSpPr>
            <p:cNvPr id="303" name="Google Shape;303;p19"/>
            <p:cNvSpPr/>
            <p:nvPr/>
          </p:nvSpPr>
          <p:spPr>
            <a:xfrm>
              <a:off x="3479401" y="5246295"/>
              <a:ext cx="278403" cy="323725"/>
            </a:xfrm>
            <a:custGeom>
              <a:avLst/>
              <a:gdLst/>
              <a:ahLst/>
              <a:cxnLst/>
              <a:rect l="l" t="t" r="r" b="b"/>
              <a:pathLst>
                <a:path w="278403" h="323725" extrusionOk="0">
                  <a:moveTo>
                    <a:pt x="40789" y="3237"/>
                  </a:moveTo>
                  <a:lnTo>
                    <a:pt x="156683" y="61507"/>
                  </a:lnTo>
                  <a:lnTo>
                    <a:pt x="104887" y="163157"/>
                  </a:lnTo>
                  <a:lnTo>
                    <a:pt x="12301" y="59565"/>
                  </a:lnTo>
                  <a:lnTo>
                    <a:pt x="40789" y="3237"/>
                  </a:lnTo>
                  <a:moveTo>
                    <a:pt x="104887" y="163157"/>
                  </a:moveTo>
                  <a:lnTo>
                    <a:pt x="12301" y="59565"/>
                  </a:lnTo>
                  <a:lnTo>
                    <a:pt x="171574" y="0"/>
                  </a:lnTo>
                  <a:lnTo>
                    <a:pt x="251210" y="108771"/>
                  </a:lnTo>
                  <a:lnTo>
                    <a:pt x="104887" y="163157"/>
                  </a:lnTo>
                  <a:moveTo>
                    <a:pt x="171574" y="0"/>
                  </a:moveTo>
                  <a:lnTo>
                    <a:pt x="0" y="220133"/>
                  </a:lnTo>
                  <a:lnTo>
                    <a:pt x="83521" y="323725"/>
                  </a:lnTo>
                  <a:lnTo>
                    <a:pt x="251210" y="108771"/>
                  </a:lnTo>
                  <a:lnTo>
                    <a:pt x="171574" y="0"/>
                  </a:lnTo>
                  <a:moveTo>
                    <a:pt x="83521" y="323725"/>
                  </a:moveTo>
                  <a:lnTo>
                    <a:pt x="278403" y="231140"/>
                  </a:lnTo>
                  <a:lnTo>
                    <a:pt x="174811" y="136612"/>
                  </a:lnTo>
                  <a:lnTo>
                    <a:pt x="0" y="220133"/>
                  </a:lnTo>
                  <a:lnTo>
                    <a:pt x="83521" y="323725"/>
                  </a:lnTo>
                  <a:moveTo>
                    <a:pt x="174811" y="136612"/>
                  </a:moveTo>
                  <a:lnTo>
                    <a:pt x="278403" y="231140"/>
                  </a:lnTo>
                  <a:lnTo>
                    <a:pt x="262865" y="272576"/>
                  </a:lnTo>
                  <a:lnTo>
                    <a:pt x="141144" y="227902"/>
                  </a:lnTo>
                  <a:lnTo>
                    <a:pt x="174811" y="136612"/>
                  </a:lnTo>
                </a:path>
              </a:pathLst>
            </a:custGeom>
            <a:solidFill>
              <a:srgbClr val="776F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9"/>
            <p:cNvSpPr/>
            <p:nvPr/>
          </p:nvSpPr>
          <p:spPr>
            <a:xfrm>
              <a:off x="3246319" y="5246295"/>
              <a:ext cx="278403" cy="323725"/>
            </a:xfrm>
            <a:custGeom>
              <a:avLst/>
              <a:gdLst/>
              <a:ahLst/>
              <a:cxnLst/>
              <a:rect l="l" t="t" r="r" b="b"/>
              <a:pathLst>
                <a:path w="278403" h="323725" extrusionOk="0">
                  <a:moveTo>
                    <a:pt x="40789" y="3237"/>
                  </a:moveTo>
                  <a:lnTo>
                    <a:pt x="156683" y="61507"/>
                  </a:lnTo>
                  <a:lnTo>
                    <a:pt x="104887" y="163157"/>
                  </a:lnTo>
                  <a:lnTo>
                    <a:pt x="12301" y="59565"/>
                  </a:lnTo>
                  <a:lnTo>
                    <a:pt x="40789" y="3237"/>
                  </a:lnTo>
                  <a:moveTo>
                    <a:pt x="104887" y="163157"/>
                  </a:moveTo>
                  <a:lnTo>
                    <a:pt x="12301" y="59565"/>
                  </a:lnTo>
                  <a:lnTo>
                    <a:pt x="171574" y="0"/>
                  </a:lnTo>
                  <a:lnTo>
                    <a:pt x="251210" y="108771"/>
                  </a:lnTo>
                  <a:lnTo>
                    <a:pt x="104887" y="163157"/>
                  </a:lnTo>
                  <a:moveTo>
                    <a:pt x="171574" y="0"/>
                  </a:moveTo>
                  <a:lnTo>
                    <a:pt x="0" y="220133"/>
                  </a:lnTo>
                  <a:lnTo>
                    <a:pt x="83521" y="323725"/>
                  </a:lnTo>
                  <a:lnTo>
                    <a:pt x="251210" y="108771"/>
                  </a:lnTo>
                  <a:lnTo>
                    <a:pt x="171574" y="0"/>
                  </a:lnTo>
                  <a:moveTo>
                    <a:pt x="83521" y="323725"/>
                  </a:moveTo>
                  <a:lnTo>
                    <a:pt x="278403" y="231140"/>
                  </a:lnTo>
                  <a:lnTo>
                    <a:pt x="174811" y="136612"/>
                  </a:lnTo>
                  <a:lnTo>
                    <a:pt x="0" y="220133"/>
                  </a:lnTo>
                  <a:lnTo>
                    <a:pt x="83521" y="323725"/>
                  </a:lnTo>
                  <a:moveTo>
                    <a:pt x="174811" y="136612"/>
                  </a:moveTo>
                  <a:lnTo>
                    <a:pt x="278403" y="231140"/>
                  </a:lnTo>
                  <a:lnTo>
                    <a:pt x="262865" y="272576"/>
                  </a:lnTo>
                  <a:lnTo>
                    <a:pt x="141144" y="227902"/>
                  </a:lnTo>
                  <a:lnTo>
                    <a:pt x="174811" y="136612"/>
                  </a:lnTo>
                </a:path>
              </a:pathLst>
            </a:custGeom>
            <a:solidFill>
              <a:srgbClr val="776F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9"/>
            <p:cNvSpPr/>
            <p:nvPr/>
          </p:nvSpPr>
          <p:spPr>
            <a:xfrm>
              <a:off x="3013236" y="5246295"/>
              <a:ext cx="278403" cy="323725"/>
            </a:xfrm>
            <a:custGeom>
              <a:avLst/>
              <a:gdLst/>
              <a:ahLst/>
              <a:cxnLst/>
              <a:rect l="l" t="t" r="r" b="b"/>
              <a:pathLst>
                <a:path w="278403" h="323725" extrusionOk="0">
                  <a:moveTo>
                    <a:pt x="40789" y="3237"/>
                  </a:moveTo>
                  <a:lnTo>
                    <a:pt x="156683" y="61507"/>
                  </a:lnTo>
                  <a:lnTo>
                    <a:pt x="104887" y="163157"/>
                  </a:lnTo>
                  <a:lnTo>
                    <a:pt x="12301" y="59565"/>
                  </a:lnTo>
                  <a:lnTo>
                    <a:pt x="40789" y="3237"/>
                  </a:lnTo>
                  <a:moveTo>
                    <a:pt x="104887" y="163157"/>
                  </a:moveTo>
                  <a:lnTo>
                    <a:pt x="12301" y="59565"/>
                  </a:lnTo>
                  <a:lnTo>
                    <a:pt x="171574" y="0"/>
                  </a:lnTo>
                  <a:lnTo>
                    <a:pt x="251210" y="108771"/>
                  </a:lnTo>
                  <a:lnTo>
                    <a:pt x="104887" y="163157"/>
                  </a:lnTo>
                  <a:moveTo>
                    <a:pt x="171574" y="0"/>
                  </a:moveTo>
                  <a:lnTo>
                    <a:pt x="0" y="220133"/>
                  </a:lnTo>
                  <a:lnTo>
                    <a:pt x="83521" y="323725"/>
                  </a:lnTo>
                  <a:lnTo>
                    <a:pt x="251210" y="108771"/>
                  </a:lnTo>
                  <a:lnTo>
                    <a:pt x="171574" y="0"/>
                  </a:lnTo>
                  <a:moveTo>
                    <a:pt x="83521" y="323725"/>
                  </a:moveTo>
                  <a:lnTo>
                    <a:pt x="278403" y="231140"/>
                  </a:lnTo>
                  <a:lnTo>
                    <a:pt x="174811" y="136612"/>
                  </a:lnTo>
                  <a:lnTo>
                    <a:pt x="0" y="220133"/>
                  </a:lnTo>
                  <a:lnTo>
                    <a:pt x="83521" y="323725"/>
                  </a:lnTo>
                  <a:moveTo>
                    <a:pt x="174811" y="136612"/>
                  </a:moveTo>
                  <a:lnTo>
                    <a:pt x="278403" y="231140"/>
                  </a:lnTo>
                  <a:lnTo>
                    <a:pt x="262865" y="272576"/>
                  </a:lnTo>
                  <a:lnTo>
                    <a:pt x="141144" y="227902"/>
                  </a:lnTo>
                  <a:lnTo>
                    <a:pt x="174811" y="136612"/>
                  </a:lnTo>
                </a:path>
              </a:pathLst>
            </a:custGeom>
            <a:solidFill>
              <a:srgbClr val="776F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9"/>
            <p:cNvSpPr/>
            <p:nvPr/>
          </p:nvSpPr>
          <p:spPr>
            <a:xfrm>
              <a:off x="2780154" y="5246295"/>
              <a:ext cx="278403" cy="323725"/>
            </a:xfrm>
            <a:custGeom>
              <a:avLst/>
              <a:gdLst/>
              <a:ahLst/>
              <a:cxnLst/>
              <a:rect l="l" t="t" r="r" b="b"/>
              <a:pathLst>
                <a:path w="278403" h="323725" extrusionOk="0">
                  <a:moveTo>
                    <a:pt x="40789" y="3237"/>
                  </a:moveTo>
                  <a:lnTo>
                    <a:pt x="156683" y="61507"/>
                  </a:lnTo>
                  <a:lnTo>
                    <a:pt x="104887" y="163157"/>
                  </a:lnTo>
                  <a:lnTo>
                    <a:pt x="12301" y="59565"/>
                  </a:lnTo>
                  <a:lnTo>
                    <a:pt x="40789" y="3237"/>
                  </a:lnTo>
                  <a:moveTo>
                    <a:pt x="104887" y="163157"/>
                  </a:moveTo>
                  <a:lnTo>
                    <a:pt x="12301" y="59565"/>
                  </a:lnTo>
                  <a:lnTo>
                    <a:pt x="171574" y="0"/>
                  </a:lnTo>
                  <a:lnTo>
                    <a:pt x="251210" y="108771"/>
                  </a:lnTo>
                  <a:lnTo>
                    <a:pt x="104887" y="163157"/>
                  </a:lnTo>
                  <a:moveTo>
                    <a:pt x="171574" y="0"/>
                  </a:moveTo>
                  <a:lnTo>
                    <a:pt x="0" y="220133"/>
                  </a:lnTo>
                  <a:lnTo>
                    <a:pt x="83521" y="323725"/>
                  </a:lnTo>
                  <a:lnTo>
                    <a:pt x="251210" y="108771"/>
                  </a:lnTo>
                  <a:lnTo>
                    <a:pt x="171574" y="0"/>
                  </a:lnTo>
                  <a:moveTo>
                    <a:pt x="83521" y="323725"/>
                  </a:moveTo>
                  <a:lnTo>
                    <a:pt x="278403" y="231140"/>
                  </a:lnTo>
                  <a:lnTo>
                    <a:pt x="174811" y="136612"/>
                  </a:lnTo>
                  <a:lnTo>
                    <a:pt x="0" y="220133"/>
                  </a:lnTo>
                  <a:lnTo>
                    <a:pt x="83521" y="323725"/>
                  </a:lnTo>
                  <a:moveTo>
                    <a:pt x="174811" y="136612"/>
                  </a:moveTo>
                  <a:lnTo>
                    <a:pt x="278403" y="231140"/>
                  </a:lnTo>
                  <a:lnTo>
                    <a:pt x="262865" y="272576"/>
                  </a:lnTo>
                  <a:lnTo>
                    <a:pt x="141144" y="227902"/>
                  </a:lnTo>
                  <a:lnTo>
                    <a:pt x="174811" y="136612"/>
                  </a:lnTo>
                </a:path>
              </a:pathLst>
            </a:custGeom>
            <a:solidFill>
              <a:srgbClr val="776F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7" name="Google Shape;307;p19"/>
          <p:cNvGrpSpPr/>
          <p:nvPr/>
        </p:nvGrpSpPr>
        <p:grpSpPr>
          <a:xfrm>
            <a:off x="5413005" y="5523917"/>
            <a:ext cx="942688" cy="238261"/>
            <a:chOff x="2795693" y="5279962"/>
            <a:chExt cx="942688" cy="238261"/>
          </a:xfrm>
        </p:grpSpPr>
        <p:sp>
          <p:nvSpPr>
            <p:cNvPr id="308" name="Google Shape;308;p19"/>
            <p:cNvSpPr/>
            <p:nvPr/>
          </p:nvSpPr>
          <p:spPr>
            <a:xfrm>
              <a:off x="3494940" y="5279962"/>
              <a:ext cx="243441" cy="238261"/>
            </a:xfrm>
            <a:custGeom>
              <a:avLst/>
              <a:gdLst/>
              <a:ahLst/>
              <a:cxnLst/>
              <a:rect l="l" t="t" r="r" b="b"/>
              <a:pathLst>
                <a:path w="243441" h="238261" extrusionOk="0">
                  <a:moveTo>
                    <a:pt x="1294" y="3237"/>
                  </a:moveTo>
                  <a:lnTo>
                    <a:pt x="1294" y="236319"/>
                  </a:lnTo>
                  <a:lnTo>
                    <a:pt x="234377" y="236319"/>
                  </a:lnTo>
                  <a:lnTo>
                    <a:pt x="234377" y="3237"/>
                  </a:lnTo>
                  <a:close/>
                  <a:moveTo>
                    <a:pt x="1294" y="3237"/>
                  </a:moveTo>
                  <a:cubicBezTo>
                    <a:pt x="78341" y="10359"/>
                    <a:pt x="156683" y="0"/>
                    <a:pt x="234377" y="3237"/>
                  </a:cubicBezTo>
                  <a:cubicBezTo>
                    <a:pt x="243441" y="80283"/>
                    <a:pt x="236967" y="158625"/>
                    <a:pt x="234377" y="236319"/>
                  </a:cubicBezTo>
                  <a:cubicBezTo>
                    <a:pt x="156683" y="238261"/>
                    <a:pt x="78989" y="237614"/>
                    <a:pt x="1294" y="236319"/>
                  </a:cubicBezTo>
                  <a:cubicBezTo>
                    <a:pt x="2589" y="158625"/>
                    <a:pt x="0" y="80931"/>
                    <a:pt x="1294" y="3237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19"/>
            <p:cNvSpPr/>
            <p:nvPr/>
          </p:nvSpPr>
          <p:spPr>
            <a:xfrm>
              <a:off x="3261858" y="5279962"/>
              <a:ext cx="243441" cy="238261"/>
            </a:xfrm>
            <a:custGeom>
              <a:avLst/>
              <a:gdLst/>
              <a:ahLst/>
              <a:cxnLst/>
              <a:rect l="l" t="t" r="r" b="b"/>
              <a:pathLst>
                <a:path w="243441" h="238261" extrusionOk="0">
                  <a:moveTo>
                    <a:pt x="1294" y="3237"/>
                  </a:moveTo>
                  <a:lnTo>
                    <a:pt x="1294" y="236319"/>
                  </a:lnTo>
                  <a:lnTo>
                    <a:pt x="234377" y="236319"/>
                  </a:lnTo>
                  <a:lnTo>
                    <a:pt x="234377" y="3237"/>
                  </a:lnTo>
                  <a:close/>
                  <a:moveTo>
                    <a:pt x="1294" y="3237"/>
                  </a:moveTo>
                  <a:cubicBezTo>
                    <a:pt x="78341" y="10359"/>
                    <a:pt x="156683" y="0"/>
                    <a:pt x="234377" y="3237"/>
                  </a:cubicBezTo>
                  <a:cubicBezTo>
                    <a:pt x="243441" y="80283"/>
                    <a:pt x="236967" y="158625"/>
                    <a:pt x="234377" y="236319"/>
                  </a:cubicBezTo>
                  <a:cubicBezTo>
                    <a:pt x="156683" y="238261"/>
                    <a:pt x="78989" y="237614"/>
                    <a:pt x="1294" y="236319"/>
                  </a:cubicBezTo>
                  <a:cubicBezTo>
                    <a:pt x="2589" y="158625"/>
                    <a:pt x="0" y="80931"/>
                    <a:pt x="1294" y="3237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9"/>
            <p:cNvSpPr/>
            <p:nvPr/>
          </p:nvSpPr>
          <p:spPr>
            <a:xfrm>
              <a:off x="3028775" y="5279962"/>
              <a:ext cx="243441" cy="238261"/>
            </a:xfrm>
            <a:custGeom>
              <a:avLst/>
              <a:gdLst/>
              <a:ahLst/>
              <a:cxnLst/>
              <a:rect l="l" t="t" r="r" b="b"/>
              <a:pathLst>
                <a:path w="243441" h="238261" extrusionOk="0">
                  <a:moveTo>
                    <a:pt x="1294" y="3237"/>
                  </a:moveTo>
                  <a:lnTo>
                    <a:pt x="1294" y="236319"/>
                  </a:lnTo>
                  <a:lnTo>
                    <a:pt x="234377" y="236319"/>
                  </a:lnTo>
                  <a:lnTo>
                    <a:pt x="234377" y="3237"/>
                  </a:lnTo>
                  <a:close/>
                  <a:moveTo>
                    <a:pt x="1294" y="3237"/>
                  </a:moveTo>
                  <a:cubicBezTo>
                    <a:pt x="78989" y="10359"/>
                    <a:pt x="156683" y="0"/>
                    <a:pt x="234377" y="3237"/>
                  </a:cubicBezTo>
                  <a:cubicBezTo>
                    <a:pt x="243441" y="80283"/>
                    <a:pt x="236967" y="158625"/>
                    <a:pt x="234377" y="236319"/>
                  </a:cubicBezTo>
                  <a:cubicBezTo>
                    <a:pt x="156683" y="238261"/>
                    <a:pt x="78989" y="237614"/>
                    <a:pt x="1294" y="236319"/>
                  </a:cubicBezTo>
                  <a:cubicBezTo>
                    <a:pt x="2589" y="158625"/>
                    <a:pt x="0" y="80931"/>
                    <a:pt x="1294" y="3237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19"/>
            <p:cNvSpPr/>
            <p:nvPr/>
          </p:nvSpPr>
          <p:spPr>
            <a:xfrm>
              <a:off x="2795693" y="5279962"/>
              <a:ext cx="243441" cy="238261"/>
            </a:xfrm>
            <a:custGeom>
              <a:avLst/>
              <a:gdLst/>
              <a:ahLst/>
              <a:cxnLst/>
              <a:rect l="l" t="t" r="r" b="b"/>
              <a:pathLst>
                <a:path w="243441" h="238261" extrusionOk="0">
                  <a:moveTo>
                    <a:pt x="1294" y="3237"/>
                  </a:moveTo>
                  <a:lnTo>
                    <a:pt x="1294" y="236319"/>
                  </a:lnTo>
                  <a:lnTo>
                    <a:pt x="234377" y="236319"/>
                  </a:lnTo>
                  <a:lnTo>
                    <a:pt x="234377" y="3237"/>
                  </a:lnTo>
                  <a:close/>
                  <a:moveTo>
                    <a:pt x="1294" y="3237"/>
                  </a:moveTo>
                  <a:cubicBezTo>
                    <a:pt x="78341" y="10359"/>
                    <a:pt x="156683" y="0"/>
                    <a:pt x="234377" y="3237"/>
                  </a:cubicBezTo>
                  <a:cubicBezTo>
                    <a:pt x="243441" y="80283"/>
                    <a:pt x="236967" y="158625"/>
                    <a:pt x="234377" y="236319"/>
                  </a:cubicBezTo>
                  <a:cubicBezTo>
                    <a:pt x="156683" y="238261"/>
                    <a:pt x="78989" y="237614"/>
                    <a:pt x="1294" y="236319"/>
                  </a:cubicBezTo>
                  <a:cubicBezTo>
                    <a:pt x="2589" y="158625"/>
                    <a:pt x="0" y="80931"/>
                    <a:pt x="1294" y="3237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2" name="Google Shape;312;p19"/>
          <p:cNvGrpSpPr/>
          <p:nvPr/>
        </p:nvGrpSpPr>
        <p:grpSpPr>
          <a:xfrm>
            <a:off x="4702751" y="4776111"/>
            <a:ext cx="1889909" cy="800897"/>
            <a:chOff x="2085439" y="4532156"/>
            <a:chExt cx="1889909" cy="800897"/>
          </a:xfrm>
        </p:grpSpPr>
        <p:sp>
          <p:nvSpPr>
            <p:cNvPr id="313" name="Google Shape;313;p19"/>
            <p:cNvSpPr/>
            <p:nvPr/>
          </p:nvSpPr>
          <p:spPr>
            <a:xfrm>
              <a:off x="2085439" y="4532156"/>
              <a:ext cx="258332" cy="334732"/>
            </a:xfrm>
            <a:custGeom>
              <a:avLst/>
              <a:gdLst/>
              <a:ahLst/>
              <a:cxnLst/>
              <a:rect l="l" t="t" r="r" b="b"/>
              <a:pathLst>
                <a:path w="258332" h="334732" extrusionOk="0">
                  <a:moveTo>
                    <a:pt x="56328" y="12301"/>
                  </a:moveTo>
                  <a:lnTo>
                    <a:pt x="94527" y="135964"/>
                  </a:lnTo>
                  <a:lnTo>
                    <a:pt x="29135" y="156035"/>
                  </a:lnTo>
                  <a:lnTo>
                    <a:pt x="0" y="29782"/>
                  </a:lnTo>
                  <a:lnTo>
                    <a:pt x="56328" y="12301"/>
                  </a:lnTo>
                  <a:moveTo>
                    <a:pt x="29135" y="156035"/>
                  </a:moveTo>
                  <a:lnTo>
                    <a:pt x="256390" y="120425"/>
                  </a:lnTo>
                  <a:lnTo>
                    <a:pt x="186465" y="0"/>
                  </a:lnTo>
                  <a:lnTo>
                    <a:pt x="0" y="29782"/>
                  </a:lnTo>
                  <a:lnTo>
                    <a:pt x="29135" y="156035"/>
                  </a:lnTo>
                  <a:moveTo>
                    <a:pt x="186465" y="0"/>
                  </a:moveTo>
                  <a:lnTo>
                    <a:pt x="21365" y="207184"/>
                  </a:lnTo>
                  <a:lnTo>
                    <a:pt x="91290" y="327610"/>
                  </a:lnTo>
                  <a:lnTo>
                    <a:pt x="256390" y="120425"/>
                  </a:lnTo>
                  <a:lnTo>
                    <a:pt x="186465" y="0"/>
                  </a:lnTo>
                  <a:moveTo>
                    <a:pt x="91290" y="327610"/>
                  </a:moveTo>
                  <a:lnTo>
                    <a:pt x="258332" y="303007"/>
                  </a:lnTo>
                  <a:lnTo>
                    <a:pt x="220780" y="177401"/>
                  </a:lnTo>
                  <a:lnTo>
                    <a:pt x="21365" y="207184"/>
                  </a:lnTo>
                  <a:lnTo>
                    <a:pt x="91290" y="327610"/>
                  </a:lnTo>
                  <a:moveTo>
                    <a:pt x="220780" y="177401"/>
                  </a:moveTo>
                  <a:lnTo>
                    <a:pt x="135964" y="217543"/>
                  </a:lnTo>
                  <a:lnTo>
                    <a:pt x="191645" y="334732"/>
                  </a:lnTo>
                  <a:lnTo>
                    <a:pt x="258332" y="303007"/>
                  </a:lnTo>
                  <a:lnTo>
                    <a:pt x="220780" y="177401"/>
                  </a:lnTo>
                </a:path>
              </a:pathLst>
            </a:custGeom>
            <a:solidFill>
              <a:srgbClr val="815D3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19"/>
            <p:cNvSpPr/>
            <p:nvPr/>
          </p:nvSpPr>
          <p:spPr>
            <a:xfrm>
              <a:off x="2318521" y="4998321"/>
              <a:ext cx="258332" cy="334732"/>
            </a:xfrm>
            <a:custGeom>
              <a:avLst/>
              <a:gdLst/>
              <a:ahLst/>
              <a:cxnLst/>
              <a:rect l="l" t="t" r="r" b="b"/>
              <a:pathLst>
                <a:path w="258332" h="334732" extrusionOk="0">
                  <a:moveTo>
                    <a:pt x="56328" y="12301"/>
                  </a:moveTo>
                  <a:lnTo>
                    <a:pt x="94527" y="135964"/>
                  </a:lnTo>
                  <a:lnTo>
                    <a:pt x="29135" y="156035"/>
                  </a:lnTo>
                  <a:lnTo>
                    <a:pt x="0" y="29782"/>
                  </a:lnTo>
                  <a:lnTo>
                    <a:pt x="56328" y="12301"/>
                  </a:lnTo>
                  <a:moveTo>
                    <a:pt x="29135" y="156035"/>
                  </a:moveTo>
                  <a:lnTo>
                    <a:pt x="256390" y="120425"/>
                  </a:lnTo>
                  <a:lnTo>
                    <a:pt x="186465" y="0"/>
                  </a:lnTo>
                  <a:lnTo>
                    <a:pt x="0" y="29782"/>
                  </a:lnTo>
                  <a:lnTo>
                    <a:pt x="29135" y="156035"/>
                  </a:lnTo>
                  <a:moveTo>
                    <a:pt x="186465" y="0"/>
                  </a:moveTo>
                  <a:lnTo>
                    <a:pt x="21365" y="207184"/>
                  </a:lnTo>
                  <a:lnTo>
                    <a:pt x="91290" y="327610"/>
                  </a:lnTo>
                  <a:lnTo>
                    <a:pt x="256390" y="120425"/>
                  </a:lnTo>
                  <a:lnTo>
                    <a:pt x="186465" y="0"/>
                  </a:lnTo>
                  <a:moveTo>
                    <a:pt x="91290" y="327610"/>
                  </a:moveTo>
                  <a:lnTo>
                    <a:pt x="258332" y="303007"/>
                  </a:lnTo>
                  <a:lnTo>
                    <a:pt x="220780" y="177401"/>
                  </a:lnTo>
                  <a:lnTo>
                    <a:pt x="21365" y="207184"/>
                  </a:lnTo>
                  <a:lnTo>
                    <a:pt x="91290" y="327610"/>
                  </a:lnTo>
                  <a:moveTo>
                    <a:pt x="220780" y="177401"/>
                  </a:moveTo>
                  <a:lnTo>
                    <a:pt x="135964" y="217543"/>
                  </a:lnTo>
                  <a:lnTo>
                    <a:pt x="191645" y="334732"/>
                  </a:lnTo>
                  <a:lnTo>
                    <a:pt x="258332" y="303007"/>
                  </a:lnTo>
                  <a:lnTo>
                    <a:pt x="220780" y="177401"/>
                  </a:lnTo>
                </a:path>
              </a:pathLst>
            </a:custGeom>
            <a:solidFill>
              <a:srgbClr val="815D3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9"/>
            <p:cNvSpPr/>
            <p:nvPr/>
          </p:nvSpPr>
          <p:spPr>
            <a:xfrm>
              <a:off x="2318521" y="4765239"/>
              <a:ext cx="258332" cy="334732"/>
            </a:xfrm>
            <a:custGeom>
              <a:avLst/>
              <a:gdLst/>
              <a:ahLst/>
              <a:cxnLst/>
              <a:rect l="l" t="t" r="r" b="b"/>
              <a:pathLst>
                <a:path w="258332" h="334732" extrusionOk="0">
                  <a:moveTo>
                    <a:pt x="56328" y="12301"/>
                  </a:moveTo>
                  <a:lnTo>
                    <a:pt x="94527" y="135964"/>
                  </a:lnTo>
                  <a:lnTo>
                    <a:pt x="29135" y="156035"/>
                  </a:lnTo>
                  <a:lnTo>
                    <a:pt x="0" y="29782"/>
                  </a:lnTo>
                  <a:lnTo>
                    <a:pt x="56328" y="12301"/>
                  </a:lnTo>
                  <a:moveTo>
                    <a:pt x="29135" y="156035"/>
                  </a:moveTo>
                  <a:lnTo>
                    <a:pt x="256390" y="120425"/>
                  </a:lnTo>
                  <a:lnTo>
                    <a:pt x="186465" y="0"/>
                  </a:lnTo>
                  <a:lnTo>
                    <a:pt x="0" y="29782"/>
                  </a:lnTo>
                  <a:lnTo>
                    <a:pt x="29135" y="156035"/>
                  </a:lnTo>
                  <a:moveTo>
                    <a:pt x="186465" y="0"/>
                  </a:moveTo>
                  <a:lnTo>
                    <a:pt x="21365" y="207184"/>
                  </a:lnTo>
                  <a:lnTo>
                    <a:pt x="91290" y="327610"/>
                  </a:lnTo>
                  <a:lnTo>
                    <a:pt x="256390" y="120425"/>
                  </a:lnTo>
                  <a:lnTo>
                    <a:pt x="186465" y="0"/>
                  </a:lnTo>
                  <a:moveTo>
                    <a:pt x="91290" y="327610"/>
                  </a:moveTo>
                  <a:lnTo>
                    <a:pt x="258332" y="303007"/>
                  </a:lnTo>
                  <a:lnTo>
                    <a:pt x="220780" y="177401"/>
                  </a:lnTo>
                  <a:lnTo>
                    <a:pt x="21365" y="207184"/>
                  </a:lnTo>
                  <a:lnTo>
                    <a:pt x="91290" y="327610"/>
                  </a:lnTo>
                  <a:moveTo>
                    <a:pt x="220780" y="177401"/>
                  </a:moveTo>
                  <a:lnTo>
                    <a:pt x="135964" y="217543"/>
                  </a:lnTo>
                  <a:lnTo>
                    <a:pt x="191645" y="334732"/>
                  </a:lnTo>
                  <a:lnTo>
                    <a:pt x="258332" y="303007"/>
                  </a:lnTo>
                  <a:lnTo>
                    <a:pt x="220780" y="177401"/>
                  </a:lnTo>
                </a:path>
              </a:pathLst>
            </a:custGeom>
            <a:solidFill>
              <a:srgbClr val="815D3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19"/>
            <p:cNvSpPr/>
            <p:nvPr/>
          </p:nvSpPr>
          <p:spPr>
            <a:xfrm>
              <a:off x="2085439" y="4765239"/>
              <a:ext cx="258332" cy="334732"/>
            </a:xfrm>
            <a:custGeom>
              <a:avLst/>
              <a:gdLst/>
              <a:ahLst/>
              <a:cxnLst/>
              <a:rect l="l" t="t" r="r" b="b"/>
              <a:pathLst>
                <a:path w="258332" h="334732" extrusionOk="0">
                  <a:moveTo>
                    <a:pt x="56328" y="12301"/>
                  </a:moveTo>
                  <a:lnTo>
                    <a:pt x="94527" y="135964"/>
                  </a:lnTo>
                  <a:lnTo>
                    <a:pt x="29135" y="156035"/>
                  </a:lnTo>
                  <a:lnTo>
                    <a:pt x="0" y="29782"/>
                  </a:lnTo>
                  <a:lnTo>
                    <a:pt x="56328" y="12301"/>
                  </a:lnTo>
                  <a:moveTo>
                    <a:pt x="29135" y="156035"/>
                  </a:moveTo>
                  <a:lnTo>
                    <a:pt x="256390" y="120425"/>
                  </a:lnTo>
                  <a:lnTo>
                    <a:pt x="186465" y="0"/>
                  </a:lnTo>
                  <a:lnTo>
                    <a:pt x="0" y="29782"/>
                  </a:lnTo>
                  <a:lnTo>
                    <a:pt x="29135" y="156035"/>
                  </a:lnTo>
                  <a:moveTo>
                    <a:pt x="186465" y="0"/>
                  </a:moveTo>
                  <a:lnTo>
                    <a:pt x="21365" y="207184"/>
                  </a:lnTo>
                  <a:lnTo>
                    <a:pt x="91290" y="327610"/>
                  </a:lnTo>
                  <a:lnTo>
                    <a:pt x="256390" y="120425"/>
                  </a:lnTo>
                  <a:lnTo>
                    <a:pt x="186465" y="0"/>
                  </a:lnTo>
                  <a:moveTo>
                    <a:pt x="91290" y="327610"/>
                  </a:moveTo>
                  <a:lnTo>
                    <a:pt x="258332" y="303007"/>
                  </a:lnTo>
                  <a:lnTo>
                    <a:pt x="220780" y="177401"/>
                  </a:lnTo>
                  <a:lnTo>
                    <a:pt x="21365" y="207184"/>
                  </a:lnTo>
                  <a:lnTo>
                    <a:pt x="91290" y="327610"/>
                  </a:lnTo>
                  <a:moveTo>
                    <a:pt x="220780" y="177401"/>
                  </a:moveTo>
                  <a:lnTo>
                    <a:pt x="135964" y="217543"/>
                  </a:lnTo>
                  <a:lnTo>
                    <a:pt x="191645" y="334732"/>
                  </a:lnTo>
                  <a:lnTo>
                    <a:pt x="258332" y="303007"/>
                  </a:lnTo>
                  <a:lnTo>
                    <a:pt x="220780" y="177401"/>
                  </a:lnTo>
                </a:path>
              </a:pathLst>
            </a:custGeom>
            <a:solidFill>
              <a:srgbClr val="815D3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19"/>
            <p:cNvSpPr/>
            <p:nvPr/>
          </p:nvSpPr>
          <p:spPr>
            <a:xfrm>
              <a:off x="3717016" y="4532156"/>
              <a:ext cx="258332" cy="334732"/>
            </a:xfrm>
            <a:custGeom>
              <a:avLst/>
              <a:gdLst/>
              <a:ahLst/>
              <a:cxnLst/>
              <a:rect l="l" t="t" r="r" b="b"/>
              <a:pathLst>
                <a:path w="258332" h="334732" extrusionOk="0">
                  <a:moveTo>
                    <a:pt x="56328" y="12301"/>
                  </a:moveTo>
                  <a:lnTo>
                    <a:pt x="94527" y="135964"/>
                  </a:lnTo>
                  <a:lnTo>
                    <a:pt x="29135" y="156035"/>
                  </a:lnTo>
                  <a:lnTo>
                    <a:pt x="0" y="29782"/>
                  </a:lnTo>
                  <a:lnTo>
                    <a:pt x="56328" y="12301"/>
                  </a:lnTo>
                  <a:moveTo>
                    <a:pt x="29135" y="156035"/>
                  </a:moveTo>
                  <a:lnTo>
                    <a:pt x="256390" y="120425"/>
                  </a:lnTo>
                  <a:lnTo>
                    <a:pt x="186465" y="0"/>
                  </a:lnTo>
                  <a:lnTo>
                    <a:pt x="0" y="29782"/>
                  </a:lnTo>
                  <a:lnTo>
                    <a:pt x="29135" y="156035"/>
                  </a:lnTo>
                  <a:moveTo>
                    <a:pt x="186465" y="0"/>
                  </a:moveTo>
                  <a:lnTo>
                    <a:pt x="21365" y="207184"/>
                  </a:lnTo>
                  <a:lnTo>
                    <a:pt x="91290" y="327610"/>
                  </a:lnTo>
                  <a:lnTo>
                    <a:pt x="256390" y="120425"/>
                  </a:lnTo>
                  <a:lnTo>
                    <a:pt x="186465" y="0"/>
                  </a:lnTo>
                  <a:moveTo>
                    <a:pt x="91290" y="327610"/>
                  </a:moveTo>
                  <a:lnTo>
                    <a:pt x="258332" y="303007"/>
                  </a:lnTo>
                  <a:lnTo>
                    <a:pt x="220780" y="177401"/>
                  </a:lnTo>
                  <a:lnTo>
                    <a:pt x="21365" y="207184"/>
                  </a:lnTo>
                  <a:lnTo>
                    <a:pt x="91290" y="327610"/>
                  </a:lnTo>
                  <a:moveTo>
                    <a:pt x="220780" y="177401"/>
                  </a:moveTo>
                  <a:lnTo>
                    <a:pt x="135964" y="217543"/>
                  </a:lnTo>
                  <a:lnTo>
                    <a:pt x="191645" y="334732"/>
                  </a:lnTo>
                  <a:lnTo>
                    <a:pt x="258332" y="303007"/>
                  </a:lnTo>
                  <a:lnTo>
                    <a:pt x="220780" y="177401"/>
                  </a:lnTo>
                </a:path>
              </a:pathLst>
            </a:custGeom>
            <a:solidFill>
              <a:srgbClr val="815D3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19"/>
            <p:cNvSpPr/>
            <p:nvPr/>
          </p:nvSpPr>
          <p:spPr>
            <a:xfrm>
              <a:off x="3483933" y="4532156"/>
              <a:ext cx="258332" cy="334732"/>
            </a:xfrm>
            <a:custGeom>
              <a:avLst/>
              <a:gdLst/>
              <a:ahLst/>
              <a:cxnLst/>
              <a:rect l="l" t="t" r="r" b="b"/>
              <a:pathLst>
                <a:path w="258332" h="334732" extrusionOk="0">
                  <a:moveTo>
                    <a:pt x="56328" y="12301"/>
                  </a:moveTo>
                  <a:lnTo>
                    <a:pt x="94527" y="135964"/>
                  </a:lnTo>
                  <a:lnTo>
                    <a:pt x="29135" y="156035"/>
                  </a:lnTo>
                  <a:lnTo>
                    <a:pt x="0" y="29782"/>
                  </a:lnTo>
                  <a:lnTo>
                    <a:pt x="56328" y="12301"/>
                  </a:lnTo>
                  <a:moveTo>
                    <a:pt x="29135" y="156035"/>
                  </a:moveTo>
                  <a:lnTo>
                    <a:pt x="256390" y="120425"/>
                  </a:lnTo>
                  <a:lnTo>
                    <a:pt x="186465" y="0"/>
                  </a:lnTo>
                  <a:lnTo>
                    <a:pt x="0" y="29782"/>
                  </a:lnTo>
                  <a:lnTo>
                    <a:pt x="29135" y="156035"/>
                  </a:lnTo>
                  <a:moveTo>
                    <a:pt x="186465" y="0"/>
                  </a:moveTo>
                  <a:lnTo>
                    <a:pt x="21365" y="207184"/>
                  </a:lnTo>
                  <a:lnTo>
                    <a:pt x="91290" y="327610"/>
                  </a:lnTo>
                  <a:lnTo>
                    <a:pt x="256390" y="120425"/>
                  </a:lnTo>
                  <a:lnTo>
                    <a:pt x="186465" y="0"/>
                  </a:lnTo>
                  <a:moveTo>
                    <a:pt x="91290" y="327610"/>
                  </a:moveTo>
                  <a:lnTo>
                    <a:pt x="258332" y="303007"/>
                  </a:lnTo>
                  <a:lnTo>
                    <a:pt x="220780" y="177401"/>
                  </a:lnTo>
                  <a:lnTo>
                    <a:pt x="21365" y="207184"/>
                  </a:lnTo>
                  <a:lnTo>
                    <a:pt x="91290" y="327610"/>
                  </a:lnTo>
                  <a:moveTo>
                    <a:pt x="220780" y="177401"/>
                  </a:moveTo>
                  <a:lnTo>
                    <a:pt x="135964" y="217543"/>
                  </a:lnTo>
                  <a:lnTo>
                    <a:pt x="191645" y="334732"/>
                  </a:lnTo>
                  <a:lnTo>
                    <a:pt x="258332" y="303007"/>
                  </a:lnTo>
                  <a:lnTo>
                    <a:pt x="220780" y="177401"/>
                  </a:lnTo>
                </a:path>
              </a:pathLst>
            </a:custGeom>
            <a:solidFill>
              <a:srgbClr val="815D3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19"/>
            <p:cNvSpPr/>
            <p:nvPr/>
          </p:nvSpPr>
          <p:spPr>
            <a:xfrm>
              <a:off x="3483933" y="4998321"/>
              <a:ext cx="258332" cy="334732"/>
            </a:xfrm>
            <a:custGeom>
              <a:avLst/>
              <a:gdLst/>
              <a:ahLst/>
              <a:cxnLst/>
              <a:rect l="l" t="t" r="r" b="b"/>
              <a:pathLst>
                <a:path w="258332" h="334732" extrusionOk="0">
                  <a:moveTo>
                    <a:pt x="56328" y="12301"/>
                  </a:moveTo>
                  <a:lnTo>
                    <a:pt x="94527" y="135964"/>
                  </a:lnTo>
                  <a:lnTo>
                    <a:pt x="29135" y="156035"/>
                  </a:lnTo>
                  <a:lnTo>
                    <a:pt x="0" y="29782"/>
                  </a:lnTo>
                  <a:lnTo>
                    <a:pt x="56328" y="12301"/>
                  </a:lnTo>
                  <a:moveTo>
                    <a:pt x="29135" y="156035"/>
                  </a:moveTo>
                  <a:lnTo>
                    <a:pt x="256390" y="120425"/>
                  </a:lnTo>
                  <a:lnTo>
                    <a:pt x="186465" y="0"/>
                  </a:lnTo>
                  <a:lnTo>
                    <a:pt x="0" y="29782"/>
                  </a:lnTo>
                  <a:lnTo>
                    <a:pt x="29135" y="156035"/>
                  </a:lnTo>
                  <a:moveTo>
                    <a:pt x="186465" y="0"/>
                  </a:moveTo>
                  <a:lnTo>
                    <a:pt x="21365" y="207184"/>
                  </a:lnTo>
                  <a:lnTo>
                    <a:pt x="91290" y="327610"/>
                  </a:lnTo>
                  <a:lnTo>
                    <a:pt x="256390" y="120425"/>
                  </a:lnTo>
                  <a:lnTo>
                    <a:pt x="186465" y="0"/>
                  </a:lnTo>
                  <a:moveTo>
                    <a:pt x="91290" y="327610"/>
                  </a:moveTo>
                  <a:lnTo>
                    <a:pt x="258332" y="303007"/>
                  </a:lnTo>
                  <a:lnTo>
                    <a:pt x="220780" y="177401"/>
                  </a:lnTo>
                  <a:lnTo>
                    <a:pt x="21365" y="207184"/>
                  </a:lnTo>
                  <a:lnTo>
                    <a:pt x="91290" y="327610"/>
                  </a:lnTo>
                  <a:moveTo>
                    <a:pt x="220780" y="177401"/>
                  </a:moveTo>
                  <a:lnTo>
                    <a:pt x="135964" y="217543"/>
                  </a:lnTo>
                  <a:lnTo>
                    <a:pt x="191645" y="334732"/>
                  </a:lnTo>
                  <a:lnTo>
                    <a:pt x="258332" y="303007"/>
                  </a:lnTo>
                  <a:lnTo>
                    <a:pt x="220780" y="177401"/>
                  </a:lnTo>
                </a:path>
              </a:pathLst>
            </a:custGeom>
            <a:solidFill>
              <a:srgbClr val="815D3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19"/>
            <p:cNvSpPr/>
            <p:nvPr/>
          </p:nvSpPr>
          <p:spPr>
            <a:xfrm>
              <a:off x="3483933" y="4765239"/>
              <a:ext cx="258332" cy="334732"/>
            </a:xfrm>
            <a:custGeom>
              <a:avLst/>
              <a:gdLst/>
              <a:ahLst/>
              <a:cxnLst/>
              <a:rect l="l" t="t" r="r" b="b"/>
              <a:pathLst>
                <a:path w="258332" h="334732" extrusionOk="0">
                  <a:moveTo>
                    <a:pt x="56328" y="12301"/>
                  </a:moveTo>
                  <a:lnTo>
                    <a:pt x="94527" y="135964"/>
                  </a:lnTo>
                  <a:lnTo>
                    <a:pt x="29135" y="156035"/>
                  </a:lnTo>
                  <a:lnTo>
                    <a:pt x="0" y="29782"/>
                  </a:lnTo>
                  <a:lnTo>
                    <a:pt x="56328" y="12301"/>
                  </a:lnTo>
                  <a:moveTo>
                    <a:pt x="29135" y="156035"/>
                  </a:moveTo>
                  <a:lnTo>
                    <a:pt x="256390" y="120425"/>
                  </a:lnTo>
                  <a:lnTo>
                    <a:pt x="186465" y="0"/>
                  </a:lnTo>
                  <a:lnTo>
                    <a:pt x="0" y="29782"/>
                  </a:lnTo>
                  <a:lnTo>
                    <a:pt x="29135" y="156035"/>
                  </a:lnTo>
                  <a:moveTo>
                    <a:pt x="186465" y="0"/>
                  </a:moveTo>
                  <a:lnTo>
                    <a:pt x="21365" y="207184"/>
                  </a:lnTo>
                  <a:lnTo>
                    <a:pt x="91290" y="327610"/>
                  </a:lnTo>
                  <a:lnTo>
                    <a:pt x="256390" y="120425"/>
                  </a:lnTo>
                  <a:lnTo>
                    <a:pt x="186465" y="0"/>
                  </a:lnTo>
                  <a:moveTo>
                    <a:pt x="91290" y="327610"/>
                  </a:moveTo>
                  <a:lnTo>
                    <a:pt x="258332" y="303007"/>
                  </a:lnTo>
                  <a:lnTo>
                    <a:pt x="220780" y="177401"/>
                  </a:lnTo>
                  <a:lnTo>
                    <a:pt x="21365" y="207184"/>
                  </a:lnTo>
                  <a:lnTo>
                    <a:pt x="91290" y="327610"/>
                  </a:lnTo>
                  <a:moveTo>
                    <a:pt x="220780" y="177401"/>
                  </a:moveTo>
                  <a:lnTo>
                    <a:pt x="135964" y="217543"/>
                  </a:lnTo>
                  <a:lnTo>
                    <a:pt x="191645" y="334732"/>
                  </a:lnTo>
                  <a:lnTo>
                    <a:pt x="258332" y="303007"/>
                  </a:lnTo>
                  <a:lnTo>
                    <a:pt x="220780" y="177401"/>
                  </a:lnTo>
                </a:path>
              </a:pathLst>
            </a:custGeom>
            <a:solidFill>
              <a:srgbClr val="815D3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1" name="Google Shape;321;p19"/>
          <p:cNvGrpSpPr/>
          <p:nvPr/>
        </p:nvGrpSpPr>
        <p:grpSpPr>
          <a:xfrm>
            <a:off x="4715053" y="4826613"/>
            <a:ext cx="1864658" cy="710253"/>
            <a:chOff x="2097741" y="4582658"/>
            <a:chExt cx="1864658" cy="710253"/>
          </a:xfrm>
        </p:grpSpPr>
        <p:sp>
          <p:nvSpPr>
            <p:cNvPr id="322" name="Google Shape;322;p19"/>
            <p:cNvSpPr/>
            <p:nvPr/>
          </p:nvSpPr>
          <p:spPr>
            <a:xfrm>
              <a:off x="2097741" y="4582658"/>
              <a:ext cx="233082" cy="244089"/>
            </a:xfrm>
            <a:custGeom>
              <a:avLst/>
              <a:gdLst/>
              <a:ahLst/>
              <a:cxnLst/>
              <a:rect l="l" t="t" r="r" b="b"/>
              <a:pathLst>
                <a:path w="233082" h="244089" extrusionOk="0">
                  <a:moveTo>
                    <a:pt x="0" y="1294"/>
                  </a:moveTo>
                  <a:lnTo>
                    <a:pt x="0" y="234377"/>
                  </a:lnTo>
                  <a:lnTo>
                    <a:pt x="233082" y="234377"/>
                  </a:lnTo>
                  <a:lnTo>
                    <a:pt x="233082" y="1294"/>
                  </a:lnTo>
                  <a:close/>
                  <a:moveTo>
                    <a:pt x="0" y="1294"/>
                  </a:moveTo>
                  <a:cubicBezTo>
                    <a:pt x="77694" y="0"/>
                    <a:pt x="155388" y="6474"/>
                    <a:pt x="233082" y="1294"/>
                  </a:cubicBezTo>
                  <a:cubicBezTo>
                    <a:pt x="231787" y="78989"/>
                    <a:pt x="225312" y="157330"/>
                    <a:pt x="233082" y="234377"/>
                  </a:cubicBezTo>
                  <a:cubicBezTo>
                    <a:pt x="155388" y="228550"/>
                    <a:pt x="77046" y="244089"/>
                    <a:pt x="0" y="234377"/>
                  </a:cubicBezTo>
                  <a:cubicBezTo>
                    <a:pt x="5179" y="156683"/>
                    <a:pt x="9711" y="78341"/>
                    <a:pt x="0" y="1294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19"/>
            <p:cNvSpPr/>
            <p:nvPr/>
          </p:nvSpPr>
          <p:spPr>
            <a:xfrm>
              <a:off x="2330823" y="5048822"/>
              <a:ext cx="233082" cy="244089"/>
            </a:xfrm>
            <a:custGeom>
              <a:avLst/>
              <a:gdLst/>
              <a:ahLst/>
              <a:cxnLst/>
              <a:rect l="l" t="t" r="r" b="b"/>
              <a:pathLst>
                <a:path w="233082" h="244089" extrusionOk="0">
                  <a:moveTo>
                    <a:pt x="0" y="1294"/>
                  </a:moveTo>
                  <a:lnTo>
                    <a:pt x="0" y="234377"/>
                  </a:lnTo>
                  <a:lnTo>
                    <a:pt x="233082" y="234377"/>
                  </a:lnTo>
                  <a:lnTo>
                    <a:pt x="233082" y="1294"/>
                  </a:lnTo>
                  <a:close/>
                  <a:moveTo>
                    <a:pt x="0" y="1294"/>
                  </a:moveTo>
                  <a:cubicBezTo>
                    <a:pt x="77694" y="0"/>
                    <a:pt x="155388" y="6474"/>
                    <a:pt x="233082" y="1294"/>
                  </a:cubicBezTo>
                  <a:cubicBezTo>
                    <a:pt x="231787" y="78989"/>
                    <a:pt x="225312" y="157330"/>
                    <a:pt x="233082" y="234377"/>
                  </a:cubicBezTo>
                  <a:cubicBezTo>
                    <a:pt x="155388" y="228550"/>
                    <a:pt x="77046" y="244089"/>
                    <a:pt x="0" y="234377"/>
                  </a:cubicBezTo>
                  <a:cubicBezTo>
                    <a:pt x="5179" y="156683"/>
                    <a:pt x="9711" y="78341"/>
                    <a:pt x="0" y="1294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19"/>
            <p:cNvSpPr/>
            <p:nvPr/>
          </p:nvSpPr>
          <p:spPr>
            <a:xfrm>
              <a:off x="2330823" y="4815740"/>
              <a:ext cx="233082" cy="244089"/>
            </a:xfrm>
            <a:custGeom>
              <a:avLst/>
              <a:gdLst/>
              <a:ahLst/>
              <a:cxnLst/>
              <a:rect l="l" t="t" r="r" b="b"/>
              <a:pathLst>
                <a:path w="233082" h="244089" extrusionOk="0">
                  <a:moveTo>
                    <a:pt x="0" y="1294"/>
                  </a:moveTo>
                  <a:lnTo>
                    <a:pt x="0" y="234377"/>
                  </a:lnTo>
                  <a:lnTo>
                    <a:pt x="233082" y="234377"/>
                  </a:lnTo>
                  <a:lnTo>
                    <a:pt x="233082" y="1294"/>
                  </a:lnTo>
                  <a:close/>
                  <a:moveTo>
                    <a:pt x="0" y="1294"/>
                  </a:moveTo>
                  <a:cubicBezTo>
                    <a:pt x="77694" y="0"/>
                    <a:pt x="155388" y="6474"/>
                    <a:pt x="233082" y="1294"/>
                  </a:cubicBezTo>
                  <a:cubicBezTo>
                    <a:pt x="231787" y="78989"/>
                    <a:pt x="225312" y="157330"/>
                    <a:pt x="233082" y="234377"/>
                  </a:cubicBezTo>
                  <a:cubicBezTo>
                    <a:pt x="155388" y="228550"/>
                    <a:pt x="77046" y="244089"/>
                    <a:pt x="0" y="234377"/>
                  </a:cubicBezTo>
                  <a:cubicBezTo>
                    <a:pt x="5179" y="156683"/>
                    <a:pt x="9711" y="78341"/>
                    <a:pt x="0" y="1294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19"/>
            <p:cNvSpPr/>
            <p:nvPr/>
          </p:nvSpPr>
          <p:spPr>
            <a:xfrm>
              <a:off x="2097741" y="4815740"/>
              <a:ext cx="233082" cy="244089"/>
            </a:xfrm>
            <a:custGeom>
              <a:avLst/>
              <a:gdLst/>
              <a:ahLst/>
              <a:cxnLst/>
              <a:rect l="l" t="t" r="r" b="b"/>
              <a:pathLst>
                <a:path w="233082" h="244089" extrusionOk="0">
                  <a:moveTo>
                    <a:pt x="0" y="1294"/>
                  </a:moveTo>
                  <a:lnTo>
                    <a:pt x="0" y="234377"/>
                  </a:lnTo>
                  <a:lnTo>
                    <a:pt x="233082" y="234377"/>
                  </a:lnTo>
                  <a:lnTo>
                    <a:pt x="233082" y="1294"/>
                  </a:lnTo>
                  <a:close/>
                  <a:moveTo>
                    <a:pt x="0" y="1294"/>
                  </a:moveTo>
                  <a:cubicBezTo>
                    <a:pt x="77694" y="0"/>
                    <a:pt x="155388" y="6474"/>
                    <a:pt x="233082" y="1294"/>
                  </a:cubicBezTo>
                  <a:cubicBezTo>
                    <a:pt x="231787" y="78989"/>
                    <a:pt x="225312" y="157330"/>
                    <a:pt x="233082" y="234377"/>
                  </a:cubicBezTo>
                  <a:cubicBezTo>
                    <a:pt x="155388" y="228550"/>
                    <a:pt x="77046" y="244089"/>
                    <a:pt x="0" y="234377"/>
                  </a:cubicBezTo>
                  <a:cubicBezTo>
                    <a:pt x="5179" y="156683"/>
                    <a:pt x="9711" y="78341"/>
                    <a:pt x="0" y="1294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19"/>
            <p:cNvSpPr/>
            <p:nvPr/>
          </p:nvSpPr>
          <p:spPr>
            <a:xfrm>
              <a:off x="3729317" y="4582658"/>
              <a:ext cx="233082" cy="244089"/>
            </a:xfrm>
            <a:custGeom>
              <a:avLst/>
              <a:gdLst/>
              <a:ahLst/>
              <a:cxnLst/>
              <a:rect l="l" t="t" r="r" b="b"/>
              <a:pathLst>
                <a:path w="233082" h="244089" extrusionOk="0">
                  <a:moveTo>
                    <a:pt x="0" y="1294"/>
                  </a:moveTo>
                  <a:lnTo>
                    <a:pt x="0" y="234377"/>
                  </a:lnTo>
                  <a:lnTo>
                    <a:pt x="233082" y="234377"/>
                  </a:lnTo>
                  <a:lnTo>
                    <a:pt x="233082" y="1294"/>
                  </a:lnTo>
                  <a:close/>
                  <a:moveTo>
                    <a:pt x="0" y="1294"/>
                  </a:moveTo>
                  <a:cubicBezTo>
                    <a:pt x="77694" y="0"/>
                    <a:pt x="155388" y="6474"/>
                    <a:pt x="233082" y="1294"/>
                  </a:cubicBezTo>
                  <a:cubicBezTo>
                    <a:pt x="231787" y="78989"/>
                    <a:pt x="225312" y="157330"/>
                    <a:pt x="233082" y="234377"/>
                  </a:cubicBezTo>
                  <a:cubicBezTo>
                    <a:pt x="155388" y="228550"/>
                    <a:pt x="77046" y="244089"/>
                    <a:pt x="0" y="234377"/>
                  </a:cubicBezTo>
                  <a:cubicBezTo>
                    <a:pt x="5179" y="156683"/>
                    <a:pt x="9711" y="78341"/>
                    <a:pt x="0" y="1294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19"/>
            <p:cNvSpPr/>
            <p:nvPr/>
          </p:nvSpPr>
          <p:spPr>
            <a:xfrm>
              <a:off x="3496235" y="4582658"/>
              <a:ext cx="233082" cy="244089"/>
            </a:xfrm>
            <a:custGeom>
              <a:avLst/>
              <a:gdLst/>
              <a:ahLst/>
              <a:cxnLst/>
              <a:rect l="l" t="t" r="r" b="b"/>
              <a:pathLst>
                <a:path w="233082" h="244089" extrusionOk="0">
                  <a:moveTo>
                    <a:pt x="0" y="1294"/>
                  </a:moveTo>
                  <a:lnTo>
                    <a:pt x="0" y="234377"/>
                  </a:lnTo>
                  <a:lnTo>
                    <a:pt x="233082" y="234377"/>
                  </a:lnTo>
                  <a:lnTo>
                    <a:pt x="233082" y="1294"/>
                  </a:lnTo>
                  <a:close/>
                  <a:moveTo>
                    <a:pt x="0" y="1294"/>
                  </a:moveTo>
                  <a:cubicBezTo>
                    <a:pt x="77694" y="0"/>
                    <a:pt x="155388" y="6474"/>
                    <a:pt x="233082" y="1294"/>
                  </a:cubicBezTo>
                  <a:cubicBezTo>
                    <a:pt x="231787" y="78989"/>
                    <a:pt x="225312" y="157330"/>
                    <a:pt x="233082" y="234377"/>
                  </a:cubicBezTo>
                  <a:cubicBezTo>
                    <a:pt x="155388" y="228550"/>
                    <a:pt x="77046" y="244089"/>
                    <a:pt x="0" y="234377"/>
                  </a:cubicBezTo>
                  <a:cubicBezTo>
                    <a:pt x="5179" y="156683"/>
                    <a:pt x="9711" y="78341"/>
                    <a:pt x="0" y="1294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19"/>
            <p:cNvSpPr/>
            <p:nvPr/>
          </p:nvSpPr>
          <p:spPr>
            <a:xfrm>
              <a:off x="3496235" y="5048822"/>
              <a:ext cx="233082" cy="244089"/>
            </a:xfrm>
            <a:custGeom>
              <a:avLst/>
              <a:gdLst/>
              <a:ahLst/>
              <a:cxnLst/>
              <a:rect l="l" t="t" r="r" b="b"/>
              <a:pathLst>
                <a:path w="233082" h="244089" extrusionOk="0">
                  <a:moveTo>
                    <a:pt x="0" y="1294"/>
                  </a:moveTo>
                  <a:lnTo>
                    <a:pt x="0" y="234377"/>
                  </a:lnTo>
                  <a:lnTo>
                    <a:pt x="233082" y="234377"/>
                  </a:lnTo>
                  <a:lnTo>
                    <a:pt x="233082" y="1294"/>
                  </a:lnTo>
                  <a:close/>
                  <a:moveTo>
                    <a:pt x="0" y="1294"/>
                  </a:moveTo>
                  <a:cubicBezTo>
                    <a:pt x="77694" y="0"/>
                    <a:pt x="155388" y="6474"/>
                    <a:pt x="233082" y="1294"/>
                  </a:cubicBezTo>
                  <a:cubicBezTo>
                    <a:pt x="231787" y="78989"/>
                    <a:pt x="225312" y="157330"/>
                    <a:pt x="233082" y="234377"/>
                  </a:cubicBezTo>
                  <a:cubicBezTo>
                    <a:pt x="155388" y="228550"/>
                    <a:pt x="77046" y="244089"/>
                    <a:pt x="0" y="234377"/>
                  </a:cubicBezTo>
                  <a:cubicBezTo>
                    <a:pt x="5179" y="156683"/>
                    <a:pt x="9711" y="78341"/>
                    <a:pt x="0" y="1294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19"/>
            <p:cNvSpPr/>
            <p:nvPr/>
          </p:nvSpPr>
          <p:spPr>
            <a:xfrm>
              <a:off x="3496235" y="4815740"/>
              <a:ext cx="233082" cy="244089"/>
            </a:xfrm>
            <a:custGeom>
              <a:avLst/>
              <a:gdLst/>
              <a:ahLst/>
              <a:cxnLst/>
              <a:rect l="l" t="t" r="r" b="b"/>
              <a:pathLst>
                <a:path w="233082" h="244089" extrusionOk="0">
                  <a:moveTo>
                    <a:pt x="0" y="1294"/>
                  </a:moveTo>
                  <a:lnTo>
                    <a:pt x="0" y="234377"/>
                  </a:lnTo>
                  <a:lnTo>
                    <a:pt x="233082" y="234377"/>
                  </a:lnTo>
                  <a:lnTo>
                    <a:pt x="233082" y="1294"/>
                  </a:lnTo>
                  <a:close/>
                  <a:moveTo>
                    <a:pt x="0" y="1294"/>
                  </a:moveTo>
                  <a:cubicBezTo>
                    <a:pt x="77694" y="0"/>
                    <a:pt x="155388" y="6474"/>
                    <a:pt x="233082" y="1294"/>
                  </a:cubicBezTo>
                  <a:cubicBezTo>
                    <a:pt x="231787" y="78989"/>
                    <a:pt x="225312" y="157330"/>
                    <a:pt x="233082" y="234377"/>
                  </a:cubicBezTo>
                  <a:cubicBezTo>
                    <a:pt x="155388" y="228550"/>
                    <a:pt x="77046" y="244089"/>
                    <a:pt x="0" y="234377"/>
                  </a:cubicBezTo>
                  <a:cubicBezTo>
                    <a:pt x="5179" y="156683"/>
                    <a:pt x="9711" y="78341"/>
                    <a:pt x="0" y="1294"/>
                  </a:cubicBezTo>
                </a:path>
              </a:pathLst>
            </a:custGeom>
            <a:noFill/>
            <a:ln w="19400" cap="flat" cmpd="sng">
              <a:solidFill>
                <a:srgbClr val="F4F4F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0" name="Google Shape;330;p19"/>
          <p:cNvSpPr txBox="1"/>
          <p:nvPr/>
        </p:nvSpPr>
        <p:spPr>
          <a:xfrm>
            <a:off x="7668104" y="2804873"/>
            <a:ext cx="125299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Scope of</a:t>
            </a:r>
            <a:br>
              <a:rPr lang="en-US" sz="1200" b="1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200" b="1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uncertainty</a:t>
            </a:r>
            <a:br>
              <a:rPr lang="en-US" sz="1200" b="1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200" b="1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representation</a:t>
            </a:r>
            <a:endParaRPr dirty="0"/>
          </a:p>
        </p:txBody>
      </p:sp>
      <p:sp>
        <p:nvSpPr>
          <p:cNvPr id="331" name="Google Shape;331;p19"/>
          <p:cNvSpPr txBox="1"/>
          <p:nvPr/>
        </p:nvSpPr>
        <p:spPr>
          <a:xfrm>
            <a:off x="2931177" y="2355745"/>
            <a:ext cx="114935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Real donation</a:t>
            </a:r>
            <a:br>
              <a:rPr lang="en-US" sz="105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05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distribution shifts,</a:t>
            </a:r>
            <a:br>
              <a:rPr lang="en-US" sz="105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05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weakens prospective</a:t>
            </a:r>
            <a:br>
              <a:rPr lang="en-US" sz="105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05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guarantees</a:t>
            </a:r>
            <a:endParaRPr dirty="0"/>
          </a:p>
        </p:txBody>
      </p:sp>
      <p:sp>
        <p:nvSpPr>
          <p:cNvPr id="332" name="Google Shape;332;p19"/>
          <p:cNvSpPr txBox="1"/>
          <p:nvPr/>
        </p:nvSpPr>
        <p:spPr>
          <a:xfrm>
            <a:off x="7680378" y="3427139"/>
            <a:ext cx="116859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Focused on binary</a:t>
            </a:r>
            <a:br>
              <a:rPr lang="en-US" sz="105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05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classification &amp;</a:t>
            </a:r>
            <a:br>
              <a:rPr lang="en-US" sz="105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05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prediction set size as</a:t>
            </a:r>
            <a:br>
              <a:rPr lang="en-US" sz="105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05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uncertainty summary</a:t>
            </a:r>
            <a:endParaRPr dirty="0"/>
          </a:p>
        </p:txBody>
      </p:sp>
      <p:sp>
        <p:nvSpPr>
          <p:cNvPr id="333" name="Google Shape;333;p19"/>
          <p:cNvSpPr txBox="1"/>
          <p:nvPr/>
        </p:nvSpPr>
        <p:spPr>
          <a:xfrm>
            <a:off x="2602051" y="3808759"/>
            <a:ext cx="147847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Data Provenance</a:t>
            </a:r>
            <a:br>
              <a:rPr lang="en-US" sz="1200" b="1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200" b="1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Uncertainty</a:t>
            </a:r>
            <a:endParaRPr dirty="0"/>
          </a:p>
        </p:txBody>
      </p:sp>
      <p:sp>
        <p:nvSpPr>
          <p:cNvPr id="334" name="Google Shape;334;p19"/>
          <p:cNvSpPr txBox="1"/>
          <p:nvPr/>
        </p:nvSpPr>
        <p:spPr>
          <a:xfrm>
            <a:off x="2769321" y="4238815"/>
            <a:ext cx="1311256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Limited documentation,</a:t>
            </a:r>
            <a:br>
              <a:rPr lang="en-US" sz="105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05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potential selection bias</a:t>
            </a:r>
            <a:endParaRPr dirty="0"/>
          </a:p>
        </p:txBody>
      </p:sp>
      <p:sp>
        <p:nvSpPr>
          <p:cNvPr id="335" name="Google Shape;335;p19"/>
          <p:cNvSpPr txBox="1"/>
          <p:nvPr/>
        </p:nvSpPr>
        <p:spPr>
          <a:xfrm>
            <a:off x="2651147" y="1907278"/>
            <a:ext cx="14294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Exchangeability</a:t>
            </a:r>
            <a:br>
              <a:rPr lang="en-US" sz="1200" b="1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200" b="1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Assumption</a:t>
            </a:r>
            <a:endParaRPr dirty="0"/>
          </a:p>
        </p:txBody>
      </p:sp>
      <p:sp>
        <p:nvSpPr>
          <p:cNvPr id="336" name="Google Shape;336;p19"/>
          <p:cNvSpPr txBox="1"/>
          <p:nvPr/>
        </p:nvSpPr>
        <p:spPr>
          <a:xfrm>
            <a:off x="7680378" y="1685158"/>
            <a:ext cx="1240724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Require key real-world</a:t>
            </a:r>
            <a:br>
              <a:rPr lang="en-US" sz="105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05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drivers (contextual &amp;</a:t>
            </a:r>
            <a:br>
              <a:rPr lang="en-US" sz="105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050" b="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behavioral features)</a:t>
            </a:r>
            <a:endParaRPr dirty="0"/>
          </a:p>
        </p:txBody>
      </p:sp>
      <p:sp>
        <p:nvSpPr>
          <p:cNvPr id="337" name="Google Shape;337;p19"/>
          <p:cNvSpPr txBox="1"/>
          <p:nvPr/>
        </p:nvSpPr>
        <p:spPr>
          <a:xfrm>
            <a:off x="7680378" y="1236691"/>
            <a:ext cx="13101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Low Predictive</a:t>
            </a:r>
            <a:br>
              <a:rPr lang="en-US" sz="1200" b="1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</a:br>
            <a:r>
              <a:rPr lang="en-US" sz="1200" b="1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Signal</a:t>
            </a:r>
            <a:endParaRPr dirty="0"/>
          </a:p>
        </p:txBody>
      </p:sp>
      <p:sp>
        <p:nvSpPr>
          <p:cNvPr id="338" name="Google Shape;338;p19"/>
          <p:cNvSpPr txBox="1"/>
          <p:nvPr/>
        </p:nvSpPr>
        <p:spPr>
          <a:xfrm>
            <a:off x="5137805" y="659309"/>
            <a:ext cx="149762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Limitations</a:t>
            </a:r>
            <a:endParaRPr dirty="0"/>
          </a:p>
        </p:txBody>
      </p:sp>
      <p:sp>
        <p:nvSpPr>
          <p:cNvPr id="339" name="Google Shape;339;p19"/>
          <p:cNvSpPr/>
          <p:nvPr/>
        </p:nvSpPr>
        <p:spPr>
          <a:xfrm>
            <a:off x="4268312" y="2244578"/>
            <a:ext cx="266264" cy="267397"/>
          </a:xfrm>
          <a:custGeom>
            <a:avLst/>
            <a:gdLst/>
            <a:ahLst/>
            <a:cxnLst/>
            <a:rect l="l" t="t" r="r" b="b"/>
            <a:pathLst>
              <a:path w="266264" h="267397" extrusionOk="0">
                <a:moveTo>
                  <a:pt x="231921" y="164290"/>
                </a:moveTo>
                <a:lnTo>
                  <a:pt x="231921" y="39656"/>
                </a:lnTo>
                <a:cubicBezTo>
                  <a:pt x="231921" y="20883"/>
                  <a:pt x="216703" y="5665"/>
                  <a:pt x="197930" y="5665"/>
                </a:cubicBezTo>
                <a:lnTo>
                  <a:pt x="186600" y="5665"/>
                </a:lnTo>
                <a:cubicBezTo>
                  <a:pt x="167827" y="5665"/>
                  <a:pt x="152609" y="20883"/>
                  <a:pt x="152609" y="39656"/>
                </a:cubicBezTo>
                <a:lnTo>
                  <a:pt x="152609" y="232273"/>
                </a:lnTo>
                <a:cubicBezTo>
                  <a:pt x="152609" y="251045"/>
                  <a:pt x="137390" y="266264"/>
                  <a:pt x="118617" y="266264"/>
                </a:cubicBezTo>
                <a:lnTo>
                  <a:pt x="107287" y="266264"/>
                </a:lnTo>
                <a:cubicBezTo>
                  <a:pt x="88514" y="266264"/>
                  <a:pt x="73296" y="251045"/>
                  <a:pt x="73296" y="232273"/>
                </a:cubicBezTo>
                <a:lnTo>
                  <a:pt x="73296" y="39656"/>
                </a:lnTo>
                <a:cubicBezTo>
                  <a:pt x="73296" y="20883"/>
                  <a:pt x="58077" y="5665"/>
                  <a:pt x="39305" y="5665"/>
                </a:cubicBezTo>
                <a:lnTo>
                  <a:pt x="6016" y="5665"/>
                </a:lnTo>
                <a:moveTo>
                  <a:pt x="197930" y="130299"/>
                </a:moveTo>
                <a:lnTo>
                  <a:pt x="231921" y="164290"/>
                </a:lnTo>
                <a:lnTo>
                  <a:pt x="265912" y="130299"/>
                </a:lnTo>
                <a:moveTo>
                  <a:pt x="5665" y="5665"/>
                </a:moveTo>
                <a:cubicBezTo>
                  <a:pt x="16995" y="6798"/>
                  <a:pt x="28325" y="4532"/>
                  <a:pt x="39656" y="5665"/>
                </a:cubicBezTo>
                <a:cubicBezTo>
                  <a:pt x="57784" y="7931"/>
                  <a:pt x="69115" y="21527"/>
                  <a:pt x="73647" y="39656"/>
                </a:cubicBezTo>
                <a:cubicBezTo>
                  <a:pt x="88377" y="101973"/>
                  <a:pt x="73647" y="167689"/>
                  <a:pt x="73647" y="232273"/>
                </a:cubicBezTo>
                <a:cubicBezTo>
                  <a:pt x="72514" y="251534"/>
                  <a:pt x="89510" y="260599"/>
                  <a:pt x="107638" y="266264"/>
                </a:cubicBezTo>
                <a:cubicBezTo>
                  <a:pt x="111037" y="267397"/>
                  <a:pt x="114436" y="267397"/>
                  <a:pt x="118969" y="266264"/>
                </a:cubicBezTo>
                <a:cubicBezTo>
                  <a:pt x="137097" y="262865"/>
                  <a:pt x="150694" y="250401"/>
                  <a:pt x="152960" y="232273"/>
                </a:cubicBezTo>
                <a:cubicBezTo>
                  <a:pt x="160891" y="168822"/>
                  <a:pt x="164290" y="103106"/>
                  <a:pt x="152960" y="39656"/>
                </a:cubicBezTo>
                <a:cubicBezTo>
                  <a:pt x="149561" y="21527"/>
                  <a:pt x="167689" y="3399"/>
                  <a:pt x="186951" y="5665"/>
                </a:cubicBezTo>
                <a:cubicBezTo>
                  <a:pt x="190350" y="5665"/>
                  <a:pt x="193749" y="4532"/>
                  <a:pt x="198281" y="5665"/>
                </a:cubicBezTo>
                <a:cubicBezTo>
                  <a:pt x="216410" y="9064"/>
                  <a:pt x="227740" y="21527"/>
                  <a:pt x="232273" y="39656"/>
                </a:cubicBezTo>
                <a:cubicBezTo>
                  <a:pt x="242470" y="80445"/>
                  <a:pt x="233406" y="122368"/>
                  <a:pt x="232273" y="164290"/>
                </a:cubicBezTo>
                <a:moveTo>
                  <a:pt x="198281" y="130299"/>
                </a:moveTo>
                <a:cubicBezTo>
                  <a:pt x="207346" y="142762"/>
                  <a:pt x="224341" y="150694"/>
                  <a:pt x="232273" y="164290"/>
                </a:cubicBezTo>
                <a:cubicBezTo>
                  <a:pt x="244736" y="154093"/>
                  <a:pt x="259465" y="145029"/>
                  <a:pt x="266264" y="130299"/>
                </a:cubicBezTo>
              </a:path>
            </a:pathLst>
          </a:custGeom>
          <a:noFill/>
          <a:ln w="9700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9"/>
          <p:cNvSpPr/>
          <p:nvPr/>
        </p:nvSpPr>
        <p:spPr>
          <a:xfrm>
            <a:off x="4270578" y="3987030"/>
            <a:ext cx="266264" cy="277594"/>
          </a:xfrm>
          <a:custGeom>
            <a:avLst/>
            <a:gdLst/>
            <a:ahLst/>
            <a:cxnLst/>
            <a:rect l="l" t="t" r="r" b="b"/>
            <a:pathLst>
              <a:path w="266264" h="277594" extrusionOk="0">
                <a:moveTo>
                  <a:pt x="218597" y="101973"/>
                </a:moveTo>
                <a:lnTo>
                  <a:pt x="218597" y="64662"/>
                </a:lnTo>
                <a:cubicBezTo>
                  <a:pt x="218596" y="61657"/>
                  <a:pt x="217402" y="58776"/>
                  <a:pt x="215277" y="56651"/>
                </a:cubicBezTo>
                <a:lnTo>
                  <a:pt x="173355" y="14729"/>
                </a:lnTo>
                <a:cubicBezTo>
                  <a:pt x="171235" y="12567"/>
                  <a:pt x="168338" y="11342"/>
                  <a:pt x="165310" y="11330"/>
                </a:cubicBezTo>
                <a:lnTo>
                  <a:pt x="14729" y="11330"/>
                </a:lnTo>
                <a:cubicBezTo>
                  <a:pt x="8471" y="11330"/>
                  <a:pt x="3399" y="16403"/>
                  <a:pt x="3399" y="22660"/>
                </a:cubicBezTo>
                <a:lnTo>
                  <a:pt x="3399" y="260599"/>
                </a:lnTo>
                <a:cubicBezTo>
                  <a:pt x="3399" y="266856"/>
                  <a:pt x="8471" y="271929"/>
                  <a:pt x="14729" y="271929"/>
                </a:cubicBezTo>
                <a:lnTo>
                  <a:pt x="105372" y="271929"/>
                </a:lnTo>
                <a:moveTo>
                  <a:pt x="37356" y="181320"/>
                </a:moveTo>
                <a:lnTo>
                  <a:pt x="105338" y="181320"/>
                </a:lnTo>
                <a:moveTo>
                  <a:pt x="54385" y="124634"/>
                </a:moveTo>
                <a:cubicBezTo>
                  <a:pt x="51257" y="124634"/>
                  <a:pt x="48720" y="127170"/>
                  <a:pt x="48720" y="130299"/>
                </a:cubicBezTo>
                <a:lnTo>
                  <a:pt x="48720" y="181286"/>
                </a:lnTo>
                <a:lnTo>
                  <a:pt x="48720" y="181286"/>
                </a:lnTo>
                <a:lnTo>
                  <a:pt x="71381" y="181286"/>
                </a:lnTo>
                <a:lnTo>
                  <a:pt x="71381" y="181286"/>
                </a:lnTo>
                <a:lnTo>
                  <a:pt x="71381" y="130299"/>
                </a:lnTo>
                <a:cubicBezTo>
                  <a:pt x="71381" y="127170"/>
                  <a:pt x="68845" y="124634"/>
                  <a:pt x="65716" y="124634"/>
                </a:cubicBezTo>
                <a:close/>
                <a:moveTo>
                  <a:pt x="94042" y="181286"/>
                </a:moveTo>
                <a:lnTo>
                  <a:pt x="94042" y="96308"/>
                </a:lnTo>
                <a:cubicBezTo>
                  <a:pt x="94042" y="93179"/>
                  <a:pt x="96578" y="90643"/>
                  <a:pt x="99707" y="90643"/>
                </a:cubicBezTo>
                <a:lnTo>
                  <a:pt x="111037" y="90643"/>
                </a:lnTo>
                <a:cubicBezTo>
                  <a:pt x="114166" y="90643"/>
                  <a:pt x="116703" y="93179"/>
                  <a:pt x="116703" y="96308"/>
                </a:cubicBezTo>
                <a:lnTo>
                  <a:pt x="116703" y="147295"/>
                </a:lnTo>
                <a:moveTo>
                  <a:pt x="127999" y="203981"/>
                </a:moveTo>
                <a:lnTo>
                  <a:pt x="127999" y="203981"/>
                </a:lnTo>
                <a:cubicBezTo>
                  <a:pt x="127999" y="166435"/>
                  <a:pt x="158436" y="135998"/>
                  <a:pt x="195981" y="135998"/>
                </a:cubicBezTo>
                <a:cubicBezTo>
                  <a:pt x="233527" y="135998"/>
                  <a:pt x="263964" y="166435"/>
                  <a:pt x="263964" y="203981"/>
                </a:cubicBezTo>
                <a:cubicBezTo>
                  <a:pt x="263964" y="241526"/>
                  <a:pt x="233527" y="271963"/>
                  <a:pt x="195981" y="271963"/>
                </a:cubicBezTo>
                <a:cubicBezTo>
                  <a:pt x="158436" y="271963"/>
                  <a:pt x="127999" y="241526"/>
                  <a:pt x="127999" y="203981"/>
                </a:cubicBezTo>
                <a:close/>
                <a:moveTo>
                  <a:pt x="196015" y="220036"/>
                </a:moveTo>
                <a:lnTo>
                  <a:pt x="196015" y="208705"/>
                </a:lnTo>
                <a:cubicBezTo>
                  <a:pt x="207744" y="208687"/>
                  <a:pt x="217238" y="199167"/>
                  <a:pt x="217226" y="187438"/>
                </a:cubicBezTo>
                <a:cubicBezTo>
                  <a:pt x="217213" y="175710"/>
                  <a:pt x="207699" y="166210"/>
                  <a:pt x="195970" y="166216"/>
                </a:cubicBezTo>
                <a:cubicBezTo>
                  <a:pt x="184241" y="166223"/>
                  <a:pt x="174737" y="175732"/>
                  <a:pt x="174737" y="187461"/>
                </a:cubicBezTo>
                <a:moveTo>
                  <a:pt x="196015" y="242697"/>
                </a:moveTo>
                <a:cubicBezTo>
                  <a:pt x="197580" y="242697"/>
                  <a:pt x="198848" y="243965"/>
                  <a:pt x="198848" y="245529"/>
                </a:cubicBezTo>
                <a:cubicBezTo>
                  <a:pt x="198848" y="247093"/>
                  <a:pt x="197580" y="248362"/>
                  <a:pt x="196015" y="248362"/>
                </a:cubicBezTo>
                <a:cubicBezTo>
                  <a:pt x="194451" y="248362"/>
                  <a:pt x="193183" y="247093"/>
                  <a:pt x="193183" y="245529"/>
                </a:cubicBezTo>
                <a:cubicBezTo>
                  <a:pt x="193183" y="243965"/>
                  <a:pt x="194451" y="242697"/>
                  <a:pt x="196015" y="242697"/>
                </a:cubicBezTo>
                <a:moveTo>
                  <a:pt x="105372" y="271929"/>
                </a:moveTo>
                <a:cubicBezTo>
                  <a:pt x="74780" y="271929"/>
                  <a:pt x="44188" y="263998"/>
                  <a:pt x="14729" y="271929"/>
                </a:cubicBezTo>
                <a:cubicBezTo>
                  <a:pt x="9064" y="273062"/>
                  <a:pt x="3399" y="266264"/>
                  <a:pt x="3399" y="260599"/>
                </a:cubicBezTo>
                <a:cubicBezTo>
                  <a:pt x="0" y="181286"/>
                  <a:pt x="3399" y="101973"/>
                  <a:pt x="3399" y="22660"/>
                </a:cubicBezTo>
                <a:cubicBezTo>
                  <a:pt x="3399" y="15862"/>
                  <a:pt x="9064" y="12463"/>
                  <a:pt x="14729" y="11330"/>
                </a:cubicBezTo>
                <a:cubicBezTo>
                  <a:pt x="63450" y="0"/>
                  <a:pt x="115569" y="6798"/>
                  <a:pt x="165423" y="11330"/>
                </a:cubicBezTo>
                <a:cubicBezTo>
                  <a:pt x="168822" y="11330"/>
                  <a:pt x="172221" y="12463"/>
                  <a:pt x="173355" y="14729"/>
                </a:cubicBezTo>
                <a:cubicBezTo>
                  <a:pt x="182419" y="32858"/>
                  <a:pt x="202814" y="40789"/>
                  <a:pt x="215277" y="56651"/>
                </a:cubicBezTo>
                <a:cubicBezTo>
                  <a:pt x="217543" y="58918"/>
                  <a:pt x="218676" y="61184"/>
                  <a:pt x="218676" y="64583"/>
                </a:cubicBezTo>
                <a:cubicBezTo>
                  <a:pt x="216410" y="77046"/>
                  <a:pt x="216410" y="89510"/>
                  <a:pt x="218676" y="101973"/>
                </a:cubicBezTo>
                <a:moveTo>
                  <a:pt x="37390" y="181286"/>
                </a:moveTo>
                <a:cubicBezTo>
                  <a:pt x="60051" y="177887"/>
                  <a:pt x="82711" y="179020"/>
                  <a:pt x="105372" y="181286"/>
                </a:cubicBezTo>
                <a:moveTo>
                  <a:pt x="54385" y="124634"/>
                </a:moveTo>
                <a:cubicBezTo>
                  <a:pt x="50986" y="124634"/>
                  <a:pt x="48720" y="126900"/>
                  <a:pt x="48720" y="130299"/>
                </a:cubicBezTo>
                <a:cubicBezTo>
                  <a:pt x="48720" y="147295"/>
                  <a:pt x="53252" y="165423"/>
                  <a:pt x="48720" y="181286"/>
                </a:cubicBezTo>
                <a:cubicBezTo>
                  <a:pt x="55518" y="183552"/>
                  <a:pt x="63450" y="180153"/>
                  <a:pt x="71381" y="181286"/>
                </a:cubicBezTo>
                <a:cubicBezTo>
                  <a:pt x="67982" y="164290"/>
                  <a:pt x="67982" y="147295"/>
                  <a:pt x="71381" y="130299"/>
                </a:cubicBezTo>
                <a:cubicBezTo>
                  <a:pt x="72514" y="126900"/>
                  <a:pt x="69115" y="124634"/>
                  <a:pt x="65716" y="124634"/>
                </a:cubicBezTo>
                <a:cubicBezTo>
                  <a:pt x="62317" y="123501"/>
                  <a:pt x="57784" y="123501"/>
                  <a:pt x="54385" y="124634"/>
                </a:cubicBezTo>
                <a:moveTo>
                  <a:pt x="94042" y="181286"/>
                </a:moveTo>
                <a:cubicBezTo>
                  <a:pt x="96308" y="152960"/>
                  <a:pt x="103106" y="123501"/>
                  <a:pt x="94042" y="96308"/>
                </a:cubicBezTo>
                <a:cubicBezTo>
                  <a:pt x="92909" y="92909"/>
                  <a:pt x="96308" y="89510"/>
                  <a:pt x="99707" y="90643"/>
                </a:cubicBezTo>
                <a:cubicBezTo>
                  <a:pt x="103106" y="91776"/>
                  <a:pt x="107638" y="91776"/>
                  <a:pt x="111037" y="90643"/>
                </a:cubicBezTo>
                <a:cubicBezTo>
                  <a:pt x="114436" y="89510"/>
                  <a:pt x="117836" y="92909"/>
                  <a:pt x="116703" y="96308"/>
                </a:cubicBezTo>
                <a:cubicBezTo>
                  <a:pt x="113303" y="113303"/>
                  <a:pt x="121235" y="130299"/>
                  <a:pt x="116703" y="147295"/>
                </a:cubicBezTo>
                <a:moveTo>
                  <a:pt x="128033" y="203947"/>
                </a:moveTo>
                <a:cubicBezTo>
                  <a:pt x="128033" y="241337"/>
                  <a:pt x="158625" y="266264"/>
                  <a:pt x="196015" y="271929"/>
                </a:cubicBezTo>
                <a:cubicBezTo>
                  <a:pt x="233406" y="277594"/>
                  <a:pt x="266264" y="241337"/>
                  <a:pt x="263998" y="203947"/>
                </a:cubicBezTo>
                <a:cubicBezTo>
                  <a:pt x="261732" y="166556"/>
                  <a:pt x="233406" y="140496"/>
                  <a:pt x="196015" y="135964"/>
                </a:cubicBezTo>
                <a:cubicBezTo>
                  <a:pt x="158625" y="131432"/>
                  <a:pt x="125767" y="166556"/>
                  <a:pt x="128033" y="203947"/>
                </a:cubicBezTo>
                <a:moveTo>
                  <a:pt x="196015" y="219809"/>
                </a:moveTo>
                <a:cubicBezTo>
                  <a:pt x="194882" y="216410"/>
                  <a:pt x="196015" y="213011"/>
                  <a:pt x="196015" y="208479"/>
                </a:cubicBezTo>
                <a:cubicBezTo>
                  <a:pt x="207346" y="213011"/>
                  <a:pt x="217543" y="199414"/>
                  <a:pt x="217543" y="186951"/>
                </a:cubicBezTo>
                <a:cubicBezTo>
                  <a:pt x="217543" y="175621"/>
                  <a:pt x="207346" y="164290"/>
                  <a:pt x="196015" y="166556"/>
                </a:cubicBezTo>
                <a:cubicBezTo>
                  <a:pt x="184685" y="167689"/>
                  <a:pt x="172221" y="175621"/>
                  <a:pt x="174488" y="186951"/>
                </a:cubicBezTo>
                <a:moveTo>
                  <a:pt x="196015" y="242470"/>
                </a:moveTo>
                <a:cubicBezTo>
                  <a:pt x="197148" y="242470"/>
                  <a:pt x="199414" y="243603"/>
                  <a:pt x="199414" y="245869"/>
                </a:cubicBezTo>
                <a:cubicBezTo>
                  <a:pt x="198281" y="247002"/>
                  <a:pt x="197148" y="248135"/>
                  <a:pt x="196015" y="248135"/>
                </a:cubicBezTo>
                <a:cubicBezTo>
                  <a:pt x="194882" y="248135"/>
                  <a:pt x="192616" y="247002"/>
                  <a:pt x="193749" y="245869"/>
                </a:cubicBezTo>
                <a:cubicBezTo>
                  <a:pt x="193749" y="243603"/>
                  <a:pt x="194882" y="243603"/>
                  <a:pt x="196015" y="242470"/>
                </a:cubicBezTo>
              </a:path>
            </a:pathLst>
          </a:custGeom>
          <a:noFill/>
          <a:ln w="9700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9"/>
          <p:cNvSpPr/>
          <p:nvPr/>
        </p:nvSpPr>
        <p:spPr>
          <a:xfrm>
            <a:off x="7219555" y="1453879"/>
            <a:ext cx="267397" cy="260599"/>
          </a:xfrm>
          <a:custGeom>
            <a:avLst/>
            <a:gdLst/>
            <a:ahLst/>
            <a:cxnLst/>
            <a:rect l="l" t="t" r="r" b="b"/>
            <a:pathLst>
              <a:path w="267397" h="260599" extrusionOk="0">
                <a:moveTo>
                  <a:pt x="93317" y="0"/>
                </a:moveTo>
                <a:lnTo>
                  <a:pt x="6798" y="47621"/>
                </a:lnTo>
                <a:lnTo>
                  <a:pt x="93317" y="95231"/>
                </a:lnTo>
                <a:lnTo>
                  <a:pt x="179824" y="47621"/>
                </a:lnTo>
                <a:close/>
                <a:moveTo>
                  <a:pt x="107955" y="182407"/>
                </a:moveTo>
                <a:lnTo>
                  <a:pt x="93317" y="190463"/>
                </a:lnTo>
                <a:lnTo>
                  <a:pt x="6798" y="142853"/>
                </a:lnTo>
                <a:lnTo>
                  <a:pt x="6798" y="47621"/>
                </a:lnTo>
                <a:moveTo>
                  <a:pt x="179824" y="95231"/>
                </a:moveTo>
                <a:lnTo>
                  <a:pt x="179824" y="47621"/>
                </a:lnTo>
                <a:moveTo>
                  <a:pt x="93317" y="95231"/>
                </a:moveTo>
                <a:lnTo>
                  <a:pt x="93317" y="190463"/>
                </a:lnTo>
                <a:moveTo>
                  <a:pt x="128599" y="184118"/>
                </a:moveTo>
                <a:cubicBezTo>
                  <a:pt x="128599" y="149702"/>
                  <a:pt x="156500" y="121801"/>
                  <a:pt x="190917" y="121801"/>
                </a:cubicBezTo>
                <a:cubicBezTo>
                  <a:pt x="225333" y="121801"/>
                  <a:pt x="253234" y="149702"/>
                  <a:pt x="253234" y="184118"/>
                </a:cubicBezTo>
                <a:cubicBezTo>
                  <a:pt x="253234" y="218535"/>
                  <a:pt x="225333" y="246436"/>
                  <a:pt x="190917" y="246436"/>
                </a:cubicBezTo>
                <a:cubicBezTo>
                  <a:pt x="156500" y="246436"/>
                  <a:pt x="128599" y="218535"/>
                  <a:pt x="128599" y="184118"/>
                </a:cubicBezTo>
                <a:moveTo>
                  <a:pt x="267397" y="260599"/>
                </a:moveTo>
                <a:lnTo>
                  <a:pt x="234980" y="228182"/>
                </a:lnTo>
                <a:moveTo>
                  <a:pt x="92909" y="0"/>
                </a:moveTo>
                <a:cubicBezTo>
                  <a:pt x="64583" y="15862"/>
                  <a:pt x="29459" y="22660"/>
                  <a:pt x="6798" y="47587"/>
                </a:cubicBezTo>
                <a:cubicBezTo>
                  <a:pt x="38523" y="57784"/>
                  <a:pt x="66849" y="77046"/>
                  <a:pt x="92909" y="95175"/>
                </a:cubicBezTo>
                <a:cubicBezTo>
                  <a:pt x="125767" y="90643"/>
                  <a:pt x="158625" y="72514"/>
                  <a:pt x="180153" y="47587"/>
                </a:cubicBezTo>
                <a:cubicBezTo>
                  <a:pt x="154093" y="26059"/>
                  <a:pt x="124634" y="9064"/>
                  <a:pt x="92909" y="0"/>
                </a:cubicBezTo>
                <a:moveTo>
                  <a:pt x="107638" y="182419"/>
                </a:moveTo>
                <a:cubicBezTo>
                  <a:pt x="103106" y="185818"/>
                  <a:pt x="97441" y="186951"/>
                  <a:pt x="92909" y="190350"/>
                </a:cubicBezTo>
                <a:cubicBezTo>
                  <a:pt x="72514" y="165423"/>
                  <a:pt x="33991" y="160891"/>
                  <a:pt x="6798" y="142762"/>
                </a:cubicBezTo>
                <a:cubicBezTo>
                  <a:pt x="0" y="112170"/>
                  <a:pt x="10197" y="79312"/>
                  <a:pt x="6798" y="47587"/>
                </a:cubicBezTo>
                <a:moveTo>
                  <a:pt x="180153" y="95175"/>
                </a:moveTo>
                <a:cubicBezTo>
                  <a:pt x="177887" y="79312"/>
                  <a:pt x="179020" y="63450"/>
                  <a:pt x="180153" y="47587"/>
                </a:cubicBezTo>
                <a:moveTo>
                  <a:pt x="92909" y="95175"/>
                </a:moveTo>
                <a:cubicBezTo>
                  <a:pt x="89510" y="126900"/>
                  <a:pt x="94042" y="158625"/>
                  <a:pt x="92909" y="190350"/>
                </a:cubicBezTo>
                <a:moveTo>
                  <a:pt x="129166" y="184685"/>
                </a:moveTo>
                <a:cubicBezTo>
                  <a:pt x="132565" y="218676"/>
                  <a:pt x="158625" y="257199"/>
                  <a:pt x="191483" y="247002"/>
                </a:cubicBezTo>
                <a:cubicBezTo>
                  <a:pt x="223208" y="235672"/>
                  <a:pt x="249268" y="218676"/>
                  <a:pt x="253800" y="184685"/>
                </a:cubicBezTo>
                <a:cubicBezTo>
                  <a:pt x="257199" y="149561"/>
                  <a:pt x="224341" y="130299"/>
                  <a:pt x="191483" y="122368"/>
                </a:cubicBezTo>
                <a:cubicBezTo>
                  <a:pt x="157492" y="113303"/>
                  <a:pt x="123501" y="150694"/>
                  <a:pt x="129166" y="184685"/>
                </a:cubicBezTo>
                <a:moveTo>
                  <a:pt x="234539" y="227740"/>
                </a:moveTo>
                <a:cubicBezTo>
                  <a:pt x="244736" y="239071"/>
                  <a:pt x="256066" y="250401"/>
                  <a:pt x="267397" y="260599"/>
                </a:cubicBezTo>
              </a:path>
            </a:pathLst>
          </a:custGeom>
          <a:noFill/>
          <a:ln w="9700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9"/>
          <p:cNvSpPr/>
          <p:nvPr/>
        </p:nvSpPr>
        <p:spPr>
          <a:xfrm>
            <a:off x="7225220" y="3181440"/>
            <a:ext cx="262865" cy="263998"/>
          </a:xfrm>
          <a:custGeom>
            <a:avLst/>
            <a:gdLst/>
            <a:ahLst/>
            <a:cxnLst/>
            <a:rect l="l" t="t" r="r" b="b"/>
            <a:pathLst>
              <a:path w="262865" h="263998" extrusionOk="0">
                <a:moveTo>
                  <a:pt x="97441" y="35124"/>
                </a:moveTo>
                <a:cubicBezTo>
                  <a:pt x="97441" y="16351"/>
                  <a:pt x="112659" y="1133"/>
                  <a:pt x="131432" y="1133"/>
                </a:cubicBezTo>
                <a:cubicBezTo>
                  <a:pt x="150205" y="1133"/>
                  <a:pt x="165423" y="16351"/>
                  <a:pt x="165423" y="35124"/>
                </a:cubicBezTo>
                <a:cubicBezTo>
                  <a:pt x="165423" y="53897"/>
                  <a:pt x="150205" y="69115"/>
                  <a:pt x="131432" y="69115"/>
                </a:cubicBezTo>
                <a:cubicBezTo>
                  <a:pt x="112659" y="69115"/>
                  <a:pt x="97441" y="53897"/>
                  <a:pt x="97441" y="35124"/>
                </a:cubicBezTo>
                <a:close/>
                <a:moveTo>
                  <a:pt x="261732" y="227740"/>
                </a:moveTo>
                <a:lnTo>
                  <a:pt x="223525" y="94042"/>
                </a:lnTo>
                <a:cubicBezTo>
                  <a:pt x="219298" y="79284"/>
                  <a:pt x="205804" y="69113"/>
                  <a:pt x="190452" y="69115"/>
                </a:cubicBezTo>
                <a:lnTo>
                  <a:pt x="72389" y="69115"/>
                </a:lnTo>
                <a:cubicBezTo>
                  <a:pt x="57038" y="69113"/>
                  <a:pt x="43543" y="79284"/>
                  <a:pt x="39316" y="94042"/>
                </a:cubicBezTo>
                <a:lnTo>
                  <a:pt x="1133" y="227740"/>
                </a:lnTo>
                <a:lnTo>
                  <a:pt x="1133" y="250401"/>
                </a:lnTo>
                <a:cubicBezTo>
                  <a:pt x="1133" y="256659"/>
                  <a:pt x="6205" y="261732"/>
                  <a:pt x="12463" y="261732"/>
                </a:cubicBezTo>
                <a:lnTo>
                  <a:pt x="250401" y="261732"/>
                </a:lnTo>
                <a:cubicBezTo>
                  <a:pt x="256659" y="261732"/>
                  <a:pt x="261732" y="256659"/>
                  <a:pt x="261732" y="250401"/>
                </a:cubicBezTo>
                <a:close/>
                <a:moveTo>
                  <a:pt x="125767" y="125767"/>
                </a:moveTo>
                <a:lnTo>
                  <a:pt x="80445" y="171088"/>
                </a:lnTo>
                <a:lnTo>
                  <a:pt x="125767" y="216410"/>
                </a:lnTo>
                <a:moveTo>
                  <a:pt x="80445" y="125767"/>
                </a:moveTo>
                <a:lnTo>
                  <a:pt x="80445" y="216410"/>
                </a:lnTo>
                <a:moveTo>
                  <a:pt x="176754" y="182419"/>
                </a:moveTo>
                <a:lnTo>
                  <a:pt x="193749" y="182419"/>
                </a:lnTo>
                <a:lnTo>
                  <a:pt x="193749" y="193749"/>
                </a:lnTo>
                <a:cubicBezTo>
                  <a:pt x="193749" y="206264"/>
                  <a:pt x="183604" y="216410"/>
                  <a:pt x="171088" y="216410"/>
                </a:cubicBezTo>
                <a:cubicBezTo>
                  <a:pt x="158573" y="216410"/>
                  <a:pt x="148428" y="206264"/>
                  <a:pt x="148428" y="193749"/>
                </a:cubicBezTo>
                <a:lnTo>
                  <a:pt x="148428" y="148428"/>
                </a:lnTo>
                <a:cubicBezTo>
                  <a:pt x="148428" y="135912"/>
                  <a:pt x="158573" y="125767"/>
                  <a:pt x="171088" y="125767"/>
                </a:cubicBezTo>
                <a:cubicBezTo>
                  <a:pt x="183604" y="125767"/>
                  <a:pt x="193749" y="135912"/>
                  <a:pt x="193749" y="148428"/>
                </a:cubicBezTo>
                <a:moveTo>
                  <a:pt x="97441" y="35124"/>
                </a:moveTo>
                <a:cubicBezTo>
                  <a:pt x="99707" y="54385"/>
                  <a:pt x="113303" y="74780"/>
                  <a:pt x="131432" y="69115"/>
                </a:cubicBezTo>
                <a:cubicBezTo>
                  <a:pt x="149561" y="63450"/>
                  <a:pt x="169955" y="53252"/>
                  <a:pt x="165423" y="35124"/>
                </a:cubicBezTo>
                <a:cubicBezTo>
                  <a:pt x="160891" y="16995"/>
                  <a:pt x="149561" y="2266"/>
                  <a:pt x="131432" y="1133"/>
                </a:cubicBezTo>
                <a:cubicBezTo>
                  <a:pt x="112170" y="0"/>
                  <a:pt x="98574" y="16995"/>
                  <a:pt x="97441" y="35124"/>
                </a:cubicBezTo>
                <a:moveTo>
                  <a:pt x="261732" y="227740"/>
                </a:moveTo>
                <a:cubicBezTo>
                  <a:pt x="259465" y="234539"/>
                  <a:pt x="262865" y="242470"/>
                  <a:pt x="261732" y="250401"/>
                </a:cubicBezTo>
                <a:cubicBezTo>
                  <a:pt x="260599" y="256066"/>
                  <a:pt x="256066" y="263998"/>
                  <a:pt x="250401" y="261732"/>
                </a:cubicBezTo>
                <a:cubicBezTo>
                  <a:pt x="176754" y="231139"/>
                  <a:pt x="91776" y="263998"/>
                  <a:pt x="12463" y="261732"/>
                </a:cubicBezTo>
                <a:cubicBezTo>
                  <a:pt x="5665" y="261732"/>
                  <a:pt x="2266" y="256066"/>
                  <a:pt x="1133" y="250401"/>
                </a:cubicBezTo>
                <a:cubicBezTo>
                  <a:pt x="0" y="242470"/>
                  <a:pt x="2266" y="235672"/>
                  <a:pt x="1133" y="227740"/>
                </a:cubicBezTo>
                <a:cubicBezTo>
                  <a:pt x="27192" y="189217"/>
                  <a:pt x="24926" y="138230"/>
                  <a:pt x="39656" y="94042"/>
                </a:cubicBezTo>
                <a:cubicBezTo>
                  <a:pt x="44188" y="79312"/>
                  <a:pt x="56651" y="67982"/>
                  <a:pt x="72514" y="69115"/>
                </a:cubicBezTo>
                <a:cubicBezTo>
                  <a:pt x="111037" y="72514"/>
                  <a:pt x="151827" y="64583"/>
                  <a:pt x="190350" y="69115"/>
                </a:cubicBezTo>
                <a:cubicBezTo>
                  <a:pt x="206213" y="71381"/>
                  <a:pt x="216410" y="80445"/>
                  <a:pt x="223208" y="94042"/>
                </a:cubicBezTo>
                <a:cubicBezTo>
                  <a:pt x="243603" y="135964"/>
                  <a:pt x="243603" y="184685"/>
                  <a:pt x="261732" y="227740"/>
                </a:cubicBezTo>
                <a:moveTo>
                  <a:pt x="125767" y="216410"/>
                </a:moveTo>
                <a:cubicBezTo>
                  <a:pt x="112170" y="200547"/>
                  <a:pt x="89510" y="190350"/>
                  <a:pt x="80445" y="171088"/>
                </a:cubicBezTo>
                <a:cubicBezTo>
                  <a:pt x="92909" y="154093"/>
                  <a:pt x="109904" y="140496"/>
                  <a:pt x="125767" y="125767"/>
                </a:cubicBezTo>
                <a:moveTo>
                  <a:pt x="80445" y="216410"/>
                </a:moveTo>
                <a:cubicBezTo>
                  <a:pt x="72514" y="186951"/>
                  <a:pt x="89510" y="155226"/>
                  <a:pt x="80445" y="125767"/>
                </a:cubicBezTo>
                <a:moveTo>
                  <a:pt x="176754" y="182419"/>
                </a:moveTo>
                <a:cubicBezTo>
                  <a:pt x="182419" y="182419"/>
                  <a:pt x="188084" y="183552"/>
                  <a:pt x="193749" y="182419"/>
                </a:cubicBezTo>
                <a:cubicBezTo>
                  <a:pt x="193749" y="185818"/>
                  <a:pt x="193749" y="190350"/>
                  <a:pt x="193749" y="193749"/>
                </a:cubicBezTo>
                <a:cubicBezTo>
                  <a:pt x="192616" y="206213"/>
                  <a:pt x="183552" y="218676"/>
                  <a:pt x="171088" y="216410"/>
                </a:cubicBezTo>
                <a:cubicBezTo>
                  <a:pt x="158625" y="214144"/>
                  <a:pt x="143895" y="205080"/>
                  <a:pt x="148428" y="193749"/>
                </a:cubicBezTo>
                <a:cubicBezTo>
                  <a:pt x="152960" y="179020"/>
                  <a:pt x="146162" y="163157"/>
                  <a:pt x="148428" y="148428"/>
                </a:cubicBezTo>
                <a:cubicBezTo>
                  <a:pt x="150694" y="135964"/>
                  <a:pt x="158625" y="123501"/>
                  <a:pt x="171088" y="125767"/>
                </a:cubicBezTo>
                <a:cubicBezTo>
                  <a:pt x="183552" y="128033"/>
                  <a:pt x="190350" y="135964"/>
                  <a:pt x="193749" y="148428"/>
                </a:cubicBezTo>
              </a:path>
            </a:pathLst>
          </a:custGeom>
          <a:noFill/>
          <a:ln w="9700" cap="flat" cmpd="sng">
            <a:solidFill>
              <a:srgbClr val="F4F4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9"/>
          <p:cNvSpPr txBox="1"/>
          <p:nvPr/>
        </p:nvSpPr>
        <p:spPr>
          <a:xfrm>
            <a:off x="2943754" y="5831688"/>
            <a:ext cx="5910272" cy="6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Takeaway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" b="1" dirty="0">
              <a:solidFill>
                <a:srgbClr val="F4F4F4"/>
              </a:solidFill>
              <a:latin typeface="Shantell Sans"/>
              <a:ea typeface="Shantell Sans"/>
              <a:cs typeface="Shantell Sans"/>
              <a:sym typeface="Shantell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 </a:t>
            </a:r>
            <a:r>
              <a:rPr lang="en-US" sz="105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Even in low-signal healthcare prediction tasks,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conformal prediction provides grounded reliability guarantees that support more informed decision-making</a:t>
            </a:r>
            <a:r>
              <a:rPr lang="en-US" sz="900" b="1" dirty="0">
                <a:solidFill>
                  <a:srgbClr val="F4F4F4"/>
                </a:solidFill>
                <a:latin typeface="Shantell Sans"/>
                <a:ea typeface="Shantell Sans"/>
                <a:cs typeface="Shantell Sans"/>
                <a:sym typeface="Shantell Sans"/>
              </a:rPr>
              <a:t>.</a:t>
            </a:r>
            <a:endParaRPr sz="900" b="1" dirty="0">
              <a:solidFill>
                <a:srgbClr val="F4F4F4"/>
              </a:solidFill>
              <a:latin typeface="Shantell Sans"/>
              <a:ea typeface="Shantell Sans"/>
              <a:cs typeface="Shantell Sans"/>
              <a:sym typeface="Shantell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301</Words>
  <Application>Microsoft Office PowerPoint</Application>
  <PresentationFormat>Widescreen</PresentationFormat>
  <Paragraphs>53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Shantell Sans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 Jiayang</dc:creator>
  <cp:lastModifiedBy>Le Jiayang</cp:lastModifiedBy>
  <cp:revision>2</cp:revision>
  <dcterms:modified xsi:type="dcterms:W3CDTF">2026-01-15T12:38:57Z</dcterms:modified>
</cp:coreProperties>
</file>