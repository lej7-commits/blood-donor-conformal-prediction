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952176" y="6414760"/>
            <a:ext cx="258624" cy="248305"/>
          </a:xfrm>
          <a:prstGeom prst="rect">
            <a:avLst/>
          </a:prstGeom>
        </p:spPr>
        <p:txBody>
          <a:bodyPr/>
          <a:lstStyle>
            <a:lvl1pPr defTabSz="457200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4233">
              <a:srgbClr val="548235"/>
            </a:gs>
            <a:gs pos="52910">
              <a:srgbClr val="1F4E79"/>
            </a:gs>
            <a:gs pos="74000">
              <a:srgbClr val="2E75B6"/>
            </a:gs>
            <a:gs pos="83000">
              <a:srgbClr val="ABC0E4"/>
            </a:gs>
            <a:gs pos="100000">
              <a:srgbClr val="C7D5E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4"/>
          <p:cNvGrpSpPr/>
          <p:nvPr/>
        </p:nvGrpSpPr>
        <p:grpSpPr>
          <a:xfrm>
            <a:off x="6360988" y="3632887"/>
            <a:ext cx="704336" cy="889688"/>
            <a:chOff x="0" y="0"/>
            <a:chExt cx="704335" cy="889687"/>
          </a:xfrm>
        </p:grpSpPr>
        <p:sp>
          <p:nvSpPr>
            <p:cNvPr id="101" name="Rounded Rectangle 1"/>
            <p:cNvSpPr/>
            <p:nvPr/>
          </p:nvSpPr>
          <p:spPr>
            <a:xfrm>
              <a:off x="148281" y="333633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69" y="14567"/>
                  </a:moveTo>
                  <a:cubicBezTo>
                    <a:pt x="20093" y="15030"/>
                    <a:pt x="20160" y="15517"/>
                    <a:pt x="20160" y="16020"/>
                  </a:cubicBezTo>
                  <a:cubicBezTo>
                    <a:pt x="20160" y="19102"/>
                    <a:pt x="17662" y="21600"/>
                    <a:pt x="14580" y="21600"/>
                  </a:cubicBezTo>
                  <a:cubicBezTo>
                    <a:pt x="13476" y="21600"/>
                    <a:pt x="12447" y="21279"/>
                    <a:pt x="11581" y="20726"/>
                  </a:cubicBezTo>
                  <a:cubicBezTo>
                    <a:pt x="10979" y="21053"/>
                    <a:pt x="10282" y="21240"/>
                    <a:pt x="9540" y="21240"/>
                  </a:cubicBezTo>
                  <a:cubicBezTo>
                    <a:pt x="8356" y="21240"/>
                    <a:pt x="7289" y="20765"/>
                    <a:pt x="6534" y="20003"/>
                  </a:cubicBezTo>
                  <a:cubicBezTo>
                    <a:pt x="6173" y="20106"/>
                    <a:pt x="5792" y="20160"/>
                    <a:pt x="5400" y="20160"/>
                  </a:cubicBezTo>
                  <a:cubicBezTo>
                    <a:pt x="3014" y="20160"/>
                    <a:pt x="1080" y="18145"/>
                    <a:pt x="1080" y="15660"/>
                  </a:cubicBezTo>
                  <a:cubicBezTo>
                    <a:pt x="1080" y="15255"/>
                    <a:pt x="1131" y="14862"/>
                    <a:pt x="1228" y="14489"/>
                  </a:cubicBezTo>
                  <a:cubicBezTo>
                    <a:pt x="473" y="13797"/>
                    <a:pt x="0" y="12804"/>
                    <a:pt x="0" y="11700"/>
                  </a:cubicBezTo>
                  <a:cubicBezTo>
                    <a:pt x="0" y="10404"/>
                    <a:pt x="652" y="9260"/>
                    <a:pt x="1647" y="8579"/>
                  </a:cubicBezTo>
                  <a:cubicBezTo>
                    <a:pt x="1285" y="7899"/>
                    <a:pt x="1080" y="7124"/>
                    <a:pt x="1080" y="6300"/>
                  </a:cubicBezTo>
                  <a:cubicBezTo>
                    <a:pt x="1080" y="3616"/>
                    <a:pt x="3256" y="1440"/>
                    <a:pt x="5940" y="1440"/>
                  </a:cubicBezTo>
                  <a:cubicBezTo>
                    <a:pt x="6133" y="1440"/>
                    <a:pt x="6324" y="1451"/>
                    <a:pt x="6511" y="1473"/>
                  </a:cubicBezTo>
                  <a:cubicBezTo>
                    <a:pt x="7817" y="546"/>
                    <a:pt x="9423" y="0"/>
                    <a:pt x="11160" y="0"/>
                  </a:cubicBezTo>
                  <a:cubicBezTo>
                    <a:pt x="13232" y="0"/>
                    <a:pt x="15119" y="778"/>
                    <a:pt x="16531" y="2051"/>
                  </a:cubicBezTo>
                  <a:cubicBezTo>
                    <a:pt x="16929" y="1889"/>
                    <a:pt x="17364" y="1800"/>
                    <a:pt x="17820" y="1800"/>
                  </a:cubicBezTo>
                  <a:cubicBezTo>
                    <a:pt x="19709" y="1800"/>
                    <a:pt x="21240" y="3331"/>
                    <a:pt x="21240" y="5220"/>
                  </a:cubicBezTo>
                  <a:cubicBezTo>
                    <a:pt x="21240" y="6084"/>
                    <a:pt x="20920" y="6872"/>
                    <a:pt x="20392" y="7474"/>
                  </a:cubicBezTo>
                  <a:cubicBezTo>
                    <a:pt x="21144" y="8362"/>
                    <a:pt x="21600" y="9526"/>
                    <a:pt x="21600" y="10800"/>
                  </a:cubicBezTo>
                  <a:cubicBezTo>
                    <a:pt x="21600" y="12298"/>
                    <a:pt x="20970" y="13644"/>
                    <a:pt x="19969" y="14567"/>
                  </a:cubicBezTo>
                </a:path>
              </a:pathLst>
            </a:cu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2" name="Rounded Rectangle 2"/>
            <p:cNvSpPr/>
            <p:nvPr/>
          </p:nvSpPr>
          <p:spPr>
            <a:xfrm>
              <a:off x="74139" y="148280"/>
              <a:ext cx="148283" cy="148282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3" name="Rounded Rectangle 3"/>
            <p:cNvSpPr/>
            <p:nvPr/>
          </p:nvSpPr>
          <p:spPr>
            <a:xfrm>
              <a:off x="0" y="-1"/>
              <a:ext cx="74141" cy="74141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08" name="Group 8"/>
          <p:cNvGrpSpPr/>
          <p:nvPr/>
        </p:nvGrpSpPr>
        <p:grpSpPr>
          <a:xfrm>
            <a:off x="6360988" y="3632887"/>
            <a:ext cx="704336" cy="889688"/>
            <a:chOff x="0" y="0"/>
            <a:chExt cx="704335" cy="889687"/>
          </a:xfrm>
        </p:grpSpPr>
        <p:sp>
          <p:nvSpPr>
            <p:cNvPr id="105" name="Rounded Rectangle 5"/>
            <p:cNvSpPr/>
            <p:nvPr/>
          </p:nvSpPr>
          <p:spPr>
            <a:xfrm>
              <a:off x="148281" y="333633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69" y="14567"/>
                  </a:moveTo>
                  <a:cubicBezTo>
                    <a:pt x="20094" y="15030"/>
                    <a:pt x="20160" y="15517"/>
                    <a:pt x="20160" y="16020"/>
                  </a:cubicBezTo>
                  <a:cubicBezTo>
                    <a:pt x="20160" y="19102"/>
                    <a:pt x="17662" y="21600"/>
                    <a:pt x="14580" y="21600"/>
                  </a:cubicBezTo>
                  <a:cubicBezTo>
                    <a:pt x="13476" y="21600"/>
                    <a:pt x="12447" y="21279"/>
                    <a:pt x="11581" y="20726"/>
                  </a:cubicBezTo>
                  <a:cubicBezTo>
                    <a:pt x="10978" y="21053"/>
                    <a:pt x="10282" y="21240"/>
                    <a:pt x="9540" y="21240"/>
                  </a:cubicBezTo>
                  <a:cubicBezTo>
                    <a:pt x="8356" y="21240"/>
                    <a:pt x="7289" y="20765"/>
                    <a:pt x="6534" y="20003"/>
                  </a:cubicBezTo>
                  <a:cubicBezTo>
                    <a:pt x="6173" y="20105"/>
                    <a:pt x="5793" y="20160"/>
                    <a:pt x="5400" y="20160"/>
                  </a:cubicBezTo>
                  <a:cubicBezTo>
                    <a:pt x="3014" y="20160"/>
                    <a:pt x="1080" y="18145"/>
                    <a:pt x="1080" y="15660"/>
                  </a:cubicBezTo>
                  <a:cubicBezTo>
                    <a:pt x="1080" y="15255"/>
                    <a:pt x="1131" y="14862"/>
                    <a:pt x="1228" y="14488"/>
                  </a:cubicBezTo>
                  <a:cubicBezTo>
                    <a:pt x="473" y="13797"/>
                    <a:pt x="0" y="12804"/>
                    <a:pt x="0" y="11700"/>
                  </a:cubicBezTo>
                  <a:cubicBezTo>
                    <a:pt x="0" y="10404"/>
                    <a:pt x="652" y="9260"/>
                    <a:pt x="1646" y="8579"/>
                  </a:cubicBezTo>
                  <a:cubicBezTo>
                    <a:pt x="1285" y="7899"/>
                    <a:pt x="1080" y="7124"/>
                    <a:pt x="1080" y="6300"/>
                  </a:cubicBezTo>
                  <a:cubicBezTo>
                    <a:pt x="1080" y="3616"/>
                    <a:pt x="3256" y="1440"/>
                    <a:pt x="5940" y="1440"/>
                  </a:cubicBezTo>
                  <a:cubicBezTo>
                    <a:pt x="6133" y="1440"/>
                    <a:pt x="6324" y="1451"/>
                    <a:pt x="6511" y="1473"/>
                  </a:cubicBezTo>
                  <a:cubicBezTo>
                    <a:pt x="7816" y="547"/>
                    <a:pt x="9423" y="0"/>
                    <a:pt x="11160" y="0"/>
                  </a:cubicBezTo>
                  <a:cubicBezTo>
                    <a:pt x="13232" y="0"/>
                    <a:pt x="15119" y="778"/>
                    <a:pt x="16531" y="2051"/>
                  </a:cubicBezTo>
                  <a:cubicBezTo>
                    <a:pt x="16929" y="1889"/>
                    <a:pt x="17364" y="1800"/>
                    <a:pt x="17820" y="1800"/>
                  </a:cubicBezTo>
                  <a:cubicBezTo>
                    <a:pt x="19709" y="1800"/>
                    <a:pt x="21240" y="3331"/>
                    <a:pt x="21240" y="5220"/>
                  </a:cubicBezTo>
                  <a:cubicBezTo>
                    <a:pt x="21240" y="6084"/>
                    <a:pt x="20920" y="6872"/>
                    <a:pt x="20392" y="7474"/>
                  </a:cubicBezTo>
                  <a:cubicBezTo>
                    <a:pt x="21144" y="8362"/>
                    <a:pt x="21600" y="9526"/>
                    <a:pt x="21600" y="10800"/>
                  </a:cubicBezTo>
                  <a:cubicBezTo>
                    <a:pt x="21600" y="12298"/>
                    <a:pt x="20970" y="13644"/>
                    <a:pt x="19969" y="14567"/>
                  </a:cubicBezTo>
                  <a:close/>
                </a:path>
              </a:pathLst>
            </a:cu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6" name="Rounded Rectangle 6"/>
            <p:cNvSpPr/>
            <p:nvPr/>
          </p:nvSpPr>
          <p:spPr>
            <a:xfrm>
              <a:off x="74139" y="148280"/>
              <a:ext cx="148283" cy="148282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7" name="Rounded Rectangle 7"/>
            <p:cNvSpPr/>
            <p:nvPr/>
          </p:nvSpPr>
          <p:spPr>
            <a:xfrm>
              <a:off x="0" y="-1"/>
              <a:ext cx="74141" cy="74141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12" name="Group 12"/>
          <p:cNvGrpSpPr/>
          <p:nvPr/>
        </p:nvGrpSpPr>
        <p:grpSpPr>
          <a:xfrm>
            <a:off x="5063528" y="3632887"/>
            <a:ext cx="704336" cy="889688"/>
            <a:chOff x="0" y="0"/>
            <a:chExt cx="704335" cy="889687"/>
          </a:xfrm>
        </p:grpSpPr>
        <p:sp>
          <p:nvSpPr>
            <p:cNvPr id="109" name="Rounded Rectangle 9"/>
            <p:cNvSpPr/>
            <p:nvPr/>
          </p:nvSpPr>
          <p:spPr>
            <a:xfrm>
              <a:off x="0" y="333633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579" y="1332"/>
                  </a:moveTo>
                  <a:cubicBezTo>
                    <a:pt x="6157" y="1169"/>
                    <a:pt x="5699" y="1080"/>
                    <a:pt x="5220" y="1080"/>
                  </a:cubicBezTo>
                  <a:cubicBezTo>
                    <a:pt x="3132" y="1080"/>
                    <a:pt x="1440" y="2772"/>
                    <a:pt x="1440" y="4860"/>
                  </a:cubicBezTo>
                  <a:cubicBezTo>
                    <a:pt x="1440" y="5188"/>
                    <a:pt x="1482" y="5507"/>
                    <a:pt x="1561" y="5811"/>
                  </a:cubicBezTo>
                  <a:cubicBezTo>
                    <a:pt x="589" y="6951"/>
                    <a:pt x="0" y="8445"/>
                    <a:pt x="0" y="10080"/>
                  </a:cubicBezTo>
                  <a:cubicBezTo>
                    <a:pt x="0" y="12128"/>
                    <a:pt x="924" y="13955"/>
                    <a:pt x="2367" y="15143"/>
                  </a:cubicBezTo>
                  <a:cubicBezTo>
                    <a:pt x="2233" y="15530"/>
                    <a:pt x="2160" y="15947"/>
                    <a:pt x="2160" y="16380"/>
                  </a:cubicBezTo>
                  <a:cubicBezTo>
                    <a:pt x="2160" y="18468"/>
                    <a:pt x="3852" y="20160"/>
                    <a:pt x="5940" y="20160"/>
                  </a:cubicBezTo>
                  <a:cubicBezTo>
                    <a:pt x="6224" y="20160"/>
                    <a:pt x="6502" y="20129"/>
                    <a:pt x="6768" y="20069"/>
                  </a:cubicBezTo>
                  <a:cubicBezTo>
                    <a:pt x="7687" y="21011"/>
                    <a:pt x="8992" y="21600"/>
                    <a:pt x="10440" y="21600"/>
                  </a:cubicBezTo>
                  <a:cubicBezTo>
                    <a:pt x="12060" y="21600"/>
                    <a:pt x="13502" y="20862"/>
                    <a:pt x="14424" y="19716"/>
                  </a:cubicBezTo>
                  <a:cubicBezTo>
                    <a:pt x="14995" y="20217"/>
                    <a:pt x="15742" y="20520"/>
                    <a:pt x="16560" y="20520"/>
                  </a:cubicBezTo>
                  <a:cubicBezTo>
                    <a:pt x="18350" y="20520"/>
                    <a:pt x="19800" y="19070"/>
                    <a:pt x="19800" y="17280"/>
                  </a:cubicBezTo>
                  <a:cubicBezTo>
                    <a:pt x="19800" y="16970"/>
                    <a:pt x="19756" y="16671"/>
                    <a:pt x="19675" y="16387"/>
                  </a:cubicBezTo>
                  <a:cubicBezTo>
                    <a:pt x="20874" y="14992"/>
                    <a:pt x="21600" y="13163"/>
                    <a:pt x="21600" y="11160"/>
                  </a:cubicBezTo>
                  <a:cubicBezTo>
                    <a:pt x="21600" y="9599"/>
                    <a:pt x="21158" y="8142"/>
                    <a:pt x="20396" y="6916"/>
                  </a:cubicBezTo>
                  <a:cubicBezTo>
                    <a:pt x="20477" y="6543"/>
                    <a:pt x="20520" y="6157"/>
                    <a:pt x="20520" y="5760"/>
                  </a:cubicBezTo>
                  <a:cubicBezTo>
                    <a:pt x="20520" y="2778"/>
                    <a:pt x="18102" y="360"/>
                    <a:pt x="15120" y="360"/>
                  </a:cubicBezTo>
                  <a:cubicBezTo>
                    <a:pt x="14476" y="360"/>
                    <a:pt x="13858" y="473"/>
                    <a:pt x="13285" y="680"/>
                  </a:cubicBezTo>
                  <a:cubicBezTo>
                    <a:pt x="12435" y="246"/>
                    <a:pt x="11467" y="0"/>
                    <a:pt x="10440" y="0"/>
                  </a:cubicBezTo>
                  <a:cubicBezTo>
                    <a:pt x="8976" y="0"/>
                    <a:pt x="7632" y="499"/>
                    <a:pt x="6579" y="1332"/>
                  </a:cubicBezTo>
                </a:path>
              </a:pathLst>
            </a:cu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0" name="Rounded Rectangle 10"/>
            <p:cNvSpPr/>
            <p:nvPr/>
          </p:nvSpPr>
          <p:spPr>
            <a:xfrm>
              <a:off x="481913" y="148280"/>
              <a:ext cx="148283" cy="148282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1" name="Rounded Rectangle 11"/>
            <p:cNvSpPr/>
            <p:nvPr/>
          </p:nvSpPr>
          <p:spPr>
            <a:xfrm>
              <a:off x="630195" y="-1"/>
              <a:ext cx="74141" cy="74141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16" name="Group 16"/>
          <p:cNvGrpSpPr/>
          <p:nvPr/>
        </p:nvGrpSpPr>
        <p:grpSpPr>
          <a:xfrm>
            <a:off x="5063528" y="3632887"/>
            <a:ext cx="704336" cy="889688"/>
            <a:chOff x="0" y="0"/>
            <a:chExt cx="704335" cy="889687"/>
          </a:xfrm>
        </p:grpSpPr>
        <p:sp>
          <p:nvSpPr>
            <p:cNvPr id="113" name="Rounded Rectangle 13"/>
            <p:cNvSpPr/>
            <p:nvPr/>
          </p:nvSpPr>
          <p:spPr>
            <a:xfrm>
              <a:off x="0" y="333633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578" y="1331"/>
                  </a:moveTo>
                  <a:cubicBezTo>
                    <a:pt x="6157" y="1169"/>
                    <a:pt x="5699" y="1080"/>
                    <a:pt x="5220" y="1080"/>
                  </a:cubicBezTo>
                  <a:cubicBezTo>
                    <a:pt x="3132" y="1080"/>
                    <a:pt x="1440" y="2772"/>
                    <a:pt x="1440" y="4860"/>
                  </a:cubicBezTo>
                  <a:cubicBezTo>
                    <a:pt x="1440" y="5188"/>
                    <a:pt x="1482" y="5507"/>
                    <a:pt x="1561" y="5811"/>
                  </a:cubicBezTo>
                  <a:cubicBezTo>
                    <a:pt x="589" y="6951"/>
                    <a:pt x="0" y="8445"/>
                    <a:pt x="0" y="10080"/>
                  </a:cubicBezTo>
                  <a:cubicBezTo>
                    <a:pt x="0" y="12129"/>
                    <a:pt x="924" y="13955"/>
                    <a:pt x="2367" y="15143"/>
                  </a:cubicBezTo>
                  <a:cubicBezTo>
                    <a:pt x="2233" y="15530"/>
                    <a:pt x="2160" y="15947"/>
                    <a:pt x="2160" y="16380"/>
                  </a:cubicBezTo>
                  <a:cubicBezTo>
                    <a:pt x="2160" y="18468"/>
                    <a:pt x="3852" y="20160"/>
                    <a:pt x="5940" y="20160"/>
                  </a:cubicBezTo>
                  <a:cubicBezTo>
                    <a:pt x="6224" y="20160"/>
                    <a:pt x="6502" y="20129"/>
                    <a:pt x="6768" y="20069"/>
                  </a:cubicBezTo>
                  <a:cubicBezTo>
                    <a:pt x="7687" y="21011"/>
                    <a:pt x="8992" y="21600"/>
                    <a:pt x="10440" y="21600"/>
                  </a:cubicBezTo>
                  <a:cubicBezTo>
                    <a:pt x="12060" y="21600"/>
                    <a:pt x="13502" y="20862"/>
                    <a:pt x="14424" y="19717"/>
                  </a:cubicBezTo>
                  <a:cubicBezTo>
                    <a:pt x="14995" y="20217"/>
                    <a:pt x="15742" y="20520"/>
                    <a:pt x="16560" y="20520"/>
                  </a:cubicBezTo>
                  <a:cubicBezTo>
                    <a:pt x="18349" y="20520"/>
                    <a:pt x="19800" y="19069"/>
                    <a:pt x="19800" y="17280"/>
                  </a:cubicBezTo>
                  <a:cubicBezTo>
                    <a:pt x="19800" y="16970"/>
                    <a:pt x="19756" y="16670"/>
                    <a:pt x="19675" y="16387"/>
                  </a:cubicBezTo>
                  <a:cubicBezTo>
                    <a:pt x="20873" y="14992"/>
                    <a:pt x="21600" y="13163"/>
                    <a:pt x="21600" y="11160"/>
                  </a:cubicBezTo>
                  <a:cubicBezTo>
                    <a:pt x="21600" y="9599"/>
                    <a:pt x="21158" y="8143"/>
                    <a:pt x="20396" y="6916"/>
                  </a:cubicBezTo>
                  <a:cubicBezTo>
                    <a:pt x="20477" y="6543"/>
                    <a:pt x="20520" y="6157"/>
                    <a:pt x="20520" y="5760"/>
                  </a:cubicBezTo>
                  <a:cubicBezTo>
                    <a:pt x="20520" y="2778"/>
                    <a:pt x="18102" y="360"/>
                    <a:pt x="15120" y="360"/>
                  </a:cubicBezTo>
                  <a:cubicBezTo>
                    <a:pt x="14476" y="360"/>
                    <a:pt x="13858" y="473"/>
                    <a:pt x="13285" y="680"/>
                  </a:cubicBezTo>
                  <a:cubicBezTo>
                    <a:pt x="12435" y="246"/>
                    <a:pt x="11467" y="0"/>
                    <a:pt x="10440" y="0"/>
                  </a:cubicBezTo>
                  <a:cubicBezTo>
                    <a:pt x="8976" y="0"/>
                    <a:pt x="7632" y="499"/>
                    <a:pt x="6578" y="1331"/>
                  </a:cubicBezTo>
                  <a:close/>
                </a:path>
              </a:pathLst>
            </a:cu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4" name="Rounded Rectangle 14"/>
            <p:cNvSpPr/>
            <p:nvPr/>
          </p:nvSpPr>
          <p:spPr>
            <a:xfrm>
              <a:off x="481913" y="148280"/>
              <a:ext cx="148283" cy="148282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5" name="Rounded Rectangle 15"/>
            <p:cNvSpPr/>
            <p:nvPr/>
          </p:nvSpPr>
          <p:spPr>
            <a:xfrm>
              <a:off x="630195" y="-1"/>
              <a:ext cx="74141" cy="74141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20" name="Group 20"/>
          <p:cNvGrpSpPr/>
          <p:nvPr/>
        </p:nvGrpSpPr>
        <p:grpSpPr>
          <a:xfrm>
            <a:off x="6657550" y="2743200"/>
            <a:ext cx="963829" cy="556054"/>
            <a:chOff x="0" y="0"/>
            <a:chExt cx="963827" cy="556053"/>
          </a:xfrm>
        </p:grpSpPr>
        <p:sp>
          <p:nvSpPr>
            <p:cNvPr id="117" name="Rounded Rectangle 17"/>
            <p:cNvSpPr/>
            <p:nvPr/>
          </p:nvSpPr>
          <p:spPr>
            <a:xfrm>
              <a:off x="407773" y="0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40" y="21600"/>
                  </a:moveTo>
                  <a:cubicBezTo>
                    <a:pt x="12222" y="21600"/>
                    <a:pt x="13867" y="21025"/>
                    <a:pt x="15190" y="20054"/>
                  </a:cubicBezTo>
                  <a:cubicBezTo>
                    <a:pt x="15761" y="20352"/>
                    <a:pt x="16411" y="20520"/>
                    <a:pt x="17100" y="20520"/>
                  </a:cubicBezTo>
                  <a:cubicBezTo>
                    <a:pt x="19386" y="20520"/>
                    <a:pt x="21240" y="18666"/>
                    <a:pt x="21240" y="16380"/>
                  </a:cubicBezTo>
                  <a:cubicBezTo>
                    <a:pt x="21240" y="15305"/>
                    <a:pt x="20830" y="14326"/>
                    <a:pt x="20159" y="13590"/>
                  </a:cubicBezTo>
                  <a:cubicBezTo>
                    <a:pt x="21037" y="12898"/>
                    <a:pt x="21600" y="11825"/>
                    <a:pt x="21600" y="10620"/>
                  </a:cubicBezTo>
                  <a:cubicBezTo>
                    <a:pt x="21600" y="9749"/>
                    <a:pt x="21306" y="8947"/>
                    <a:pt x="20810" y="8307"/>
                  </a:cubicBezTo>
                  <a:cubicBezTo>
                    <a:pt x="20856" y="8005"/>
                    <a:pt x="20880" y="7695"/>
                    <a:pt x="20880" y="7380"/>
                  </a:cubicBezTo>
                  <a:cubicBezTo>
                    <a:pt x="20880" y="4099"/>
                    <a:pt x="18301" y="1440"/>
                    <a:pt x="15120" y="1440"/>
                  </a:cubicBezTo>
                  <a:cubicBezTo>
                    <a:pt x="14763" y="1440"/>
                    <a:pt x="14414" y="1473"/>
                    <a:pt x="14076" y="1538"/>
                  </a:cubicBezTo>
                  <a:cubicBezTo>
                    <a:pt x="12964" y="581"/>
                    <a:pt x="11502" y="0"/>
                    <a:pt x="9900" y="0"/>
                  </a:cubicBezTo>
                  <a:cubicBezTo>
                    <a:pt x="8256" y="0"/>
                    <a:pt x="6759" y="612"/>
                    <a:pt x="5637" y="1614"/>
                  </a:cubicBezTo>
                  <a:cubicBezTo>
                    <a:pt x="5278" y="1501"/>
                    <a:pt x="4896" y="1440"/>
                    <a:pt x="4500" y="1440"/>
                  </a:cubicBezTo>
                  <a:cubicBezTo>
                    <a:pt x="2412" y="1440"/>
                    <a:pt x="720" y="3132"/>
                    <a:pt x="720" y="5220"/>
                  </a:cubicBezTo>
                  <a:cubicBezTo>
                    <a:pt x="720" y="6146"/>
                    <a:pt x="1053" y="6994"/>
                    <a:pt x="1606" y="7651"/>
                  </a:cubicBezTo>
                  <a:cubicBezTo>
                    <a:pt x="1049" y="8430"/>
                    <a:pt x="720" y="9395"/>
                    <a:pt x="720" y="10440"/>
                  </a:cubicBezTo>
                  <a:cubicBezTo>
                    <a:pt x="720" y="11269"/>
                    <a:pt x="927" y="12047"/>
                    <a:pt x="1290" y="12722"/>
                  </a:cubicBezTo>
                  <a:cubicBezTo>
                    <a:pt x="489" y="13589"/>
                    <a:pt x="0" y="14747"/>
                    <a:pt x="0" y="16020"/>
                  </a:cubicBezTo>
                  <a:cubicBezTo>
                    <a:pt x="0" y="18704"/>
                    <a:pt x="2176" y="20880"/>
                    <a:pt x="4860" y="20880"/>
                  </a:cubicBezTo>
                  <a:cubicBezTo>
                    <a:pt x="5444" y="20880"/>
                    <a:pt x="6004" y="20777"/>
                    <a:pt x="6522" y="20588"/>
                  </a:cubicBezTo>
                  <a:cubicBezTo>
                    <a:pt x="7678" y="21232"/>
                    <a:pt x="9015" y="21600"/>
                    <a:pt x="10440" y="21600"/>
                  </a:cubicBezTo>
                </a:path>
              </a:pathLst>
            </a:cu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8" name="Rounded Rectangle 18"/>
            <p:cNvSpPr/>
            <p:nvPr/>
          </p:nvSpPr>
          <p:spPr>
            <a:xfrm>
              <a:off x="166816" y="203886"/>
              <a:ext cx="148282" cy="148282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9" name="Rounded Rectangle 19"/>
            <p:cNvSpPr/>
            <p:nvPr/>
          </p:nvSpPr>
          <p:spPr>
            <a:xfrm>
              <a:off x="0" y="240956"/>
              <a:ext cx="74141" cy="74141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24" name="Group 24"/>
          <p:cNvGrpSpPr/>
          <p:nvPr/>
        </p:nvGrpSpPr>
        <p:grpSpPr>
          <a:xfrm>
            <a:off x="6657550" y="2743200"/>
            <a:ext cx="963829" cy="556054"/>
            <a:chOff x="0" y="0"/>
            <a:chExt cx="963827" cy="556053"/>
          </a:xfrm>
        </p:grpSpPr>
        <p:sp>
          <p:nvSpPr>
            <p:cNvPr id="121" name="Rounded Rectangle 21"/>
            <p:cNvSpPr/>
            <p:nvPr/>
          </p:nvSpPr>
          <p:spPr>
            <a:xfrm>
              <a:off x="407773" y="0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40" y="21600"/>
                  </a:moveTo>
                  <a:cubicBezTo>
                    <a:pt x="12222" y="21600"/>
                    <a:pt x="13867" y="21025"/>
                    <a:pt x="15190" y="20054"/>
                  </a:cubicBezTo>
                  <a:cubicBezTo>
                    <a:pt x="15761" y="20352"/>
                    <a:pt x="16411" y="20520"/>
                    <a:pt x="17100" y="20520"/>
                  </a:cubicBezTo>
                  <a:cubicBezTo>
                    <a:pt x="19386" y="20520"/>
                    <a:pt x="21240" y="18666"/>
                    <a:pt x="21240" y="16380"/>
                  </a:cubicBezTo>
                  <a:cubicBezTo>
                    <a:pt x="21240" y="15305"/>
                    <a:pt x="20830" y="14326"/>
                    <a:pt x="20159" y="13590"/>
                  </a:cubicBezTo>
                  <a:cubicBezTo>
                    <a:pt x="21036" y="12898"/>
                    <a:pt x="21600" y="11825"/>
                    <a:pt x="21600" y="10620"/>
                  </a:cubicBezTo>
                  <a:cubicBezTo>
                    <a:pt x="21600" y="9749"/>
                    <a:pt x="21305" y="8947"/>
                    <a:pt x="20810" y="8307"/>
                  </a:cubicBezTo>
                  <a:cubicBezTo>
                    <a:pt x="20856" y="8005"/>
                    <a:pt x="20880" y="7695"/>
                    <a:pt x="20880" y="7380"/>
                  </a:cubicBezTo>
                  <a:cubicBezTo>
                    <a:pt x="20880" y="4099"/>
                    <a:pt x="18301" y="1440"/>
                    <a:pt x="15120" y="1440"/>
                  </a:cubicBezTo>
                  <a:cubicBezTo>
                    <a:pt x="14763" y="1440"/>
                    <a:pt x="14414" y="1473"/>
                    <a:pt x="14076" y="1537"/>
                  </a:cubicBezTo>
                  <a:cubicBezTo>
                    <a:pt x="12964" y="581"/>
                    <a:pt x="11502" y="0"/>
                    <a:pt x="9900" y="0"/>
                  </a:cubicBezTo>
                  <a:cubicBezTo>
                    <a:pt x="8256" y="0"/>
                    <a:pt x="6759" y="612"/>
                    <a:pt x="5637" y="1614"/>
                  </a:cubicBezTo>
                  <a:cubicBezTo>
                    <a:pt x="5278" y="1501"/>
                    <a:pt x="4896" y="1440"/>
                    <a:pt x="4500" y="1440"/>
                  </a:cubicBezTo>
                  <a:cubicBezTo>
                    <a:pt x="2412" y="1440"/>
                    <a:pt x="720" y="3132"/>
                    <a:pt x="720" y="5220"/>
                  </a:cubicBezTo>
                  <a:cubicBezTo>
                    <a:pt x="720" y="6146"/>
                    <a:pt x="1053" y="6994"/>
                    <a:pt x="1606" y="7651"/>
                  </a:cubicBezTo>
                  <a:cubicBezTo>
                    <a:pt x="1049" y="8430"/>
                    <a:pt x="720" y="9395"/>
                    <a:pt x="720" y="10440"/>
                  </a:cubicBezTo>
                  <a:cubicBezTo>
                    <a:pt x="720" y="11269"/>
                    <a:pt x="927" y="12047"/>
                    <a:pt x="1290" y="12722"/>
                  </a:cubicBezTo>
                  <a:cubicBezTo>
                    <a:pt x="489" y="13588"/>
                    <a:pt x="0" y="14747"/>
                    <a:pt x="0" y="16020"/>
                  </a:cubicBezTo>
                  <a:cubicBezTo>
                    <a:pt x="0" y="18704"/>
                    <a:pt x="2176" y="20880"/>
                    <a:pt x="4860" y="20880"/>
                  </a:cubicBezTo>
                  <a:cubicBezTo>
                    <a:pt x="5444" y="20880"/>
                    <a:pt x="6004" y="20777"/>
                    <a:pt x="6522" y="20588"/>
                  </a:cubicBezTo>
                  <a:cubicBezTo>
                    <a:pt x="7678" y="21232"/>
                    <a:pt x="9015" y="21600"/>
                    <a:pt x="10440" y="21600"/>
                  </a:cubicBezTo>
                  <a:close/>
                </a:path>
              </a:pathLst>
            </a:cu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2" name="Rounded Rectangle 22"/>
            <p:cNvSpPr/>
            <p:nvPr/>
          </p:nvSpPr>
          <p:spPr>
            <a:xfrm>
              <a:off x="166816" y="203886"/>
              <a:ext cx="148282" cy="148282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3" name="Rounded Rectangle 23"/>
            <p:cNvSpPr/>
            <p:nvPr/>
          </p:nvSpPr>
          <p:spPr>
            <a:xfrm>
              <a:off x="0" y="240956"/>
              <a:ext cx="74141" cy="74141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28" name="Group 28"/>
          <p:cNvGrpSpPr/>
          <p:nvPr/>
        </p:nvGrpSpPr>
        <p:grpSpPr>
          <a:xfrm>
            <a:off x="4507474" y="2743200"/>
            <a:ext cx="963828" cy="556054"/>
            <a:chOff x="0" y="0"/>
            <a:chExt cx="963826" cy="556053"/>
          </a:xfrm>
        </p:grpSpPr>
        <p:sp>
          <p:nvSpPr>
            <p:cNvPr id="125" name="Rounded Rectangle 25"/>
            <p:cNvSpPr/>
            <p:nvPr/>
          </p:nvSpPr>
          <p:spPr>
            <a:xfrm>
              <a:off x="0" y="0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15" y="3240"/>
                  </a:moveTo>
                  <a:cubicBezTo>
                    <a:pt x="3803" y="3240"/>
                    <a:pt x="3792" y="3240"/>
                    <a:pt x="3780" y="3240"/>
                  </a:cubicBezTo>
                  <a:cubicBezTo>
                    <a:pt x="1692" y="3240"/>
                    <a:pt x="0" y="4932"/>
                    <a:pt x="0" y="7020"/>
                  </a:cubicBezTo>
                  <a:cubicBezTo>
                    <a:pt x="0" y="8127"/>
                    <a:pt x="476" y="9122"/>
                    <a:pt x="1233" y="9813"/>
                  </a:cubicBezTo>
                  <a:cubicBezTo>
                    <a:pt x="1133" y="10245"/>
                    <a:pt x="1080" y="10696"/>
                    <a:pt x="1080" y="11160"/>
                  </a:cubicBezTo>
                  <a:cubicBezTo>
                    <a:pt x="1080" y="11428"/>
                    <a:pt x="1098" y="11692"/>
                    <a:pt x="1132" y="11951"/>
                  </a:cubicBezTo>
                  <a:cubicBezTo>
                    <a:pt x="644" y="12708"/>
                    <a:pt x="360" y="13611"/>
                    <a:pt x="360" y="14580"/>
                  </a:cubicBezTo>
                  <a:cubicBezTo>
                    <a:pt x="360" y="17264"/>
                    <a:pt x="2536" y="19440"/>
                    <a:pt x="5220" y="19440"/>
                  </a:cubicBezTo>
                  <a:cubicBezTo>
                    <a:pt x="5345" y="19440"/>
                    <a:pt x="5468" y="19435"/>
                    <a:pt x="5591" y="19426"/>
                  </a:cubicBezTo>
                  <a:cubicBezTo>
                    <a:pt x="6902" y="20765"/>
                    <a:pt x="8751" y="21600"/>
                    <a:pt x="10800" y="21600"/>
                  </a:cubicBezTo>
                  <a:cubicBezTo>
                    <a:pt x="12831" y="21600"/>
                    <a:pt x="14665" y="20780"/>
                    <a:pt x="15974" y="19461"/>
                  </a:cubicBezTo>
                  <a:cubicBezTo>
                    <a:pt x="16424" y="19678"/>
                    <a:pt x="16928" y="19800"/>
                    <a:pt x="17460" y="19800"/>
                  </a:cubicBezTo>
                  <a:cubicBezTo>
                    <a:pt x="19349" y="19800"/>
                    <a:pt x="20880" y="18269"/>
                    <a:pt x="20880" y="16380"/>
                  </a:cubicBezTo>
                  <a:cubicBezTo>
                    <a:pt x="20880" y="15346"/>
                    <a:pt x="20421" y="14420"/>
                    <a:pt x="19696" y="13793"/>
                  </a:cubicBezTo>
                  <a:cubicBezTo>
                    <a:pt x="20861" y="12769"/>
                    <a:pt x="21600" y="11243"/>
                    <a:pt x="21600" y="9540"/>
                  </a:cubicBezTo>
                  <a:cubicBezTo>
                    <a:pt x="21600" y="8073"/>
                    <a:pt x="21052" y="6738"/>
                    <a:pt x="20156" y="5742"/>
                  </a:cubicBezTo>
                  <a:cubicBezTo>
                    <a:pt x="20159" y="5688"/>
                    <a:pt x="20160" y="5634"/>
                    <a:pt x="20160" y="5580"/>
                  </a:cubicBezTo>
                  <a:cubicBezTo>
                    <a:pt x="20160" y="3691"/>
                    <a:pt x="18629" y="2160"/>
                    <a:pt x="16740" y="2160"/>
                  </a:cubicBezTo>
                  <a:cubicBezTo>
                    <a:pt x="16532" y="2160"/>
                    <a:pt x="16327" y="2179"/>
                    <a:pt x="16129" y="2214"/>
                  </a:cubicBezTo>
                  <a:cubicBezTo>
                    <a:pt x="14645" y="842"/>
                    <a:pt x="12643" y="0"/>
                    <a:pt x="10440" y="0"/>
                  </a:cubicBezTo>
                  <a:cubicBezTo>
                    <a:pt x="7731" y="0"/>
                    <a:pt x="5326" y="1273"/>
                    <a:pt x="3815" y="3240"/>
                  </a:cubicBezTo>
                </a:path>
              </a:pathLst>
            </a:cu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6" name="Rounded Rectangle 26"/>
            <p:cNvSpPr/>
            <p:nvPr/>
          </p:nvSpPr>
          <p:spPr>
            <a:xfrm>
              <a:off x="648730" y="203886"/>
              <a:ext cx="148282" cy="148282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7" name="Rounded Rectangle 27"/>
            <p:cNvSpPr/>
            <p:nvPr/>
          </p:nvSpPr>
          <p:spPr>
            <a:xfrm>
              <a:off x="889686" y="240956"/>
              <a:ext cx="74141" cy="74141"/>
            </a:xfrm>
            <a:prstGeom prst="ellipse">
              <a:avLst/>
            </a:pr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32" name="Group 32"/>
          <p:cNvGrpSpPr/>
          <p:nvPr/>
        </p:nvGrpSpPr>
        <p:grpSpPr>
          <a:xfrm>
            <a:off x="4507474" y="2743200"/>
            <a:ext cx="963828" cy="556054"/>
            <a:chOff x="0" y="0"/>
            <a:chExt cx="963826" cy="556053"/>
          </a:xfrm>
        </p:grpSpPr>
        <p:sp>
          <p:nvSpPr>
            <p:cNvPr id="129" name="Rounded Rectangle 29"/>
            <p:cNvSpPr/>
            <p:nvPr/>
          </p:nvSpPr>
          <p:spPr>
            <a:xfrm>
              <a:off x="0" y="0"/>
              <a:ext cx="556055" cy="55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15" y="3240"/>
                  </a:moveTo>
                  <a:cubicBezTo>
                    <a:pt x="3803" y="3240"/>
                    <a:pt x="3792" y="3240"/>
                    <a:pt x="3780" y="3240"/>
                  </a:cubicBezTo>
                  <a:cubicBezTo>
                    <a:pt x="1692" y="3240"/>
                    <a:pt x="0" y="4932"/>
                    <a:pt x="0" y="7020"/>
                  </a:cubicBezTo>
                  <a:cubicBezTo>
                    <a:pt x="0" y="8127"/>
                    <a:pt x="475" y="9122"/>
                    <a:pt x="1233" y="9813"/>
                  </a:cubicBezTo>
                  <a:cubicBezTo>
                    <a:pt x="1133" y="10245"/>
                    <a:pt x="1080" y="10696"/>
                    <a:pt x="1080" y="11160"/>
                  </a:cubicBezTo>
                  <a:cubicBezTo>
                    <a:pt x="1080" y="11428"/>
                    <a:pt x="1098" y="11692"/>
                    <a:pt x="1132" y="11950"/>
                  </a:cubicBezTo>
                  <a:cubicBezTo>
                    <a:pt x="643" y="12708"/>
                    <a:pt x="360" y="13611"/>
                    <a:pt x="360" y="14580"/>
                  </a:cubicBezTo>
                  <a:cubicBezTo>
                    <a:pt x="360" y="17264"/>
                    <a:pt x="2536" y="19440"/>
                    <a:pt x="5220" y="19440"/>
                  </a:cubicBezTo>
                  <a:cubicBezTo>
                    <a:pt x="5345" y="19440"/>
                    <a:pt x="5468" y="19435"/>
                    <a:pt x="5591" y="19426"/>
                  </a:cubicBezTo>
                  <a:cubicBezTo>
                    <a:pt x="6902" y="20765"/>
                    <a:pt x="8751" y="21600"/>
                    <a:pt x="10800" y="21600"/>
                  </a:cubicBezTo>
                  <a:cubicBezTo>
                    <a:pt x="12831" y="21600"/>
                    <a:pt x="14665" y="20780"/>
                    <a:pt x="15974" y="19461"/>
                  </a:cubicBezTo>
                  <a:cubicBezTo>
                    <a:pt x="16424" y="19678"/>
                    <a:pt x="16928" y="19800"/>
                    <a:pt x="17460" y="19800"/>
                  </a:cubicBezTo>
                  <a:cubicBezTo>
                    <a:pt x="19349" y="19800"/>
                    <a:pt x="20880" y="18269"/>
                    <a:pt x="20880" y="16380"/>
                  </a:cubicBezTo>
                  <a:cubicBezTo>
                    <a:pt x="20880" y="15346"/>
                    <a:pt x="20421" y="14420"/>
                    <a:pt x="19696" y="13792"/>
                  </a:cubicBezTo>
                  <a:cubicBezTo>
                    <a:pt x="20861" y="12769"/>
                    <a:pt x="21600" y="11244"/>
                    <a:pt x="21600" y="9540"/>
                  </a:cubicBezTo>
                  <a:cubicBezTo>
                    <a:pt x="21600" y="8073"/>
                    <a:pt x="21052" y="6738"/>
                    <a:pt x="20156" y="5742"/>
                  </a:cubicBezTo>
                  <a:cubicBezTo>
                    <a:pt x="20159" y="5688"/>
                    <a:pt x="20160" y="5634"/>
                    <a:pt x="20160" y="5580"/>
                  </a:cubicBezTo>
                  <a:cubicBezTo>
                    <a:pt x="20160" y="3691"/>
                    <a:pt x="18629" y="2160"/>
                    <a:pt x="16740" y="2160"/>
                  </a:cubicBezTo>
                  <a:cubicBezTo>
                    <a:pt x="16531" y="2160"/>
                    <a:pt x="16327" y="2179"/>
                    <a:pt x="16129" y="2214"/>
                  </a:cubicBezTo>
                  <a:cubicBezTo>
                    <a:pt x="14645" y="842"/>
                    <a:pt x="12643" y="0"/>
                    <a:pt x="10440" y="0"/>
                  </a:cubicBezTo>
                  <a:cubicBezTo>
                    <a:pt x="7731" y="0"/>
                    <a:pt x="5326" y="1273"/>
                    <a:pt x="3815" y="3240"/>
                  </a:cubicBezTo>
                  <a:close/>
                </a:path>
              </a:pathLst>
            </a:cu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0" name="Rounded Rectangle 30"/>
            <p:cNvSpPr/>
            <p:nvPr/>
          </p:nvSpPr>
          <p:spPr>
            <a:xfrm>
              <a:off x="648730" y="203886"/>
              <a:ext cx="148282" cy="148282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1" name="Rounded Rectangle 31"/>
            <p:cNvSpPr/>
            <p:nvPr/>
          </p:nvSpPr>
          <p:spPr>
            <a:xfrm>
              <a:off x="889686" y="240956"/>
              <a:ext cx="74141" cy="74141"/>
            </a:xfrm>
            <a:prstGeom prst="ellipse">
              <a:avLst/>
            </a:prstGeom>
            <a:noFill/>
            <a:ln w="13901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133" name="TextBox 33"/>
          <p:cNvSpPr txBox="1"/>
          <p:nvPr/>
        </p:nvSpPr>
        <p:spPr>
          <a:xfrm>
            <a:off x="2441184" y="1404036"/>
            <a:ext cx="724641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Research Question:</a:t>
            </a:r>
          </a:p>
          <a:p>
            <a:pPr algn="ctr">
              <a:defRPr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Can tree-based models reliably classify Parkinson’s Disease using</a:t>
            </a:r>
          </a:p>
          <a:p>
            <a:pPr algn="ctr">
              <a:defRPr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biomedical voice measures?</a:t>
            </a:r>
          </a:p>
        </p:txBody>
      </p:sp>
      <p:sp>
        <p:nvSpPr>
          <p:cNvPr id="134" name="TextBox 34"/>
          <p:cNvSpPr txBox="1"/>
          <p:nvPr/>
        </p:nvSpPr>
        <p:spPr>
          <a:xfrm>
            <a:off x="2764713" y="2928552"/>
            <a:ext cx="161298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400" b="1">
                <a:solidFill>
                  <a:srgbClr val="43DD9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Model Comparison</a:t>
            </a:r>
          </a:p>
        </p:txBody>
      </p:sp>
      <p:sp>
        <p:nvSpPr>
          <p:cNvPr id="135" name="TextBox 35"/>
          <p:cNvSpPr txBox="1"/>
          <p:nvPr/>
        </p:nvSpPr>
        <p:spPr>
          <a:xfrm>
            <a:off x="7751123" y="2928552"/>
            <a:ext cx="174486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Literature Alignment</a:t>
            </a:r>
          </a:p>
        </p:txBody>
      </p:sp>
      <p:sp>
        <p:nvSpPr>
          <p:cNvPr id="136" name="TextBox 36"/>
          <p:cNvSpPr txBox="1"/>
          <p:nvPr/>
        </p:nvSpPr>
        <p:spPr>
          <a:xfrm>
            <a:off x="2741608" y="3257551"/>
            <a:ext cx="163616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Which model (Decision Tree,</a:t>
            </a:r>
          </a:p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Bagging, Random Forest,</a:t>
            </a:r>
          </a:p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Gradient Boosting) performs</a:t>
            </a:r>
          </a:p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best for PD detection?</a:t>
            </a:r>
          </a:p>
        </p:txBody>
      </p:sp>
      <p:sp>
        <p:nvSpPr>
          <p:cNvPr id="137" name="TextBox 37"/>
          <p:cNvSpPr txBox="1"/>
          <p:nvPr/>
        </p:nvSpPr>
        <p:spPr>
          <a:xfrm>
            <a:off x="7751123" y="3239016"/>
            <a:ext cx="165743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Do the results align with prior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literature on PD-related voice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biomarkers?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7195069" y="4059194"/>
            <a:ext cx="166273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Feature Importance</a:t>
            </a:r>
          </a:p>
        </p:txBody>
      </p:sp>
      <p:sp>
        <p:nvSpPr>
          <p:cNvPr id="139" name="TextBox 39"/>
          <p:cNvSpPr txBox="1"/>
          <p:nvPr/>
        </p:nvSpPr>
        <p:spPr>
          <a:xfrm>
            <a:off x="3241549" y="4207476"/>
            <a:ext cx="169225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F91FC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Impact of Class</a:t>
            </a:r>
          </a:p>
          <a:p>
            <a:pPr algn="r">
              <a:defRPr sz="1400" b="1">
                <a:solidFill>
                  <a:srgbClr val="4F91FC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Imbalance Handling</a:t>
            </a:r>
          </a:p>
        </p:txBody>
      </p:sp>
      <p:sp>
        <p:nvSpPr>
          <p:cNvPr id="140" name="TextBox 40"/>
          <p:cNvSpPr txBox="1"/>
          <p:nvPr/>
        </p:nvSpPr>
        <p:spPr>
          <a:xfrm>
            <a:off x="7195070" y="4453066"/>
            <a:ext cx="1770547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How do different models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compare in terms of feature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importance, and what does this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reveal about the key vocal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biomarkers contributing to</a:t>
            </a:r>
          </a:p>
          <a:p>
            <a:pPr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Parkinson’s detection?</a:t>
            </a:r>
          </a:p>
        </p:txBody>
      </p:sp>
      <p:sp>
        <p:nvSpPr>
          <p:cNvPr id="141" name="TextBox 41"/>
          <p:cNvSpPr txBox="1"/>
          <p:nvPr/>
        </p:nvSpPr>
        <p:spPr>
          <a:xfrm>
            <a:off x="3170342" y="4842304"/>
            <a:ext cx="176347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Does handling class imbalance</a:t>
            </a:r>
          </a:p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improve predictive</a:t>
            </a:r>
          </a:p>
          <a:p>
            <a:pPr algn="r">
              <a:defRPr sz="10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performance?</a:t>
            </a:r>
          </a:p>
        </p:txBody>
      </p:sp>
      <p:sp>
        <p:nvSpPr>
          <p:cNvPr id="142" name="Rounded Rectangle 42"/>
          <p:cNvSpPr/>
          <p:nvPr/>
        </p:nvSpPr>
        <p:spPr>
          <a:xfrm>
            <a:off x="5791958" y="2709671"/>
            <a:ext cx="544933" cy="623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39" extrusionOk="0">
                <a:moveTo>
                  <a:pt x="11020" y="8583"/>
                </a:moveTo>
                <a:cubicBezTo>
                  <a:pt x="9918" y="7640"/>
                  <a:pt x="7714" y="7168"/>
                  <a:pt x="6612" y="8111"/>
                </a:cubicBezTo>
                <a:moveTo>
                  <a:pt x="110" y="10469"/>
                </a:moveTo>
                <a:cubicBezTo>
                  <a:pt x="0" y="10092"/>
                  <a:pt x="0" y="9715"/>
                  <a:pt x="0" y="9243"/>
                </a:cubicBezTo>
                <a:cubicBezTo>
                  <a:pt x="0" y="4150"/>
                  <a:pt x="4849" y="0"/>
                  <a:pt x="10800" y="0"/>
                </a:cubicBezTo>
                <a:cubicBezTo>
                  <a:pt x="16751" y="0"/>
                  <a:pt x="21600" y="4150"/>
                  <a:pt x="21600" y="9243"/>
                </a:cubicBezTo>
                <a:cubicBezTo>
                  <a:pt x="21600" y="12639"/>
                  <a:pt x="19506" y="15563"/>
                  <a:pt x="16310" y="17166"/>
                </a:cubicBezTo>
                <a:moveTo>
                  <a:pt x="8761" y="20567"/>
                </a:moveTo>
                <a:cubicBezTo>
                  <a:pt x="10965" y="19813"/>
                  <a:pt x="10552" y="18150"/>
                  <a:pt x="10111" y="16641"/>
                </a:cubicBezTo>
                <a:lnTo>
                  <a:pt x="13620" y="15478"/>
                </a:lnTo>
                <a:cubicBezTo>
                  <a:pt x="14434" y="15208"/>
                  <a:pt x="14859" y="14442"/>
                  <a:pt x="14589" y="13732"/>
                </a:cubicBezTo>
                <a:cubicBezTo>
                  <a:pt x="14449" y="13365"/>
                  <a:pt x="14139" y="13063"/>
                  <a:pt x="13732" y="12897"/>
                </a:cubicBezTo>
                <a:cubicBezTo>
                  <a:pt x="13324" y="12732"/>
                  <a:pt x="12855" y="12717"/>
                  <a:pt x="12434" y="12857"/>
                </a:cubicBezTo>
                <a:lnTo>
                  <a:pt x="5979" y="14998"/>
                </a:lnTo>
                <a:cubicBezTo>
                  <a:pt x="5428" y="15186"/>
                  <a:pt x="4766" y="14809"/>
                  <a:pt x="4766" y="14337"/>
                </a:cubicBezTo>
                <a:lnTo>
                  <a:pt x="4723" y="13444"/>
                </a:lnTo>
                <a:cubicBezTo>
                  <a:pt x="4706" y="13080"/>
                  <a:pt x="4513" y="12739"/>
                  <a:pt x="4190" y="12502"/>
                </a:cubicBezTo>
                <a:cubicBezTo>
                  <a:pt x="3867" y="12264"/>
                  <a:pt x="3444" y="12152"/>
                  <a:pt x="3021" y="12192"/>
                </a:cubicBezTo>
                <a:cubicBezTo>
                  <a:pt x="2242" y="12265"/>
                  <a:pt x="1653" y="12828"/>
                  <a:pt x="1653" y="13498"/>
                </a:cubicBezTo>
                <a:lnTo>
                  <a:pt x="1653" y="17356"/>
                </a:lnTo>
                <a:cubicBezTo>
                  <a:pt x="1653" y="19808"/>
                  <a:pt x="4298" y="21600"/>
                  <a:pt x="7053" y="21034"/>
                </a:cubicBezTo>
                <a:cubicBezTo>
                  <a:pt x="7053" y="21034"/>
                  <a:pt x="8210" y="20756"/>
                  <a:pt x="8761" y="20567"/>
                </a:cubicBezTo>
                <a:close/>
                <a:moveTo>
                  <a:pt x="5593" y="4810"/>
                </a:moveTo>
                <a:cubicBezTo>
                  <a:pt x="5365" y="4810"/>
                  <a:pt x="5180" y="4652"/>
                  <a:pt x="5180" y="4457"/>
                </a:cubicBezTo>
                <a:cubicBezTo>
                  <a:pt x="5180" y="4261"/>
                  <a:pt x="5365" y="4103"/>
                  <a:pt x="5593" y="4103"/>
                </a:cubicBezTo>
                <a:moveTo>
                  <a:pt x="5593" y="4103"/>
                </a:moveTo>
                <a:cubicBezTo>
                  <a:pt x="5821" y="4103"/>
                  <a:pt x="6006" y="4261"/>
                  <a:pt x="6006" y="4457"/>
                </a:cubicBezTo>
                <a:cubicBezTo>
                  <a:pt x="6006" y="4652"/>
                  <a:pt x="5821" y="4810"/>
                  <a:pt x="5593" y="4810"/>
                </a:cubicBezTo>
                <a:moveTo>
                  <a:pt x="11461" y="4810"/>
                </a:moveTo>
                <a:cubicBezTo>
                  <a:pt x="11233" y="4810"/>
                  <a:pt x="11048" y="4652"/>
                  <a:pt x="11048" y="4457"/>
                </a:cubicBezTo>
                <a:cubicBezTo>
                  <a:pt x="11048" y="4261"/>
                  <a:pt x="11233" y="4103"/>
                  <a:pt x="11461" y="4103"/>
                </a:cubicBezTo>
                <a:moveTo>
                  <a:pt x="11461" y="4103"/>
                </a:moveTo>
                <a:cubicBezTo>
                  <a:pt x="11689" y="4103"/>
                  <a:pt x="11875" y="4261"/>
                  <a:pt x="11875" y="4457"/>
                </a:cubicBezTo>
                <a:cubicBezTo>
                  <a:pt x="11875" y="4652"/>
                  <a:pt x="11689" y="4810"/>
                  <a:pt x="11461" y="4810"/>
                </a:cubicBezTo>
              </a:path>
            </a:pathLst>
          </a:custGeom>
          <a:ln w="13901">
            <a:solidFill>
              <a:srgbClr val="F4F4F4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3" name="Rounded Rectangle 43"/>
          <p:cNvSpPr/>
          <p:nvPr/>
        </p:nvSpPr>
        <p:spPr>
          <a:xfrm>
            <a:off x="4630847" y="2864836"/>
            <a:ext cx="309306" cy="312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94" y="7680"/>
                </a:moveTo>
                <a:lnTo>
                  <a:pt x="728" y="7680"/>
                </a:lnTo>
                <a:cubicBezTo>
                  <a:pt x="326" y="7680"/>
                  <a:pt x="0" y="8002"/>
                  <a:pt x="0" y="8400"/>
                </a:cubicBezTo>
                <a:lnTo>
                  <a:pt x="0" y="13200"/>
                </a:lnTo>
                <a:cubicBezTo>
                  <a:pt x="0" y="13598"/>
                  <a:pt x="326" y="13920"/>
                  <a:pt x="728" y="13920"/>
                </a:cubicBezTo>
                <a:lnTo>
                  <a:pt x="8494" y="13920"/>
                </a:lnTo>
                <a:cubicBezTo>
                  <a:pt x="8896" y="13920"/>
                  <a:pt x="9222" y="13598"/>
                  <a:pt x="9222" y="13200"/>
                </a:cubicBezTo>
                <a:lnTo>
                  <a:pt x="9222" y="8400"/>
                </a:lnTo>
                <a:cubicBezTo>
                  <a:pt x="9222" y="8002"/>
                  <a:pt x="8896" y="7680"/>
                  <a:pt x="8494" y="7680"/>
                </a:cubicBezTo>
                <a:close/>
                <a:moveTo>
                  <a:pt x="9222" y="10800"/>
                </a:moveTo>
                <a:lnTo>
                  <a:pt x="17231" y="10800"/>
                </a:lnTo>
                <a:moveTo>
                  <a:pt x="17231" y="19440"/>
                </a:moveTo>
                <a:lnTo>
                  <a:pt x="14319" y="19440"/>
                </a:lnTo>
                <a:cubicBezTo>
                  <a:pt x="13933" y="19440"/>
                  <a:pt x="13562" y="19288"/>
                  <a:pt x="13289" y="19018"/>
                </a:cubicBezTo>
                <a:cubicBezTo>
                  <a:pt x="13016" y="18748"/>
                  <a:pt x="12863" y="18382"/>
                  <a:pt x="12863" y="18000"/>
                </a:cubicBezTo>
                <a:lnTo>
                  <a:pt x="12863" y="3600"/>
                </a:lnTo>
                <a:cubicBezTo>
                  <a:pt x="12863" y="3218"/>
                  <a:pt x="13016" y="2852"/>
                  <a:pt x="13289" y="2582"/>
                </a:cubicBezTo>
                <a:cubicBezTo>
                  <a:pt x="13562" y="2312"/>
                  <a:pt x="13933" y="2160"/>
                  <a:pt x="14319" y="2160"/>
                </a:cubicBezTo>
                <a:lnTo>
                  <a:pt x="17231" y="2160"/>
                </a:lnTo>
                <a:moveTo>
                  <a:pt x="21600" y="19440"/>
                </a:moveTo>
                <a:cubicBezTo>
                  <a:pt x="21600" y="18247"/>
                  <a:pt x="20622" y="17280"/>
                  <a:pt x="19416" y="17280"/>
                </a:cubicBezTo>
                <a:cubicBezTo>
                  <a:pt x="18209" y="17280"/>
                  <a:pt x="17231" y="18247"/>
                  <a:pt x="17231" y="19440"/>
                </a:cubicBezTo>
                <a:cubicBezTo>
                  <a:pt x="17231" y="20633"/>
                  <a:pt x="18209" y="21600"/>
                  <a:pt x="19416" y="21600"/>
                </a:cubicBezTo>
                <a:cubicBezTo>
                  <a:pt x="20622" y="21600"/>
                  <a:pt x="21600" y="20633"/>
                  <a:pt x="21600" y="19440"/>
                </a:cubicBezTo>
                <a:close/>
                <a:moveTo>
                  <a:pt x="21600" y="10800"/>
                </a:moveTo>
                <a:cubicBezTo>
                  <a:pt x="21600" y="9607"/>
                  <a:pt x="20622" y="8640"/>
                  <a:pt x="19416" y="8640"/>
                </a:cubicBezTo>
                <a:cubicBezTo>
                  <a:pt x="18209" y="8640"/>
                  <a:pt x="17231" y="9607"/>
                  <a:pt x="17231" y="10800"/>
                </a:cubicBezTo>
                <a:cubicBezTo>
                  <a:pt x="17231" y="11993"/>
                  <a:pt x="18209" y="12960"/>
                  <a:pt x="19416" y="12960"/>
                </a:cubicBezTo>
                <a:cubicBezTo>
                  <a:pt x="20622" y="12960"/>
                  <a:pt x="21600" y="11993"/>
                  <a:pt x="21600" y="10800"/>
                </a:cubicBezTo>
                <a:close/>
                <a:moveTo>
                  <a:pt x="21600" y="2160"/>
                </a:moveTo>
                <a:cubicBezTo>
                  <a:pt x="21600" y="967"/>
                  <a:pt x="20622" y="0"/>
                  <a:pt x="19416" y="0"/>
                </a:cubicBezTo>
                <a:cubicBezTo>
                  <a:pt x="18209" y="0"/>
                  <a:pt x="17231" y="967"/>
                  <a:pt x="17231" y="2160"/>
                </a:cubicBezTo>
                <a:cubicBezTo>
                  <a:pt x="17231" y="3353"/>
                  <a:pt x="18209" y="4320"/>
                  <a:pt x="19416" y="4320"/>
                </a:cubicBezTo>
                <a:cubicBezTo>
                  <a:pt x="20622" y="4320"/>
                  <a:pt x="21600" y="3353"/>
                  <a:pt x="21600" y="2160"/>
                </a:cubicBezTo>
                <a:close/>
              </a:path>
            </a:pathLst>
          </a:custGeom>
          <a:ln w="13901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4" name="Rounded Rectangle 44"/>
          <p:cNvSpPr/>
          <p:nvPr/>
        </p:nvSpPr>
        <p:spPr>
          <a:xfrm>
            <a:off x="7183484" y="2861361"/>
            <a:ext cx="319732" cy="319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13" y="18783"/>
                </a:moveTo>
                <a:lnTo>
                  <a:pt x="10330" y="21600"/>
                </a:lnTo>
                <a:lnTo>
                  <a:pt x="13148" y="18783"/>
                </a:lnTo>
                <a:moveTo>
                  <a:pt x="0" y="0"/>
                </a:moveTo>
                <a:lnTo>
                  <a:pt x="0" y="6574"/>
                </a:lnTo>
                <a:cubicBezTo>
                  <a:pt x="0" y="7093"/>
                  <a:pt x="420" y="7513"/>
                  <a:pt x="939" y="7513"/>
                </a:cubicBezTo>
                <a:lnTo>
                  <a:pt x="20661" y="7513"/>
                </a:lnTo>
                <a:cubicBezTo>
                  <a:pt x="21180" y="7513"/>
                  <a:pt x="21600" y="7093"/>
                  <a:pt x="21600" y="6574"/>
                </a:cubicBezTo>
                <a:lnTo>
                  <a:pt x="21600" y="0"/>
                </a:lnTo>
                <a:moveTo>
                  <a:pt x="10330" y="7513"/>
                </a:moveTo>
                <a:lnTo>
                  <a:pt x="10330" y="21130"/>
                </a:lnTo>
              </a:path>
            </a:pathLst>
          </a:custGeom>
          <a:ln w="13901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5" name="Rounded Rectangle 45"/>
          <p:cNvSpPr/>
          <p:nvPr/>
        </p:nvSpPr>
        <p:spPr>
          <a:xfrm>
            <a:off x="5200900" y="4094967"/>
            <a:ext cx="281314" cy="299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1" h="21600" extrusionOk="0">
                <a:moveTo>
                  <a:pt x="18938" y="17067"/>
                </a:moveTo>
                <a:cubicBezTo>
                  <a:pt x="18938" y="20754"/>
                  <a:pt x="14953" y="21600"/>
                  <a:pt x="10632" y="21600"/>
                </a:cubicBezTo>
                <a:cubicBezTo>
                  <a:pt x="6311" y="21600"/>
                  <a:pt x="3291" y="20754"/>
                  <a:pt x="3291" y="17067"/>
                </a:cubicBezTo>
                <a:cubicBezTo>
                  <a:pt x="3291" y="13380"/>
                  <a:pt x="5674" y="8090"/>
                  <a:pt x="11115" y="8090"/>
                </a:cubicBezTo>
                <a:cubicBezTo>
                  <a:pt x="16427" y="8090"/>
                  <a:pt x="18938" y="13382"/>
                  <a:pt x="18938" y="17067"/>
                </a:cubicBezTo>
                <a:close/>
                <a:moveTo>
                  <a:pt x="9832" y="8190"/>
                </a:moveTo>
                <a:lnTo>
                  <a:pt x="8562" y="3982"/>
                </a:lnTo>
                <a:lnTo>
                  <a:pt x="14066" y="3982"/>
                </a:lnTo>
                <a:lnTo>
                  <a:pt x="12722" y="8259"/>
                </a:lnTo>
                <a:moveTo>
                  <a:pt x="6435" y="6346"/>
                </a:moveTo>
                <a:lnTo>
                  <a:pt x="9832" y="8189"/>
                </a:lnTo>
                <a:lnTo>
                  <a:pt x="9333" y="11429"/>
                </a:lnTo>
                <a:moveTo>
                  <a:pt x="430" y="5079"/>
                </a:moveTo>
                <a:cubicBezTo>
                  <a:pt x="-179" y="5759"/>
                  <a:pt x="-136" y="6769"/>
                  <a:pt x="530" y="7400"/>
                </a:cubicBezTo>
                <a:cubicBezTo>
                  <a:pt x="1236" y="8070"/>
                  <a:pt x="1236" y="9155"/>
                  <a:pt x="530" y="9824"/>
                </a:cubicBezTo>
                <a:cubicBezTo>
                  <a:pt x="495" y="9856"/>
                  <a:pt x="462" y="9891"/>
                  <a:pt x="430" y="9925"/>
                </a:cubicBezTo>
                <a:moveTo>
                  <a:pt x="4301" y="0"/>
                </a:moveTo>
                <a:cubicBezTo>
                  <a:pt x="3854" y="500"/>
                  <a:pt x="3886" y="1242"/>
                  <a:pt x="4374" y="1706"/>
                </a:cubicBezTo>
                <a:cubicBezTo>
                  <a:pt x="4894" y="2199"/>
                  <a:pt x="4894" y="2998"/>
                  <a:pt x="4374" y="3491"/>
                </a:cubicBezTo>
                <a:cubicBezTo>
                  <a:pt x="4349" y="3515"/>
                  <a:pt x="4325" y="3540"/>
                  <a:pt x="4301" y="3565"/>
                </a:cubicBezTo>
                <a:moveTo>
                  <a:pt x="17782" y="0"/>
                </a:moveTo>
                <a:cubicBezTo>
                  <a:pt x="17336" y="500"/>
                  <a:pt x="17367" y="1242"/>
                  <a:pt x="17856" y="1706"/>
                </a:cubicBezTo>
                <a:cubicBezTo>
                  <a:pt x="18375" y="2199"/>
                  <a:pt x="18375" y="2998"/>
                  <a:pt x="17856" y="3491"/>
                </a:cubicBezTo>
                <a:cubicBezTo>
                  <a:pt x="17830" y="3515"/>
                  <a:pt x="17806" y="3540"/>
                  <a:pt x="17782" y="3565"/>
                </a:cubicBezTo>
                <a:moveTo>
                  <a:pt x="20793" y="5748"/>
                </a:moveTo>
                <a:cubicBezTo>
                  <a:pt x="20183" y="6428"/>
                  <a:pt x="20226" y="7438"/>
                  <a:pt x="20891" y="8070"/>
                </a:cubicBezTo>
                <a:cubicBezTo>
                  <a:pt x="21230" y="8391"/>
                  <a:pt x="21421" y="8827"/>
                  <a:pt x="21421" y="9281"/>
                </a:cubicBezTo>
                <a:cubicBezTo>
                  <a:pt x="21421" y="9736"/>
                  <a:pt x="21230" y="10172"/>
                  <a:pt x="20891" y="10493"/>
                </a:cubicBezTo>
                <a:cubicBezTo>
                  <a:pt x="20856" y="10526"/>
                  <a:pt x="20824" y="10560"/>
                  <a:pt x="20793" y="10593"/>
                </a:cubicBezTo>
              </a:path>
            </a:pathLst>
          </a:custGeom>
          <a:ln w="13901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6" name="Rounded Rectangle 46"/>
          <p:cNvSpPr/>
          <p:nvPr/>
        </p:nvSpPr>
        <p:spPr>
          <a:xfrm>
            <a:off x="6627431" y="4084865"/>
            <a:ext cx="319732" cy="3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6" extrusionOk="0">
                <a:moveTo>
                  <a:pt x="12965" y="11489"/>
                </a:moveTo>
                <a:cubicBezTo>
                  <a:pt x="12489" y="11909"/>
                  <a:pt x="11876" y="12142"/>
                  <a:pt x="11240" y="12144"/>
                </a:cubicBezTo>
                <a:cubicBezTo>
                  <a:pt x="9907" y="12126"/>
                  <a:pt x="8786" y="11142"/>
                  <a:pt x="8601" y="9827"/>
                </a:cubicBezTo>
                <a:lnTo>
                  <a:pt x="8571" y="9597"/>
                </a:lnTo>
                <a:cubicBezTo>
                  <a:pt x="7649" y="9183"/>
                  <a:pt x="7052" y="8272"/>
                  <a:pt x="7044" y="7264"/>
                </a:cubicBezTo>
                <a:cubicBezTo>
                  <a:pt x="7036" y="6257"/>
                  <a:pt x="7617" y="5336"/>
                  <a:pt x="8533" y="4907"/>
                </a:cubicBezTo>
                <a:lnTo>
                  <a:pt x="8570" y="4696"/>
                </a:lnTo>
                <a:cubicBezTo>
                  <a:pt x="8551" y="3629"/>
                  <a:pt x="9405" y="2750"/>
                  <a:pt x="10477" y="2733"/>
                </a:cubicBezTo>
                <a:lnTo>
                  <a:pt x="10665" y="2538"/>
                </a:lnTo>
                <a:cubicBezTo>
                  <a:pt x="10640" y="1639"/>
                  <a:pt x="11107" y="799"/>
                  <a:pt x="11885" y="342"/>
                </a:cubicBezTo>
                <a:cubicBezTo>
                  <a:pt x="12662" y="-114"/>
                  <a:pt x="13628" y="-114"/>
                  <a:pt x="14405" y="342"/>
                </a:cubicBezTo>
                <a:cubicBezTo>
                  <a:pt x="15183" y="799"/>
                  <a:pt x="15650" y="1639"/>
                  <a:pt x="15625" y="2538"/>
                </a:cubicBezTo>
                <a:lnTo>
                  <a:pt x="15813" y="2733"/>
                </a:lnTo>
                <a:cubicBezTo>
                  <a:pt x="16885" y="2750"/>
                  <a:pt x="17739" y="3629"/>
                  <a:pt x="17720" y="4696"/>
                </a:cubicBezTo>
                <a:lnTo>
                  <a:pt x="17949" y="5004"/>
                </a:lnTo>
                <a:cubicBezTo>
                  <a:pt x="18790" y="5488"/>
                  <a:pt x="19290" y="6398"/>
                  <a:pt x="19244" y="7363"/>
                </a:cubicBezTo>
                <a:cubicBezTo>
                  <a:pt x="19199" y="8329"/>
                  <a:pt x="18616" y="9189"/>
                  <a:pt x="17733" y="9592"/>
                </a:cubicBezTo>
                <a:lnTo>
                  <a:pt x="17688" y="9827"/>
                </a:lnTo>
                <a:cubicBezTo>
                  <a:pt x="17504" y="11142"/>
                  <a:pt x="16383" y="12126"/>
                  <a:pt x="15050" y="12144"/>
                </a:cubicBezTo>
                <a:cubicBezTo>
                  <a:pt x="14421" y="12143"/>
                  <a:pt x="13813" y="11917"/>
                  <a:pt x="13338" y="11507"/>
                </a:cubicBezTo>
                <a:close/>
                <a:moveTo>
                  <a:pt x="13148" y="6063"/>
                </a:moveTo>
                <a:lnTo>
                  <a:pt x="13148" y="15878"/>
                </a:lnTo>
                <a:moveTo>
                  <a:pt x="13148" y="9335"/>
                </a:moveTo>
                <a:cubicBezTo>
                  <a:pt x="14490" y="9335"/>
                  <a:pt x="15731" y="8622"/>
                  <a:pt x="16402" y="7465"/>
                </a:cubicBezTo>
                <a:moveTo>
                  <a:pt x="10330" y="5596"/>
                </a:moveTo>
                <a:cubicBezTo>
                  <a:pt x="10330" y="7145"/>
                  <a:pt x="11592" y="8400"/>
                  <a:pt x="13148" y="8400"/>
                </a:cubicBezTo>
                <a:moveTo>
                  <a:pt x="7521" y="11503"/>
                </a:moveTo>
                <a:lnTo>
                  <a:pt x="7493" y="11648"/>
                </a:lnTo>
                <a:cubicBezTo>
                  <a:pt x="7380" y="12457"/>
                  <a:pt x="6690" y="13063"/>
                  <a:pt x="5870" y="13074"/>
                </a:cubicBezTo>
                <a:cubicBezTo>
                  <a:pt x="5483" y="13073"/>
                  <a:pt x="5109" y="12934"/>
                  <a:pt x="4817" y="12682"/>
                </a:cubicBezTo>
                <a:lnTo>
                  <a:pt x="4583" y="12674"/>
                </a:lnTo>
                <a:cubicBezTo>
                  <a:pt x="4290" y="12931"/>
                  <a:pt x="3912" y="13073"/>
                  <a:pt x="3522" y="13074"/>
                </a:cubicBezTo>
                <a:cubicBezTo>
                  <a:pt x="2701" y="13063"/>
                  <a:pt x="2011" y="12457"/>
                  <a:pt x="1898" y="11648"/>
                </a:cubicBezTo>
                <a:lnTo>
                  <a:pt x="1879" y="11507"/>
                </a:lnTo>
                <a:cubicBezTo>
                  <a:pt x="1311" y="11252"/>
                  <a:pt x="944" y="10692"/>
                  <a:pt x="939" y="10071"/>
                </a:cubicBezTo>
                <a:cubicBezTo>
                  <a:pt x="934" y="9451"/>
                  <a:pt x="1292" y="8885"/>
                  <a:pt x="1856" y="8621"/>
                </a:cubicBezTo>
                <a:lnTo>
                  <a:pt x="1878" y="8493"/>
                </a:lnTo>
                <a:cubicBezTo>
                  <a:pt x="1872" y="8178"/>
                  <a:pt x="1993" y="7873"/>
                  <a:pt x="2213" y="7646"/>
                </a:cubicBezTo>
                <a:cubicBezTo>
                  <a:pt x="2433" y="7420"/>
                  <a:pt x="2735" y="7289"/>
                  <a:pt x="3052" y="7284"/>
                </a:cubicBezTo>
                <a:lnTo>
                  <a:pt x="3170" y="7163"/>
                </a:lnTo>
                <a:cubicBezTo>
                  <a:pt x="3156" y="6311"/>
                  <a:pt x="3839" y="5609"/>
                  <a:pt x="4696" y="5596"/>
                </a:cubicBezTo>
                <a:cubicBezTo>
                  <a:pt x="4855" y="5596"/>
                  <a:pt x="5014" y="5621"/>
                  <a:pt x="5165" y="5671"/>
                </a:cubicBezTo>
                <a:moveTo>
                  <a:pt x="4696" y="10269"/>
                </a:moveTo>
                <a:lnTo>
                  <a:pt x="4696" y="15878"/>
                </a:lnTo>
                <a:moveTo>
                  <a:pt x="0" y="15878"/>
                </a:moveTo>
                <a:lnTo>
                  <a:pt x="21600" y="15878"/>
                </a:lnTo>
                <a:moveTo>
                  <a:pt x="0" y="21486"/>
                </a:moveTo>
                <a:lnTo>
                  <a:pt x="21600" y="21486"/>
                </a:lnTo>
                <a:moveTo>
                  <a:pt x="1878" y="18682"/>
                </a:moveTo>
                <a:lnTo>
                  <a:pt x="5635" y="18682"/>
                </a:lnTo>
                <a:moveTo>
                  <a:pt x="8452" y="18682"/>
                </a:moveTo>
                <a:lnTo>
                  <a:pt x="12209" y="18682"/>
                </a:lnTo>
                <a:moveTo>
                  <a:pt x="15026" y="18682"/>
                </a:moveTo>
                <a:lnTo>
                  <a:pt x="18783" y="18682"/>
                </a:lnTo>
              </a:path>
            </a:pathLst>
          </a:custGeom>
          <a:ln w="13901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ounded Rectangle 1"/>
          <p:cNvSpPr/>
          <p:nvPr/>
        </p:nvSpPr>
        <p:spPr>
          <a:xfrm>
            <a:off x="5946185" y="3895733"/>
            <a:ext cx="506557" cy="1924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842"/>
                </a:moveTo>
                <a:cubicBezTo>
                  <a:pt x="0" y="1272"/>
                  <a:pt x="4835" y="0"/>
                  <a:pt x="10800" y="0"/>
                </a:cubicBezTo>
                <a:cubicBezTo>
                  <a:pt x="16765" y="0"/>
                  <a:pt x="21600" y="1272"/>
                  <a:pt x="21600" y="2842"/>
                </a:cubicBezTo>
                <a:lnTo>
                  <a:pt x="21600" y="18758"/>
                </a:lnTo>
                <a:cubicBezTo>
                  <a:pt x="21600" y="20327"/>
                  <a:pt x="16765" y="21600"/>
                  <a:pt x="10800" y="21600"/>
                </a:cubicBezTo>
                <a:cubicBezTo>
                  <a:pt x="4835" y="21600"/>
                  <a:pt x="0" y="20327"/>
                  <a:pt x="0" y="18758"/>
                </a:cubicBezTo>
                <a:lnTo>
                  <a:pt x="0" y="2842"/>
                </a:lnTo>
              </a:path>
            </a:pathLst>
          </a:custGeom>
          <a:solidFill>
            <a:srgbClr val="F366BB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9" name="Rounded Rectangle 2"/>
          <p:cNvSpPr/>
          <p:nvPr/>
        </p:nvSpPr>
        <p:spPr>
          <a:xfrm>
            <a:off x="5946185" y="3895733"/>
            <a:ext cx="506557" cy="1924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842"/>
                </a:moveTo>
                <a:cubicBezTo>
                  <a:pt x="0" y="1272"/>
                  <a:pt x="4835" y="0"/>
                  <a:pt x="10800" y="0"/>
                </a:cubicBezTo>
                <a:cubicBezTo>
                  <a:pt x="16765" y="0"/>
                  <a:pt x="21600" y="1272"/>
                  <a:pt x="21600" y="2842"/>
                </a:cubicBezTo>
                <a:lnTo>
                  <a:pt x="21600" y="18758"/>
                </a:lnTo>
                <a:cubicBezTo>
                  <a:pt x="21600" y="20328"/>
                  <a:pt x="16765" y="21600"/>
                  <a:pt x="10800" y="21600"/>
                </a:cubicBezTo>
                <a:cubicBezTo>
                  <a:pt x="4835" y="21600"/>
                  <a:pt x="0" y="20328"/>
                  <a:pt x="0" y="18758"/>
                </a:cubicBezTo>
                <a:lnTo>
                  <a:pt x="0" y="2842"/>
                </a:lnTo>
                <a:close/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0" name="Rounded Rectangle 3"/>
          <p:cNvSpPr/>
          <p:nvPr/>
        </p:nvSpPr>
        <p:spPr>
          <a:xfrm>
            <a:off x="5223058" y="4536543"/>
            <a:ext cx="722651" cy="1287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44" h="20698" extrusionOk="0">
                <a:moveTo>
                  <a:pt x="6246" y="2987"/>
                </a:moveTo>
                <a:cubicBezTo>
                  <a:pt x="7280" y="820"/>
                  <a:pt x="11149" y="-451"/>
                  <a:pt x="14889" y="148"/>
                </a:cubicBezTo>
                <a:cubicBezTo>
                  <a:pt x="18629" y="747"/>
                  <a:pt x="20822" y="2989"/>
                  <a:pt x="19788" y="5156"/>
                </a:cubicBezTo>
                <a:lnTo>
                  <a:pt x="13798" y="17711"/>
                </a:lnTo>
                <a:cubicBezTo>
                  <a:pt x="12764" y="19878"/>
                  <a:pt x="8895" y="21149"/>
                  <a:pt x="5155" y="20550"/>
                </a:cubicBezTo>
                <a:cubicBezTo>
                  <a:pt x="1415" y="19951"/>
                  <a:pt x="-778" y="17709"/>
                  <a:pt x="256" y="15542"/>
                </a:cubicBezTo>
                <a:lnTo>
                  <a:pt x="6246" y="2987"/>
                </a:lnTo>
              </a:path>
            </a:pathLst>
          </a:custGeom>
          <a:solidFill>
            <a:srgbClr val="FB6762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1" name="Rounded Rectangle 4"/>
          <p:cNvSpPr/>
          <p:nvPr/>
        </p:nvSpPr>
        <p:spPr>
          <a:xfrm>
            <a:off x="5223060" y="4536544"/>
            <a:ext cx="722649" cy="12878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44" h="20698" extrusionOk="0">
                <a:moveTo>
                  <a:pt x="6246" y="2987"/>
                </a:moveTo>
                <a:cubicBezTo>
                  <a:pt x="7280" y="820"/>
                  <a:pt x="11149" y="-451"/>
                  <a:pt x="14889" y="148"/>
                </a:cubicBezTo>
                <a:cubicBezTo>
                  <a:pt x="18629" y="747"/>
                  <a:pt x="20822" y="2989"/>
                  <a:pt x="19788" y="5156"/>
                </a:cubicBezTo>
                <a:lnTo>
                  <a:pt x="13798" y="17711"/>
                </a:lnTo>
                <a:cubicBezTo>
                  <a:pt x="12764" y="19878"/>
                  <a:pt x="8895" y="21149"/>
                  <a:pt x="5155" y="20550"/>
                </a:cubicBezTo>
                <a:cubicBezTo>
                  <a:pt x="1415" y="19951"/>
                  <a:pt x="-778" y="17709"/>
                  <a:pt x="256" y="15542"/>
                </a:cubicBezTo>
                <a:lnTo>
                  <a:pt x="6246" y="2987"/>
                </a:lnTo>
                <a:close/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2" name="Rounded Rectangle 5"/>
          <p:cNvSpPr/>
          <p:nvPr/>
        </p:nvSpPr>
        <p:spPr>
          <a:xfrm>
            <a:off x="4621404" y="5154390"/>
            <a:ext cx="630567" cy="6668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74" h="19675" extrusionOk="0">
                <a:moveTo>
                  <a:pt x="5493" y="2900"/>
                </a:moveTo>
                <a:cubicBezTo>
                  <a:pt x="8150" y="-364"/>
                  <a:pt x="13088" y="-963"/>
                  <a:pt x="16522" y="1562"/>
                </a:cubicBezTo>
                <a:cubicBezTo>
                  <a:pt x="19957" y="4088"/>
                  <a:pt x="20587" y="8781"/>
                  <a:pt x="17930" y="12046"/>
                </a:cubicBezTo>
                <a:lnTo>
                  <a:pt x="14081" y="16774"/>
                </a:lnTo>
                <a:cubicBezTo>
                  <a:pt x="11424" y="20038"/>
                  <a:pt x="6486" y="20637"/>
                  <a:pt x="3052" y="18112"/>
                </a:cubicBezTo>
                <a:cubicBezTo>
                  <a:pt x="-383" y="15586"/>
                  <a:pt x="-1013" y="10893"/>
                  <a:pt x="1644" y="7629"/>
                </a:cubicBezTo>
                <a:lnTo>
                  <a:pt x="5493" y="2900"/>
                </a:lnTo>
              </a:path>
            </a:pathLst>
          </a:custGeom>
          <a:solidFill>
            <a:srgbClr val="F79438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3" name="Rounded Rectangle 6"/>
          <p:cNvSpPr/>
          <p:nvPr/>
        </p:nvSpPr>
        <p:spPr>
          <a:xfrm>
            <a:off x="4621405" y="5154390"/>
            <a:ext cx="630567" cy="6668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74" h="19675" extrusionOk="0">
                <a:moveTo>
                  <a:pt x="5493" y="2900"/>
                </a:moveTo>
                <a:cubicBezTo>
                  <a:pt x="8150" y="-364"/>
                  <a:pt x="13088" y="-963"/>
                  <a:pt x="16522" y="1562"/>
                </a:cubicBezTo>
                <a:cubicBezTo>
                  <a:pt x="19957" y="4088"/>
                  <a:pt x="20587" y="8781"/>
                  <a:pt x="17930" y="12045"/>
                </a:cubicBezTo>
                <a:lnTo>
                  <a:pt x="14081" y="16774"/>
                </a:lnTo>
                <a:cubicBezTo>
                  <a:pt x="11424" y="20038"/>
                  <a:pt x="6486" y="20637"/>
                  <a:pt x="3052" y="18112"/>
                </a:cubicBezTo>
                <a:cubicBezTo>
                  <a:pt x="-383" y="15586"/>
                  <a:pt x="-1013" y="10893"/>
                  <a:pt x="1644" y="7629"/>
                </a:cubicBezTo>
                <a:lnTo>
                  <a:pt x="5493" y="2900"/>
                </a:lnTo>
                <a:close/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4" name="Rounded Rectangle 7"/>
          <p:cNvSpPr/>
          <p:nvPr/>
        </p:nvSpPr>
        <p:spPr>
          <a:xfrm>
            <a:off x="3607582" y="5314091"/>
            <a:ext cx="506557" cy="506557"/>
          </a:xfrm>
          <a:prstGeom prst="ellipse">
            <a:avLst/>
          </a:prstGeom>
          <a:solidFill>
            <a:srgbClr val="FFE71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5" name="Rounded Rectangle 8"/>
          <p:cNvSpPr/>
          <p:nvPr/>
        </p:nvSpPr>
        <p:spPr>
          <a:xfrm>
            <a:off x="3607582" y="5314091"/>
            <a:ext cx="506557" cy="506557"/>
          </a:xfrm>
          <a:prstGeom prst="ellipse">
            <a:avLst/>
          </a:pr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6" name="TextBox 9"/>
          <p:cNvSpPr txBox="1"/>
          <p:nvPr/>
        </p:nvSpPr>
        <p:spPr>
          <a:xfrm>
            <a:off x="5188251" y="1004136"/>
            <a:ext cx="1921075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Dataset Description</a:t>
            </a:r>
          </a:p>
        </p:txBody>
      </p:sp>
      <p:sp>
        <p:nvSpPr>
          <p:cNvPr id="157" name="TextBox 10"/>
          <p:cNvSpPr txBox="1"/>
          <p:nvPr/>
        </p:nvSpPr>
        <p:spPr>
          <a:xfrm>
            <a:off x="6874874" y="1683767"/>
            <a:ext cx="143274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 b="1">
                <a:solidFill>
                  <a:srgbClr val="F7943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Imbalance in Target</a:t>
            </a:r>
          </a:p>
        </p:txBody>
      </p:sp>
      <p:sp>
        <p:nvSpPr>
          <p:cNvPr id="158" name="TextBox 11"/>
          <p:cNvSpPr txBox="1"/>
          <p:nvPr/>
        </p:nvSpPr>
        <p:spPr>
          <a:xfrm>
            <a:off x="6874874" y="1983482"/>
            <a:ext cx="156283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Only 12.3% of sample size are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PD subjects.</a:t>
            </a:r>
          </a:p>
        </p:txBody>
      </p:sp>
      <p:sp>
        <p:nvSpPr>
          <p:cNvPr id="159" name="TextBox 12"/>
          <p:cNvSpPr txBox="1"/>
          <p:nvPr/>
        </p:nvSpPr>
        <p:spPr>
          <a:xfrm>
            <a:off x="6874874" y="2494258"/>
            <a:ext cx="124097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Heterogeneous</a:t>
            </a:r>
          </a:p>
          <a:p>
            <a:pPr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Feature Scales &amp;</a:t>
            </a:r>
          </a:p>
          <a:p>
            <a:pPr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Variability</a:t>
            </a:r>
          </a:p>
        </p:txBody>
      </p:sp>
      <p:sp>
        <p:nvSpPr>
          <p:cNvPr id="160" name="TextBox 13"/>
          <p:cNvSpPr txBox="1"/>
          <p:nvPr/>
        </p:nvSpPr>
        <p:spPr>
          <a:xfrm>
            <a:off x="3632910" y="3051470"/>
            <a:ext cx="189299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Voice dataset with</a:t>
            </a:r>
          </a:p>
          <a:p>
            <a:pPr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biomedical frequency-</a:t>
            </a:r>
          </a:p>
          <a:p>
            <a:pPr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based features (e.g., jitter,</a:t>
            </a:r>
          </a:p>
          <a:p>
            <a:pPr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shimmer, PPE, APQ, etc.)</a:t>
            </a:r>
          </a:p>
        </p:txBody>
      </p:sp>
      <p:sp>
        <p:nvSpPr>
          <p:cNvPr id="161" name="TextBox 14"/>
          <p:cNvSpPr txBox="1"/>
          <p:nvPr/>
        </p:nvSpPr>
        <p:spPr>
          <a:xfrm>
            <a:off x="6874874" y="3224546"/>
            <a:ext cx="135327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Large variations in means,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standard deviations, and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ranges indicate that voice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measures operate on very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different numeric scales.</a:t>
            </a:r>
          </a:p>
        </p:txBody>
      </p:sp>
      <p:sp>
        <p:nvSpPr>
          <p:cNvPr id="162" name="TextBox 15"/>
          <p:cNvSpPr txBox="1"/>
          <p:nvPr/>
        </p:nvSpPr>
        <p:spPr>
          <a:xfrm>
            <a:off x="3632910" y="4313642"/>
            <a:ext cx="1497373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Target variable: status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(1 = Parkinson’s, 0 = healthy)</a:t>
            </a:r>
          </a:p>
        </p:txBody>
      </p:sp>
      <p:sp>
        <p:nvSpPr>
          <p:cNvPr id="163" name="TextBox 16"/>
          <p:cNvSpPr txBox="1"/>
          <p:nvPr/>
        </p:nvSpPr>
        <p:spPr>
          <a:xfrm>
            <a:off x="6874874" y="4216551"/>
            <a:ext cx="9780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366BB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High Feature</a:t>
            </a:r>
          </a:p>
          <a:p>
            <a:pPr>
              <a:defRPr sz="1200" b="1">
                <a:solidFill>
                  <a:srgbClr val="F366BB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Correlation &amp;</a:t>
            </a:r>
          </a:p>
          <a:p>
            <a:pPr>
              <a:defRPr sz="1200" b="1">
                <a:solidFill>
                  <a:srgbClr val="F366BB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Redundancy</a:t>
            </a:r>
          </a:p>
        </p:txBody>
      </p:sp>
      <p:sp>
        <p:nvSpPr>
          <p:cNvPr id="164" name="TextBox 17"/>
          <p:cNvSpPr txBox="1"/>
          <p:nvPr/>
        </p:nvSpPr>
        <p:spPr>
          <a:xfrm>
            <a:off x="6874874" y="4921510"/>
            <a:ext cx="1442703" cy="69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Pairwise correlation matrix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reveals feature redundancy,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with some vocal biomarkers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showing correlations above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0.</a:t>
            </a:r>
            <a:r>
              <a:rPr lang="en-US" dirty="0"/>
              <a:t>8.</a:t>
            </a:r>
            <a:endParaRPr dirty="0"/>
          </a:p>
        </p:txBody>
      </p:sp>
      <p:sp>
        <p:nvSpPr>
          <p:cNvPr id="165" name="Rounded Rectangle 18"/>
          <p:cNvSpPr/>
          <p:nvPr/>
        </p:nvSpPr>
        <p:spPr>
          <a:xfrm>
            <a:off x="3724699" y="5421259"/>
            <a:ext cx="291291" cy="292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34" extrusionOk="0">
                <a:moveTo>
                  <a:pt x="21600" y="10667"/>
                </a:moveTo>
                <a:cubicBezTo>
                  <a:pt x="21598" y="12118"/>
                  <a:pt x="20457" y="13320"/>
                  <a:pt x="18987" y="13420"/>
                </a:cubicBezTo>
                <a:cubicBezTo>
                  <a:pt x="19845" y="14505"/>
                  <a:pt x="19964" y="15989"/>
                  <a:pt x="19290" y="17194"/>
                </a:cubicBezTo>
                <a:cubicBezTo>
                  <a:pt x="18616" y="18398"/>
                  <a:pt x="17278" y="19092"/>
                  <a:pt x="15888" y="18957"/>
                </a:cubicBezTo>
                <a:cubicBezTo>
                  <a:pt x="16096" y="19646"/>
                  <a:pt x="15880" y="20390"/>
                  <a:pt x="15335" y="20867"/>
                </a:cubicBezTo>
                <a:cubicBezTo>
                  <a:pt x="14790" y="21344"/>
                  <a:pt x="14013" y="21467"/>
                  <a:pt x="13344" y="21182"/>
                </a:cubicBezTo>
                <a:cubicBezTo>
                  <a:pt x="12674" y="20898"/>
                  <a:pt x="12232" y="20258"/>
                  <a:pt x="12210" y="19540"/>
                </a:cubicBezTo>
                <a:cubicBezTo>
                  <a:pt x="11337" y="20037"/>
                  <a:pt x="10261" y="20037"/>
                  <a:pt x="9388" y="19540"/>
                </a:cubicBezTo>
                <a:cubicBezTo>
                  <a:pt x="9365" y="20257"/>
                  <a:pt x="8923" y="20896"/>
                  <a:pt x="8254" y="21180"/>
                </a:cubicBezTo>
                <a:cubicBezTo>
                  <a:pt x="7585" y="21463"/>
                  <a:pt x="6810" y="21340"/>
                  <a:pt x="6265" y="20864"/>
                </a:cubicBezTo>
                <a:cubicBezTo>
                  <a:pt x="5720" y="20388"/>
                  <a:pt x="5504" y="19645"/>
                  <a:pt x="5710" y="18957"/>
                </a:cubicBezTo>
                <a:cubicBezTo>
                  <a:pt x="4320" y="19092"/>
                  <a:pt x="2982" y="18398"/>
                  <a:pt x="2308" y="17194"/>
                </a:cubicBezTo>
                <a:cubicBezTo>
                  <a:pt x="1634" y="15989"/>
                  <a:pt x="1753" y="14505"/>
                  <a:pt x="2611" y="13420"/>
                </a:cubicBezTo>
                <a:cubicBezTo>
                  <a:pt x="1141" y="13321"/>
                  <a:pt x="0" y="12118"/>
                  <a:pt x="0" y="10667"/>
                </a:cubicBezTo>
                <a:cubicBezTo>
                  <a:pt x="0" y="9216"/>
                  <a:pt x="1141" y="8013"/>
                  <a:pt x="2611" y="7914"/>
                </a:cubicBezTo>
                <a:cubicBezTo>
                  <a:pt x="1753" y="6829"/>
                  <a:pt x="1634" y="5345"/>
                  <a:pt x="2308" y="4140"/>
                </a:cubicBezTo>
                <a:cubicBezTo>
                  <a:pt x="2982" y="2936"/>
                  <a:pt x="4320" y="2242"/>
                  <a:pt x="5710" y="2377"/>
                </a:cubicBezTo>
                <a:cubicBezTo>
                  <a:pt x="5504" y="1689"/>
                  <a:pt x="5720" y="946"/>
                  <a:pt x="6265" y="470"/>
                </a:cubicBezTo>
                <a:cubicBezTo>
                  <a:pt x="6810" y="-6"/>
                  <a:pt x="7585" y="-129"/>
                  <a:pt x="8254" y="154"/>
                </a:cubicBezTo>
                <a:cubicBezTo>
                  <a:pt x="8923" y="438"/>
                  <a:pt x="9365" y="1077"/>
                  <a:pt x="9388" y="1794"/>
                </a:cubicBezTo>
                <a:cubicBezTo>
                  <a:pt x="10261" y="1297"/>
                  <a:pt x="11337" y="1297"/>
                  <a:pt x="12210" y="1794"/>
                </a:cubicBezTo>
                <a:cubicBezTo>
                  <a:pt x="12232" y="1076"/>
                  <a:pt x="12674" y="436"/>
                  <a:pt x="13344" y="152"/>
                </a:cubicBezTo>
                <a:cubicBezTo>
                  <a:pt x="14013" y="-133"/>
                  <a:pt x="14790" y="-10"/>
                  <a:pt x="15335" y="467"/>
                </a:cubicBezTo>
                <a:cubicBezTo>
                  <a:pt x="15880" y="944"/>
                  <a:pt x="16096" y="1688"/>
                  <a:pt x="15888" y="2377"/>
                </a:cubicBezTo>
                <a:cubicBezTo>
                  <a:pt x="17278" y="2242"/>
                  <a:pt x="18616" y="2936"/>
                  <a:pt x="19290" y="4140"/>
                </a:cubicBezTo>
                <a:cubicBezTo>
                  <a:pt x="19964" y="5345"/>
                  <a:pt x="19845" y="6829"/>
                  <a:pt x="18987" y="7914"/>
                </a:cubicBezTo>
                <a:cubicBezTo>
                  <a:pt x="20457" y="8014"/>
                  <a:pt x="21598" y="9216"/>
                  <a:pt x="21600" y="10667"/>
                </a:cubicBezTo>
                <a:close/>
                <a:moveTo>
                  <a:pt x="10801" y="14827"/>
                </a:moveTo>
                <a:lnTo>
                  <a:pt x="10801" y="15752"/>
                </a:lnTo>
                <a:moveTo>
                  <a:pt x="10801" y="12054"/>
                </a:moveTo>
                <a:lnTo>
                  <a:pt x="10801" y="12978"/>
                </a:lnTo>
                <a:moveTo>
                  <a:pt x="13729" y="12054"/>
                </a:moveTo>
                <a:lnTo>
                  <a:pt x="13729" y="12978"/>
                </a:lnTo>
                <a:moveTo>
                  <a:pt x="10801" y="6507"/>
                </a:moveTo>
                <a:lnTo>
                  <a:pt x="10801" y="7431"/>
                </a:lnTo>
                <a:moveTo>
                  <a:pt x="10801" y="3733"/>
                </a:moveTo>
                <a:lnTo>
                  <a:pt x="10801" y="4658"/>
                </a:lnTo>
                <a:moveTo>
                  <a:pt x="10801" y="17601"/>
                </a:moveTo>
                <a:lnTo>
                  <a:pt x="10801" y="18525"/>
                </a:lnTo>
                <a:moveTo>
                  <a:pt x="6105" y="5120"/>
                </a:moveTo>
                <a:cubicBezTo>
                  <a:pt x="6105" y="5886"/>
                  <a:pt x="6736" y="6507"/>
                  <a:pt x="7514" y="6507"/>
                </a:cubicBezTo>
                <a:cubicBezTo>
                  <a:pt x="8292" y="6507"/>
                  <a:pt x="8923" y="5886"/>
                  <a:pt x="8923" y="5120"/>
                </a:cubicBezTo>
                <a:cubicBezTo>
                  <a:pt x="8923" y="4354"/>
                  <a:pt x="8292" y="3733"/>
                  <a:pt x="7514" y="3733"/>
                </a:cubicBezTo>
                <a:cubicBezTo>
                  <a:pt x="6736" y="3733"/>
                  <a:pt x="6105" y="4354"/>
                  <a:pt x="6105" y="5120"/>
                </a:cubicBezTo>
                <a:close/>
                <a:moveTo>
                  <a:pt x="13148" y="7431"/>
                </a:moveTo>
                <a:cubicBezTo>
                  <a:pt x="13148" y="8197"/>
                  <a:pt x="13779" y="8818"/>
                  <a:pt x="14557" y="8818"/>
                </a:cubicBezTo>
                <a:cubicBezTo>
                  <a:pt x="15335" y="8818"/>
                  <a:pt x="15966" y="8197"/>
                  <a:pt x="15966" y="7431"/>
                </a:cubicBezTo>
                <a:cubicBezTo>
                  <a:pt x="15966" y="6665"/>
                  <a:pt x="15335" y="6044"/>
                  <a:pt x="14557" y="6044"/>
                </a:cubicBezTo>
                <a:cubicBezTo>
                  <a:pt x="13779" y="6044"/>
                  <a:pt x="13148" y="6665"/>
                  <a:pt x="13148" y="7431"/>
                </a:cubicBezTo>
                <a:close/>
                <a:moveTo>
                  <a:pt x="4697" y="15290"/>
                </a:moveTo>
                <a:cubicBezTo>
                  <a:pt x="4697" y="16056"/>
                  <a:pt x="5327" y="16676"/>
                  <a:pt x="6105" y="16676"/>
                </a:cubicBezTo>
                <a:cubicBezTo>
                  <a:pt x="6883" y="16676"/>
                  <a:pt x="7514" y="16056"/>
                  <a:pt x="7514" y="15290"/>
                </a:cubicBezTo>
                <a:cubicBezTo>
                  <a:pt x="7514" y="14524"/>
                  <a:pt x="6883" y="13903"/>
                  <a:pt x="6105" y="13903"/>
                </a:cubicBezTo>
                <a:cubicBezTo>
                  <a:pt x="5327" y="13903"/>
                  <a:pt x="4697" y="14524"/>
                  <a:pt x="4697" y="15290"/>
                </a:cubicBezTo>
                <a:close/>
                <a:moveTo>
                  <a:pt x="12679" y="15752"/>
                </a:moveTo>
                <a:cubicBezTo>
                  <a:pt x="12679" y="16518"/>
                  <a:pt x="13310" y="17139"/>
                  <a:pt x="14088" y="17139"/>
                </a:cubicBezTo>
                <a:cubicBezTo>
                  <a:pt x="14865" y="17139"/>
                  <a:pt x="15496" y="16518"/>
                  <a:pt x="15496" y="15752"/>
                </a:cubicBezTo>
                <a:cubicBezTo>
                  <a:pt x="15496" y="14986"/>
                  <a:pt x="14865" y="14365"/>
                  <a:pt x="14088" y="14365"/>
                </a:cubicBezTo>
                <a:cubicBezTo>
                  <a:pt x="13310" y="14365"/>
                  <a:pt x="12679" y="14986"/>
                  <a:pt x="12679" y="15752"/>
                </a:cubicBezTo>
                <a:close/>
                <a:moveTo>
                  <a:pt x="15027" y="11592"/>
                </a:moveTo>
                <a:cubicBezTo>
                  <a:pt x="15027" y="12357"/>
                  <a:pt x="15657" y="12978"/>
                  <a:pt x="16435" y="12978"/>
                </a:cubicBezTo>
                <a:cubicBezTo>
                  <a:pt x="17213" y="12978"/>
                  <a:pt x="17844" y="12357"/>
                  <a:pt x="17844" y="11592"/>
                </a:cubicBezTo>
                <a:cubicBezTo>
                  <a:pt x="17844" y="10826"/>
                  <a:pt x="17213" y="10205"/>
                  <a:pt x="16435" y="10205"/>
                </a:cubicBezTo>
                <a:cubicBezTo>
                  <a:pt x="15657" y="10205"/>
                  <a:pt x="15027" y="10826"/>
                  <a:pt x="15027" y="11592"/>
                </a:cubicBezTo>
                <a:close/>
                <a:moveTo>
                  <a:pt x="15967" y="7431"/>
                </a:moveTo>
                <a:cubicBezTo>
                  <a:pt x="16485" y="7431"/>
                  <a:pt x="16906" y="7017"/>
                  <a:pt x="16906" y="6507"/>
                </a:cubicBezTo>
                <a:lnTo>
                  <a:pt x="16906" y="5120"/>
                </a:lnTo>
                <a:moveTo>
                  <a:pt x="2349" y="11129"/>
                </a:moveTo>
                <a:lnTo>
                  <a:pt x="3758" y="11129"/>
                </a:lnTo>
                <a:cubicBezTo>
                  <a:pt x="4276" y="11129"/>
                  <a:pt x="4697" y="10715"/>
                  <a:pt x="4697" y="10205"/>
                </a:cubicBezTo>
                <a:lnTo>
                  <a:pt x="4697" y="9280"/>
                </a:lnTo>
                <a:cubicBezTo>
                  <a:pt x="4697" y="8770"/>
                  <a:pt x="5117" y="8356"/>
                  <a:pt x="5636" y="8356"/>
                </a:cubicBezTo>
                <a:lnTo>
                  <a:pt x="6575" y="8356"/>
                </a:lnTo>
                <a:cubicBezTo>
                  <a:pt x="7094" y="8356"/>
                  <a:pt x="7514" y="7942"/>
                  <a:pt x="7514" y="7431"/>
                </a:cubicBezTo>
                <a:lnTo>
                  <a:pt x="7514" y="6507"/>
                </a:lnTo>
                <a:moveTo>
                  <a:pt x="7514" y="15290"/>
                </a:moveTo>
                <a:cubicBezTo>
                  <a:pt x="8033" y="15290"/>
                  <a:pt x="8453" y="15704"/>
                  <a:pt x="8453" y="16214"/>
                </a:cubicBezTo>
                <a:lnTo>
                  <a:pt x="8453" y="18063"/>
                </a:lnTo>
                <a:moveTo>
                  <a:pt x="15496" y="15752"/>
                </a:moveTo>
                <a:lnTo>
                  <a:pt x="17374" y="15752"/>
                </a:lnTo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66" name="Rounded Rectangle 19"/>
          <p:cNvSpPr/>
          <p:nvPr/>
        </p:nvSpPr>
        <p:spPr>
          <a:xfrm>
            <a:off x="4743099" y="5438426"/>
            <a:ext cx="278635" cy="257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7" h="21600" extrusionOk="0">
                <a:moveTo>
                  <a:pt x="10778" y="5159"/>
                </a:moveTo>
                <a:lnTo>
                  <a:pt x="10778" y="21600"/>
                </a:lnTo>
                <a:moveTo>
                  <a:pt x="8329" y="21600"/>
                </a:moveTo>
                <a:lnTo>
                  <a:pt x="13227" y="21600"/>
                </a:lnTo>
                <a:moveTo>
                  <a:pt x="1" y="15236"/>
                </a:moveTo>
                <a:lnTo>
                  <a:pt x="3430" y="7319"/>
                </a:lnTo>
                <a:lnTo>
                  <a:pt x="6859" y="15236"/>
                </a:lnTo>
                <a:moveTo>
                  <a:pt x="9308" y="3568"/>
                </a:moveTo>
                <a:cubicBezTo>
                  <a:pt x="9308" y="4447"/>
                  <a:pt x="9966" y="5159"/>
                  <a:pt x="10778" y="5159"/>
                </a:cubicBezTo>
                <a:cubicBezTo>
                  <a:pt x="11590" y="5159"/>
                  <a:pt x="12248" y="4447"/>
                  <a:pt x="12248" y="3568"/>
                </a:cubicBezTo>
                <a:cubicBezTo>
                  <a:pt x="12248" y="2689"/>
                  <a:pt x="11590" y="1977"/>
                  <a:pt x="10778" y="1977"/>
                </a:cubicBezTo>
                <a:cubicBezTo>
                  <a:pt x="9966" y="1977"/>
                  <a:pt x="9308" y="2689"/>
                  <a:pt x="9308" y="3568"/>
                </a:cubicBezTo>
                <a:close/>
                <a:moveTo>
                  <a:pt x="3430" y="18948"/>
                </a:moveTo>
                <a:cubicBezTo>
                  <a:pt x="4346" y="18973"/>
                  <a:pt x="5232" y="18590"/>
                  <a:pt x="5880" y="17888"/>
                </a:cubicBezTo>
                <a:cubicBezTo>
                  <a:pt x="6528" y="17186"/>
                  <a:pt x="6882" y="16228"/>
                  <a:pt x="6859" y="15236"/>
                </a:cubicBezTo>
                <a:lnTo>
                  <a:pt x="1" y="15236"/>
                </a:lnTo>
                <a:cubicBezTo>
                  <a:pt x="-22" y="16228"/>
                  <a:pt x="332" y="17186"/>
                  <a:pt x="980" y="17888"/>
                </a:cubicBezTo>
                <a:cubicBezTo>
                  <a:pt x="1628" y="18590"/>
                  <a:pt x="2514" y="18973"/>
                  <a:pt x="3430" y="18948"/>
                </a:cubicBezTo>
                <a:close/>
                <a:moveTo>
                  <a:pt x="21555" y="8872"/>
                </a:moveTo>
                <a:lnTo>
                  <a:pt x="18126" y="881"/>
                </a:lnTo>
                <a:lnTo>
                  <a:pt x="14697" y="8872"/>
                </a:lnTo>
                <a:moveTo>
                  <a:pt x="18126" y="12584"/>
                </a:moveTo>
                <a:cubicBezTo>
                  <a:pt x="17210" y="12609"/>
                  <a:pt x="16324" y="12226"/>
                  <a:pt x="15676" y="11524"/>
                </a:cubicBezTo>
                <a:cubicBezTo>
                  <a:pt x="15028" y="10822"/>
                  <a:pt x="14674" y="9864"/>
                  <a:pt x="14697" y="8872"/>
                </a:cubicBezTo>
                <a:lnTo>
                  <a:pt x="21555" y="8872"/>
                </a:lnTo>
                <a:cubicBezTo>
                  <a:pt x="21578" y="9864"/>
                  <a:pt x="21224" y="10822"/>
                  <a:pt x="20576" y="11524"/>
                </a:cubicBezTo>
                <a:cubicBezTo>
                  <a:pt x="19928" y="12226"/>
                  <a:pt x="19042" y="12609"/>
                  <a:pt x="18126" y="12584"/>
                </a:cubicBezTo>
                <a:close/>
                <a:moveTo>
                  <a:pt x="12242" y="3458"/>
                </a:moveTo>
                <a:lnTo>
                  <a:pt x="20139" y="0"/>
                </a:lnTo>
                <a:moveTo>
                  <a:pt x="1418" y="8198"/>
                </a:moveTo>
                <a:lnTo>
                  <a:pt x="9666" y="4585"/>
                </a:lnTo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67" name="Rounded Rectangle 20"/>
          <p:cNvSpPr/>
          <p:nvPr/>
        </p:nvSpPr>
        <p:spPr>
          <a:xfrm>
            <a:off x="5327765" y="5440731"/>
            <a:ext cx="291271" cy="253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469" y="21600"/>
                </a:lnTo>
                <a:cubicBezTo>
                  <a:pt x="210" y="21600"/>
                  <a:pt x="0" y="21358"/>
                  <a:pt x="0" y="21060"/>
                </a:cubicBezTo>
                <a:lnTo>
                  <a:pt x="0" y="0"/>
                </a:lnTo>
                <a:moveTo>
                  <a:pt x="14556" y="18360"/>
                </a:moveTo>
                <a:cubicBezTo>
                  <a:pt x="12049" y="18360"/>
                  <a:pt x="11790" y="15685"/>
                  <a:pt x="11619" y="14605"/>
                </a:cubicBezTo>
                <a:moveTo>
                  <a:pt x="2348" y="18360"/>
                </a:moveTo>
                <a:cubicBezTo>
                  <a:pt x="3707" y="18358"/>
                  <a:pt x="4871" y="17240"/>
                  <a:pt x="5115" y="15703"/>
                </a:cubicBezTo>
                <a:lnTo>
                  <a:pt x="6242" y="8606"/>
                </a:lnTo>
                <a:cubicBezTo>
                  <a:pt x="6383" y="7724"/>
                  <a:pt x="6911" y="6988"/>
                  <a:pt x="7638" y="6661"/>
                </a:cubicBezTo>
                <a:cubicBezTo>
                  <a:pt x="8365" y="6334"/>
                  <a:pt x="9187" y="6462"/>
                  <a:pt x="9811" y="7001"/>
                </a:cubicBezTo>
                <a:moveTo>
                  <a:pt x="7043" y="18360"/>
                </a:moveTo>
                <a:cubicBezTo>
                  <a:pt x="8402" y="18358"/>
                  <a:pt x="9566" y="17240"/>
                  <a:pt x="9811" y="15703"/>
                </a:cubicBezTo>
                <a:lnTo>
                  <a:pt x="10938" y="8606"/>
                </a:lnTo>
                <a:cubicBezTo>
                  <a:pt x="11142" y="7386"/>
                  <a:pt x="12071" y="6503"/>
                  <a:pt x="13152" y="6503"/>
                </a:cubicBezTo>
                <a:cubicBezTo>
                  <a:pt x="14233" y="6503"/>
                  <a:pt x="15161" y="7386"/>
                  <a:pt x="15365" y="8606"/>
                </a:cubicBezTo>
                <a:lnTo>
                  <a:pt x="16492" y="15703"/>
                </a:lnTo>
                <a:cubicBezTo>
                  <a:pt x="16736" y="17237"/>
                  <a:pt x="17896" y="18354"/>
                  <a:pt x="19252" y="18360"/>
                </a:cubicBezTo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68" name="Rounded Rectangle 21"/>
          <p:cNvSpPr/>
          <p:nvPr/>
        </p:nvSpPr>
        <p:spPr>
          <a:xfrm>
            <a:off x="6053828" y="5421734"/>
            <a:ext cx="291271" cy="2912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8" y="0"/>
                </a:moveTo>
                <a:lnTo>
                  <a:pt x="1878" y="19722"/>
                </a:lnTo>
                <a:lnTo>
                  <a:pt x="21600" y="19722"/>
                </a:lnTo>
                <a:moveTo>
                  <a:pt x="7513" y="15030"/>
                </a:moveTo>
                <a:cubicBezTo>
                  <a:pt x="7513" y="13993"/>
                  <a:pt x="8354" y="13152"/>
                  <a:pt x="9391" y="13152"/>
                </a:cubicBezTo>
                <a:cubicBezTo>
                  <a:pt x="10429" y="13152"/>
                  <a:pt x="11270" y="13993"/>
                  <a:pt x="11270" y="15030"/>
                </a:cubicBezTo>
                <a:cubicBezTo>
                  <a:pt x="11270" y="16067"/>
                  <a:pt x="10429" y="16908"/>
                  <a:pt x="9391" y="16908"/>
                </a:cubicBezTo>
                <a:cubicBezTo>
                  <a:pt x="8354" y="16908"/>
                  <a:pt x="7513" y="16067"/>
                  <a:pt x="7513" y="15030"/>
                </a:cubicBezTo>
                <a:close/>
                <a:moveTo>
                  <a:pt x="14087" y="3760"/>
                </a:moveTo>
                <a:cubicBezTo>
                  <a:pt x="14087" y="2723"/>
                  <a:pt x="14928" y="1882"/>
                  <a:pt x="15965" y="1882"/>
                </a:cubicBezTo>
                <a:cubicBezTo>
                  <a:pt x="17003" y="1882"/>
                  <a:pt x="17843" y="2723"/>
                  <a:pt x="17843" y="3760"/>
                </a:cubicBezTo>
                <a:cubicBezTo>
                  <a:pt x="17843" y="4798"/>
                  <a:pt x="17003" y="5639"/>
                  <a:pt x="15965" y="5639"/>
                </a:cubicBezTo>
                <a:cubicBezTo>
                  <a:pt x="14928" y="5639"/>
                  <a:pt x="14087" y="4798"/>
                  <a:pt x="14087" y="3760"/>
                </a:cubicBezTo>
                <a:close/>
                <a:moveTo>
                  <a:pt x="21600" y="939"/>
                </a:moveTo>
                <a:cubicBezTo>
                  <a:pt x="20053" y="963"/>
                  <a:pt x="18564" y="1531"/>
                  <a:pt x="17395" y="2543"/>
                </a:cubicBezTo>
                <a:moveTo>
                  <a:pt x="14889" y="5296"/>
                </a:moveTo>
                <a:cubicBezTo>
                  <a:pt x="13962" y="6718"/>
                  <a:pt x="13219" y="8252"/>
                  <a:pt x="12678" y="9861"/>
                </a:cubicBezTo>
                <a:cubicBezTo>
                  <a:pt x="12208" y="11231"/>
                  <a:pt x="11560" y="12534"/>
                  <a:pt x="10750" y="13736"/>
                </a:cubicBezTo>
                <a:moveTo>
                  <a:pt x="8257" y="16529"/>
                </a:moveTo>
                <a:cubicBezTo>
                  <a:pt x="4756" y="19513"/>
                  <a:pt x="1878" y="19722"/>
                  <a:pt x="1878" y="19722"/>
                </a:cubicBezTo>
                <a:moveTo>
                  <a:pt x="0" y="1878"/>
                </a:moveTo>
                <a:lnTo>
                  <a:pt x="1878" y="0"/>
                </a:lnTo>
                <a:lnTo>
                  <a:pt x="3756" y="1878"/>
                </a:lnTo>
                <a:moveTo>
                  <a:pt x="19722" y="17843"/>
                </a:moveTo>
                <a:lnTo>
                  <a:pt x="21600" y="19722"/>
                </a:lnTo>
                <a:lnTo>
                  <a:pt x="19722" y="21600"/>
                </a:lnTo>
              </a:path>
            </a:pathLst>
          </a:custGeom>
          <a:ln w="1266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3"/>
          <p:cNvGrpSpPr/>
          <p:nvPr/>
        </p:nvGrpSpPr>
        <p:grpSpPr>
          <a:xfrm>
            <a:off x="8795972" y="2464771"/>
            <a:ext cx="1080103" cy="1680508"/>
            <a:chOff x="0" y="0"/>
            <a:chExt cx="1080102" cy="1680507"/>
          </a:xfrm>
        </p:grpSpPr>
        <p:sp>
          <p:nvSpPr>
            <p:cNvPr id="170" name="Rounded Rectangle 1"/>
            <p:cNvSpPr/>
            <p:nvPr/>
          </p:nvSpPr>
          <p:spPr>
            <a:xfrm>
              <a:off x="0" y="0"/>
              <a:ext cx="1080103" cy="11128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6" h="21532" extrusionOk="0">
                  <a:moveTo>
                    <a:pt x="4970" y="21532"/>
                  </a:moveTo>
                  <a:cubicBezTo>
                    <a:pt x="5195" y="21311"/>
                    <a:pt x="5857" y="20869"/>
                    <a:pt x="6699" y="20869"/>
                  </a:cubicBezTo>
                  <a:cubicBezTo>
                    <a:pt x="7118" y="20869"/>
                    <a:pt x="7489" y="20833"/>
                    <a:pt x="7827" y="20777"/>
                  </a:cubicBezTo>
                  <a:cubicBezTo>
                    <a:pt x="8338" y="20692"/>
                    <a:pt x="8773" y="20559"/>
                    <a:pt x="9181" y="20426"/>
                  </a:cubicBezTo>
                  <a:cubicBezTo>
                    <a:pt x="9448" y="20339"/>
                    <a:pt x="9833" y="20297"/>
                    <a:pt x="10233" y="20284"/>
                  </a:cubicBezTo>
                  <a:cubicBezTo>
                    <a:pt x="10846" y="20263"/>
                    <a:pt x="11494" y="20308"/>
                    <a:pt x="11812" y="20352"/>
                  </a:cubicBezTo>
                  <a:cubicBezTo>
                    <a:pt x="12085" y="20391"/>
                    <a:pt x="12439" y="20508"/>
                    <a:pt x="12790" y="20612"/>
                  </a:cubicBezTo>
                  <a:cubicBezTo>
                    <a:pt x="13115" y="20709"/>
                    <a:pt x="13439" y="20795"/>
                    <a:pt x="13692" y="20795"/>
                  </a:cubicBezTo>
                  <a:cubicBezTo>
                    <a:pt x="14218" y="20795"/>
                    <a:pt x="15421" y="21016"/>
                    <a:pt x="15497" y="21532"/>
                  </a:cubicBezTo>
                  <a:lnTo>
                    <a:pt x="4970" y="21532"/>
                  </a:lnTo>
                  <a:moveTo>
                    <a:pt x="18579" y="9884"/>
                  </a:moveTo>
                  <a:cubicBezTo>
                    <a:pt x="18755" y="10105"/>
                    <a:pt x="19211" y="10533"/>
                    <a:pt x="19632" y="10474"/>
                  </a:cubicBezTo>
                  <a:cubicBezTo>
                    <a:pt x="19873" y="10415"/>
                    <a:pt x="19632" y="9663"/>
                    <a:pt x="19482" y="9295"/>
                  </a:cubicBezTo>
                  <a:cubicBezTo>
                    <a:pt x="19833" y="9393"/>
                    <a:pt x="20655" y="9530"/>
                    <a:pt x="21136" y="9295"/>
                  </a:cubicBezTo>
                  <a:cubicBezTo>
                    <a:pt x="21286" y="9000"/>
                    <a:pt x="20309" y="8484"/>
                    <a:pt x="19632" y="8410"/>
                  </a:cubicBezTo>
                  <a:cubicBezTo>
                    <a:pt x="19908" y="8238"/>
                    <a:pt x="20444" y="7761"/>
                    <a:pt x="20384" y="7230"/>
                  </a:cubicBezTo>
                  <a:cubicBezTo>
                    <a:pt x="20384" y="7083"/>
                    <a:pt x="19632" y="7009"/>
                    <a:pt x="19106" y="7599"/>
                  </a:cubicBezTo>
                  <a:cubicBezTo>
                    <a:pt x="19181" y="7107"/>
                    <a:pt x="19256" y="6036"/>
                    <a:pt x="18955" y="5682"/>
                  </a:cubicBezTo>
                  <a:cubicBezTo>
                    <a:pt x="18579" y="5682"/>
                    <a:pt x="18128" y="6272"/>
                    <a:pt x="18128" y="7083"/>
                  </a:cubicBezTo>
                  <a:cubicBezTo>
                    <a:pt x="17903" y="6862"/>
                    <a:pt x="17361" y="6434"/>
                    <a:pt x="17000" y="6493"/>
                  </a:cubicBezTo>
                  <a:cubicBezTo>
                    <a:pt x="16820" y="6611"/>
                    <a:pt x="17026" y="7279"/>
                    <a:pt x="17151" y="7599"/>
                  </a:cubicBezTo>
                  <a:cubicBezTo>
                    <a:pt x="16624" y="7525"/>
                    <a:pt x="15557" y="7452"/>
                    <a:pt x="15497" y="7746"/>
                  </a:cubicBezTo>
                  <a:cubicBezTo>
                    <a:pt x="15421" y="8115"/>
                    <a:pt x="16399" y="8631"/>
                    <a:pt x="16925" y="8631"/>
                  </a:cubicBezTo>
                  <a:cubicBezTo>
                    <a:pt x="16650" y="8926"/>
                    <a:pt x="16143" y="9575"/>
                    <a:pt x="16324" y="9811"/>
                  </a:cubicBezTo>
                  <a:cubicBezTo>
                    <a:pt x="16504" y="10046"/>
                    <a:pt x="17201" y="9761"/>
                    <a:pt x="17527" y="9589"/>
                  </a:cubicBezTo>
                  <a:cubicBezTo>
                    <a:pt x="17477" y="10081"/>
                    <a:pt x="17467" y="11108"/>
                    <a:pt x="17828" y="11285"/>
                  </a:cubicBezTo>
                  <a:cubicBezTo>
                    <a:pt x="18188" y="11462"/>
                    <a:pt x="18479" y="10425"/>
                    <a:pt x="18579" y="9884"/>
                  </a:cubicBezTo>
                  <a:moveTo>
                    <a:pt x="13484" y="17846"/>
                  </a:moveTo>
                  <a:cubicBezTo>
                    <a:pt x="13603" y="17256"/>
                    <a:pt x="13737" y="15988"/>
                    <a:pt x="13316" y="15634"/>
                  </a:cubicBezTo>
                  <a:cubicBezTo>
                    <a:pt x="12790" y="15192"/>
                    <a:pt x="12113" y="14455"/>
                    <a:pt x="11361" y="15045"/>
                  </a:cubicBezTo>
                  <a:cubicBezTo>
                    <a:pt x="10760" y="15516"/>
                    <a:pt x="11010" y="16568"/>
                    <a:pt x="11211" y="17035"/>
                  </a:cubicBezTo>
                  <a:cubicBezTo>
                    <a:pt x="11448" y="17305"/>
                    <a:pt x="12235" y="17846"/>
                    <a:pt x="13484" y="17846"/>
                  </a:cubicBezTo>
                  <a:moveTo>
                    <a:pt x="14667" y="15413"/>
                  </a:moveTo>
                  <a:cubicBezTo>
                    <a:pt x="14818" y="15929"/>
                    <a:pt x="15346" y="17079"/>
                    <a:pt x="16249" y="17551"/>
                  </a:cubicBezTo>
                  <a:cubicBezTo>
                    <a:pt x="17151" y="18023"/>
                    <a:pt x="18078" y="17502"/>
                    <a:pt x="18429" y="17183"/>
                  </a:cubicBezTo>
                  <a:cubicBezTo>
                    <a:pt x="18605" y="16740"/>
                    <a:pt x="18730" y="15738"/>
                    <a:pt x="17828" y="15266"/>
                  </a:cubicBezTo>
                  <a:cubicBezTo>
                    <a:pt x="16925" y="14794"/>
                    <a:pt x="15344" y="15167"/>
                    <a:pt x="14667" y="15413"/>
                  </a:cubicBezTo>
                  <a:moveTo>
                    <a:pt x="17654" y="12759"/>
                  </a:moveTo>
                  <a:cubicBezTo>
                    <a:pt x="17987" y="12366"/>
                    <a:pt x="18850" y="11595"/>
                    <a:pt x="19632" y="11654"/>
                  </a:cubicBezTo>
                  <a:cubicBezTo>
                    <a:pt x="20414" y="11713"/>
                    <a:pt x="20960" y="12120"/>
                    <a:pt x="21136" y="12317"/>
                  </a:cubicBezTo>
                  <a:cubicBezTo>
                    <a:pt x="21362" y="12759"/>
                    <a:pt x="21557" y="13718"/>
                    <a:pt x="20534" y="14013"/>
                  </a:cubicBezTo>
                  <a:cubicBezTo>
                    <a:pt x="19512" y="14307"/>
                    <a:pt x="18705" y="13890"/>
                    <a:pt x="18429" y="13644"/>
                  </a:cubicBezTo>
                  <a:lnTo>
                    <a:pt x="17654" y="12759"/>
                  </a:lnTo>
                  <a:moveTo>
                    <a:pt x="16023" y="14051"/>
                  </a:moveTo>
                  <a:cubicBezTo>
                    <a:pt x="15570" y="13731"/>
                    <a:pt x="14544" y="12774"/>
                    <a:pt x="14667" y="11654"/>
                  </a:cubicBezTo>
                  <a:cubicBezTo>
                    <a:pt x="14789" y="10533"/>
                    <a:pt x="15622" y="10400"/>
                    <a:pt x="16023" y="10474"/>
                  </a:cubicBezTo>
                  <a:cubicBezTo>
                    <a:pt x="16449" y="10597"/>
                    <a:pt x="17271" y="11034"/>
                    <a:pt x="17151" y="11801"/>
                  </a:cubicBezTo>
                  <a:cubicBezTo>
                    <a:pt x="17030" y="12568"/>
                    <a:pt x="16499" y="13497"/>
                    <a:pt x="16249" y="13865"/>
                  </a:cubicBezTo>
                  <a:cubicBezTo>
                    <a:pt x="16199" y="13905"/>
                    <a:pt x="16149" y="13946"/>
                    <a:pt x="16098" y="13988"/>
                  </a:cubicBezTo>
                  <a:lnTo>
                    <a:pt x="16023" y="14051"/>
                  </a:lnTo>
                  <a:moveTo>
                    <a:pt x="10760" y="4282"/>
                  </a:moveTo>
                  <a:cubicBezTo>
                    <a:pt x="11035" y="4478"/>
                    <a:pt x="11632" y="4857"/>
                    <a:pt x="11812" y="4798"/>
                  </a:cubicBezTo>
                  <a:cubicBezTo>
                    <a:pt x="11993" y="4739"/>
                    <a:pt x="11687" y="3987"/>
                    <a:pt x="11511" y="3618"/>
                  </a:cubicBezTo>
                  <a:cubicBezTo>
                    <a:pt x="12013" y="3692"/>
                    <a:pt x="13060" y="3795"/>
                    <a:pt x="13241" y="3618"/>
                  </a:cubicBezTo>
                  <a:cubicBezTo>
                    <a:pt x="13466" y="3397"/>
                    <a:pt x="12339" y="2733"/>
                    <a:pt x="11812" y="2586"/>
                  </a:cubicBezTo>
                  <a:cubicBezTo>
                    <a:pt x="12088" y="2340"/>
                    <a:pt x="12609" y="1760"/>
                    <a:pt x="12489" y="1407"/>
                  </a:cubicBezTo>
                  <a:cubicBezTo>
                    <a:pt x="12369" y="1230"/>
                    <a:pt x="11537" y="1529"/>
                    <a:pt x="11136" y="1701"/>
                  </a:cubicBezTo>
                  <a:cubicBezTo>
                    <a:pt x="11211" y="1185"/>
                    <a:pt x="11301" y="124"/>
                    <a:pt x="11060" y="6"/>
                  </a:cubicBezTo>
                  <a:cubicBezTo>
                    <a:pt x="10835" y="-68"/>
                    <a:pt x="10233" y="595"/>
                    <a:pt x="10083" y="1480"/>
                  </a:cubicBezTo>
                  <a:cubicBezTo>
                    <a:pt x="9857" y="1210"/>
                    <a:pt x="9331" y="684"/>
                    <a:pt x="9030" y="743"/>
                  </a:cubicBezTo>
                  <a:cubicBezTo>
                    <a:pt x="8729" y="802"/>
                    <a:pt x="9005" y="1554"/>
                    <a:pt x="9181" y="1923"/>
                  </a:cubicBezTo>
                  <a:cubicBezTo>
                    <a:pt x="8704" y="1873"/>
                    <a:pt x="7722" y="1849"/>
                    <a:pt x="7602" y="2144"/>
                  </a:cubicBezTo>
                  <a:cubicBezTo>
                    <a:pt x="7451" y="2512"/>
                    <a:pt x="8729" y="2881"/>
                    <a:pt x="9030" y="2955"/>
                  </a:cubicBezTo>
                  <a:cubicBezTo>
                    <a:pt x="8779" y="3225"/>
                    <a:pt x="8293" y="3854"/>
                    <a:pt x="8353" y="4208"/>
                  </a:cubicBezTo>
                  <a:cubicBezTo>
                    <a:pt x="8474" y="4385"/>
                    <a:pt x="9356" y="3938"/>
                    <a:pt x="9782" y="3692"/>
                  </a:cubicBezTo>
                  <a:cubicBezTo>
                    <a:pt x="9707" y="4208"/>
                    <a:pt x="9617" y="5314"/>
                    <a:pt x="9857" y="5609"/>
                  </a:cubicBezTo>
                  <a:cubicBezTo>
                    <a:pt x="10098" y="5903"/>
                    <a:pt x="10559" y="4847"/>
                    <a:pt x="10760" y="4282"/>
                  </a:cubicBezTo>
                  <a:moveTo>
                    <a:pt x="11043" y="9368"/>
                  </a:moveTo>
                  <a:cubicBezTo>
                    <a:pt x="11300" y="8729"/>
                    <a:pt x="12083" y="7437"/>
                    <a:pt x="13166" y="7378"/>
                  </a:cubicBezTo>
                  <a:cubicBezTo>
                    <a:pt x="14519" y="7304"/>
                    <a:pt x="14970" y="7746"/>
                    <a:pt x="15121" y="8189"/>
                  </a:cubicBezTo>
                  <a:cubicBezTo>
                    <a:pt x="15271" y="8631"/>
                    <a:pt x="14895" y="9884"/>
                    <a:pt x="13767" y="9958"/>
                  </a:cubicBezTo>
                  <a:cubicBezTo>
                    <a:pt x="12865" y="10017"/>
                    <a:pt x="11575" y="9589"/>
                    <a:pt x="11043" y="9368"/>
                  </a:cubicBezTo>
                  <a:moveTo>
                    <a:pt x="11123" y="7525"/>
                  </a:moveTo>
                  <a:cubicBezTo>
                    <a:pt x="10802" y="6936"/>
                    <a:pt x="9902" y="5756"/>
                    <a:pt x="8880" y="5756"/>
                  </a:cubicBezTo>
                  <a:cubicBezTo>
                    <a:pt x="7857" y="5756"/>
                    <a:pt x="7301" y="6592"/>
                    <a:pt x="7150" y="7009"/>
                  </a:cubicBezTo>
                  <a:cubicBezTo>
                    <a:pt x="7075" y="7497"/>
                    <a:pt x="7241" y="8505"/>
                    <a:pt x="8504" y="8631"/>
                  </a:cubicBezTo>
                  <a:cubicBezTo>
                    <a:pt x="9767" y="8757"/>
                    <a:pt x="10777" y="8094"/>
                    <a:pt x="11125" y="7746"/>
                  </a:cubicBezTo>
                  <a:cubicBezTo>
                    <a:pt x="11125" y="7672"/>
                    <a:pt x="11125" y="7598"/>
                    <a:pt x="11123" y="7525"/>
                  </a:cubicBezTo>
                  <a:moveTo>
                    <a:pt x="10585" y="11924"/>
                  </a:moveTo>
                  <a:cubicBezTo>
                    <a:pt x="10367" y="11146"/>
                    <a:pt x="9677" y="9589"/>
                    <a:pt x="8654" y="9589"/>
                  </a:cubicBezTo>
                  <a:cubicBezTo>
                    <a:pt x="7376" y="9589"/>
                    <a:pt x="6925" y="9737"/>
                    <a:pt x="6624" y="10695"/>
                  </a:cubicBezTo>
                  <a:cubicBezTo>
                    <a:pt x="6323" y="11654"/>
                    <a:pt x="7602" y="12317"/>
                    <a:pt x="7977" y="12317"/>
                  </a:cubicBezTo>
                  <a:cubicBezTo>
                    <a:pt x="8353" y="12317"/>
                    <a:pt x="9132" y="12564"/>
                    <a:pt x="10585" y="11924"/>
                  </a:cubicBezTo>
                  <a:moveTo>
                    <a:pt x="10360" y="13644"/>
                  </a:moveTo>
                  <a:cubicBezTo>
                    <a:pt x="10694" y="12981"/>
                    <a:pt x="11587" y="11654"/>
                    <a:pt x="12489" y="11654"/>
                  </a:cubicBezTo>
                  <a:cubicBezTo>
                    <a:pt x="13617" y="11654"/>
                    <a:pt x="14221" y="12170"/>
                    <a:pt x="14444" y="12907"/>
                  </a:cubicBezTo>
                  <a:cubicBezTo>
                    <a:pt x="14667" y="13644"/>
                    <a:pt x="13732" y="14455"/>
                    <a:pt x="12885" y="14455"/>
                  </a:cubicBezTo>
                  <a:cubicBezTo>
                    <a:pt x="12207" y="14455"/>
                    <a:pt x="10919" y="13914"/>
                    <a:pt x="10360" y="13644"/>
                  </a:cubicBezTo>
                  <a:moveTo>
                    <a:pt x="6398" y="12728"/>
                  </a:moveTo>
                  <a:cubicBezTo>
                    <a:pt x="5722" y="12517"/>
                    <a:pt x="4128" y="12258"/>
                    <a:pt x="3165" y="12907"/>
                  </a:cubicBezTo>
                  <a:cubicBezTo>
                    <a:pt x="2203" y="13556"/>
                    <a:pt x="2564" y="14651"/>
                    <a:pt x="2864" y="15118"/>
                  </a:cubicBezTo>
                  <a:cubicBezTo>
                    <a:pt x="3165" y="15487"/>
                    <a:pt x="4068" y="15959"/>
                    <a:pt x="5271" y="14897"/>
                  </a:cubicBezTo>
                  <a:cubicBezTo>
                    <a:pt x="6474" y="13836"/>
                    <a:pt x="6524" y="13009"/>
                    <a:pt x="6398" y="12728"/>
                  </a:cubicBezTo>
                  <a:moveTo>
                    <a:pt x="3842" y="6493"/>
                  </a:moveTo>
                  <a:cubicBezTo>
                    <a:pt x="3491" y="6813"/>
                    <a:pt x="2744" y="7437"/>
                    <a:pt x="2564" y="7378"/>
                  </a:cubicBezTo>
                  <a:cubicBezTo>
                    <a:pt x="2338" y="7304"/>
                    <a:pt x="2940" y="5830"/>
                    <a:pt x="3090" y="5682"/>
                  </a:cubicBezTo>
                  <a:cubicBezTo>
                    <a:pt x="2664" y="5658"/>
                    <a:pt x="1812" y="5564"/>
                    <a:pt x="1812" y="5387"/>
                  </a:cubicBezTo>
                  <a:cubicBezTo>
                    <a:pt x="1812" y="5166"/>
                    <a:pt x="2489" y="4724"/>
                    <a:pt x="2714" y="4724"/>
                  </a:cubicBezTo>
                  <a:cubicBezTo>
                    <a:pt x="2413" y="4454"/>
                    <a:pt x="1812" y="3780"/>
                    <a:pt x="1812" y="3250"/>
                  </a:cubicBezTo>
                  <a:cubicBezTo>
                    <a:pt x="1812" y="3102"/>
                    <a:pt x="2489" y="3102"/>
                    <a:pt x="3466" y="3839"/>
                  </a:cubicBezTo>
                  <a:cubicBezTo>
                    <a:pt x="3466" y="3397"/>
                    <a:pt x="3526" y="2512"/>
                    <a:pt x="3767" y="2512"/>
                  </a:cubicBezTo>
                  <a:cubicBezTo>
                    <a:pt x="4007" y="2512"/>
                    <a:pt x="4318" y="3250"/>
                    <a:pt x="4444" y="3618"/>
                  </a:cubicBezTo>
                  <a:cubicBezTo>
                    <a:pt x="4744" y="3250"/>
                    <a:pt x="5451" y="2527"/>
                    <a:pt x="5872" y="2586"/>
                  </a:cubicBezTo>
                  <a:cubicBezTo>
                    <a:pt x="5947" y="2807"/>
                    <a:pt x="5797" y="3913"/>
                    <a:pt x="5346" y="4282"/>
                  </a:cubicBezTo>
                  <a:cubicBezTo>
                    <a:pt x="5772" y="4331"/>
                    <a:pt x="6639" y="4488"/>
                    <a:pt x="6699" y="4724"/>
                  </a:cubicBezTo>
                  <a:cubicBezTo>
                    <a:pt x="6699" y="4798"/>
                    <a:pt x="6098" y="5314"/>
                    <a:pt x="5571" y="5387"/>
                  </a:cubicBezTo>
                  <a:cubicBezTo>
                    <a:pt x="5872" y="5609"/>
                    <a:pt x="6474" y="6184"/>
                    <a:pt x="6474" y="6714"/>
                  </a:cubicBezTo>
                  <a:cubicBezTo>
                    <a:pt x="6474" y="6862"/>
                    <a:pt x="5872" y="6788"/>
                    <a:pt x="5195" y="6419"/>
                  </a:cubicBezTo>
                  <a:lnTo>
                    <a:pt x="4819" y="6051"/>
                  </a:lnTo>
                  <a:cubicBezTo>
                    <a:pt x="4819" y="6419"/>
                    <a:pt x="4774" y="7216"/>
                    <a:pt x="4594" y="7452"/>
                  </a:cubicBezTo>
                  <a:cubicBezTo>
                    <a:pt x="4444" y="7402"/>
                    <a:pt x="4083" y="7142"/>
                    <a:pt x="3842" y="6493"/>
                  </a:cubicBezTo>
                  <a:moveTo>
                    <a:pt x="5066" y="11064"/>
                  </a:moveTo>
                  <a:cubicBezTo>
                    <a:pt x="5686" y="10843"/>
                    <a:pt x="6970" y="10209"/>
                    <a:pt x="7150" y="9442"/>
                  </a:cubicBezTo>
                  <a:cubicBezTo>
                    <a:pt x="7376" y="8484"/>
                    <a:pt x="7075" y="7746"/>
                    <a:pt x="6323" y="7746"/>
                  </a:cubicBezTo>
                  <a:cubicBezTo>
                    <a:pt x="5571" y="7746"/>
                    <a:pt x="4895" y="8262"/>
                    <a:pt x="4819" y="9000"/>
                  </a:cubicBezTo>
                  <a:cubicBezTo>
                    <a:pt x="4759" y="9589"/>
                    <a:pt x="4881" y="10523"/>
                    <a:pt x="4950" y="10916"/>
                  </a:cubicBezTo>
                  <a:cubicBezTo>
                    <a:pt x="4988" y="10965"/>
                    <a:pt x="5027" y="11014"/>
                    <a:pt x="5066" y="11064"/>
                  </a:cubicBezTo>
                  <a:moveTo>
                    <a:pt x="4038" y="9295"/>
                  </a:moveTo>
                  <a:cubicBezTo>
                    <a:pt x="3647" y="8778"/>
                    <a:pt x="2564" y="7835"/>
                    <a:pt x="1361" y="8189"/>
                  </a:cubicBezTo>
                  <a:cubicBezTo>
                    <a:pt x="158" y="8543"/>
                    <a:pt x="-43" y="9319"/>
                    <a:pt x="7" y="9663"/>
                  </a:cubicBezTo>
                  <a:cubicBezTo>
                    <a:pt x="57" y="10155"/>
                    <a:pt x="443" y="11093"/>
                    <a:pt x="1586" y="10916"/>
                  </a:cubicBezTo>
                  <a:cubicBezTo>
                    <a:pt x="3015" y="10695"/>
                    <a:pt x="4038" y="9737"/>
                    <a:pt x="4038" y="9295"/>
                  </a:cubicBezTo>
                  <a:moveTo>
                    <a:pt x="7438" y="15487"/>
                  </a:moveTo>
                  <a:cubicBezTo>
                    <a:pt x="7342" y="14824"/>
                    <a:pt x="7421" y="13438"/>
                    <a:pt x="8504" y="13202"/>
                  </a:cubicBezTo>
                  <a:cubicBezTo>
                    <a:pt x="9587" y="12966"/>
                    <a:pt x="9958" y="13447"/>
                    <a:pt x="10008" y="13718"/>
                  </a:cubicBezTo>
                  <a:cubicBezTo>
                    <a:pt x="10133" y="14086"/>
                    <a:pt x="10128" y="14956"/>
                    <a:pt x="9105" y="15487"/>
                  </a:cubicBezTo>
                  <a:cubicBezTo>
                    <a:pt x="8624" y="15782"/>
                    <a:pt x="7840" y="15856"/>
                    <a:pt x="7508" y="15856"/>
                  </a:cubicBezTo>
                  <a:cubicBezTo>
                    <a:pt x="7486" y="15732"/>
                    <a:pt x="7462" y="15609"/>
                    <a:pt x="7438" y="15487"/>
                  </a:cubicBezTo>
                </a:path>
              </a:pathLst>
            </a:custGeom>
            <a:solidFill>
              <a:srgbClr val="8769F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71" name="Rounded Rectangle 2"/>
            <p:cNvSpPr/>
            <p:nvPr/>
          </p:nvSpPr>
          <p:spPr>
            <a:xfrm>
              <a:off x="225140" y="1112817"/>
              <a:ext cx="579121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0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8769F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75" name="Group 6"/>
          <p:cNvGrpSpPr/>
          <p:nvPr/>
        </p:nvGrpSpPr>
        <p:grpSpPr>
          <a:xfrm>
            <a:off x="8795971" y="2464772"/>
            <a:ext cx="1080102" cy="1680510"/>
            <a:chOff x="0" y="0"/>
            <a:chExt cx="1080101" cy="1680508"/>
          </a:xfrm>
        </p:grpSpPr>
        <p:sp>
          <p:nvSpPr>
            <p:cNvPr id="173" name="Rounded Rectangle 4"/>
            <p:cNvSpPr/>
            <p:nvPr/>
          </p:nvSpPr>
          <p:spPr>
            <a:xfrm>
              <a:off x="0" y="0"/>
              <a:ext cx="1080102" cy="1112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6" h="21532" extrusionOk="0">
                  <a:moveTo>
                    <a:pt x="12790" y="20612"/>
                  </a:moveTo>
                  <a:cubicBezTo>
                    <a:pt x="12439" y="20508"/>
                    <a:pt x="12085" y="20391"/>
                    <a:pt x="11812" y="20352"/>
                  </a:cubicBezTo>
                  <a:cubicBezTo>
                    <a:pt x="11494" y="20308"/>
                    <a:pt x="10846" y="20263"/>
                    <a:pt x="10233" y="20284"/>
                  </a:cubicBezTo>
                  <a:moveTo>
                    <a:pt x="12790" y="20612"/>
                  </a:moveTo>
                  <a:cubicBezTo>
                    <a:pt x="13115" y="20709"/>
                    <a:pt x="13439" y="20795"/>
                    <a:pt x="13692" y="20795"/>
                  </a:cubicBezTo>
                  <a:cubicBezTo>
                    <a:pt x="14218" y="20795"/>
                    <a:pt x="15421" y="21016"/>
                    <a:pt x="15497" y="21532"/>
                  </a:cubicBezTo>
                  <a:lnTo>
                    <a:pt x="4970" y="21532"/>
                  </a:lnTo>
                  <a:cubicBezTo>
                    <a:pt x="5195" y="21311"/>
                    <a:pt x="5857" y="20869"/>
                    <a:pt x="6699" y="20869"/>
                  </a:cubicBezTo>
                  <a:cubicBezTo>
                    <a:pt x="7118" y="20869"/>
                    <a:pt x="7489" y="20834"/>
                    <a:pt x="7827" y="20777"/>
                  </a:cubicBezTo>
                  <a:moveTo>
                    <a:pt x="12790" y="20612"/>
                  </a:moveTo>
                  <a:cubicBezTo>
                    <a:pt x="12890" y="19966"/>
                    <a:pt x="13120" y="18910"/>
                    <a:pt x="13484" y="17846"/>
                  </a:cubicBezTo>
                  <a:moveTo>
                    <a:pt x="18579" y="9884"/>
                  </a:moveTo>
                  <a:cubicBezTo>
                    <a:pt x="18554" y="10105"/>
                    <a:pt x="18655" y="10769"/>
                    <a:pt x="18354" y="11801"/>
                  </a:cubicBezTo>
                  <a:cubicBezTo>
                    <a:pt x="18250" y="12159"/>
                    <a:pt x="18001" y="12455"/>
                    <a:pt x="17654" y="12759"/>
                  </a:cubicBezTo>
                  <a:moveTo>
                    <a:pt x="18579" y="9884"/>
                  </a:moveTo>
                  <a:cubicBezTo>
                    <a:pt x="18755" y="10105"/>
                    <a:pt x="19211" y="10533"/>
                    <a:pt x="19632" y="10474"/>
                  </a:cubicBezTo>
                  <a:cubicBezTo>
                    <a:pt x="19873" y="10415"/>
                    <a:pt x="19632" y="9663"/>
                    <a:pt x="19482" y="9295"/>
                  </a:cubicBezTo>
                  <a:moveTo>
                    <a:pt x="18579" y="9884"/>
                  </a:moveTo>
                  <a:cubicBezTo>
                    <a:pt x="18479" y="10425"/>
                    <a:pt x="18188" y="11462"/>
                    <a:pt x="17828" y="11285"/>
                  </a:cubicBezTo>
                  <a:cubicBezTo>
                    <a:pt x="17467" y="11108"/>
                    <a:pt x="17477" y="10081"/>
                    <a:pt x="17527" y="9589"/>
                  </a:cubicBezTo>
                  <a:moveTo>
                    <a:pt x="18579" y="9884"/>
                  </a:moveTo>
                  <a:cubicBezTo>
                    <a:pt x="18604" y="9614"/>
                    <a:pt x="18609" y="8985"/>
                    <a:pt x="18429" y="8631"/>
                  </a:cubicBezTo>
                  <a:moveTo>
                    <a:pt x="13484" y="17846"/>
                  </a:moveTo>
                  <a:cubicBezTo>
                    <a:pt x="13603" y="17256"/>
                    <a:pt x="13737" y="15988"/>
                    <a:pt x="13316" y="15634"/>
                  </a:cubicBezTo>
                  <a:cubicBezTo>
                    <a:pt x="12790" y="15192"/>
                    <a:pt x="12113" y="14455"/>
                    <a:pt x="11361" y="15045"/>
                  </a:cubicBezTo>
                  <a:cubicBezTo>
                    <a:pt x="10760" y="15516"/>
                    <a:pt x="11010" y="16568"/>
                    <a:pt x="11211" y="17035"/>
                  </a:cubicBezTo>
                  <a:cubicBezTo>
                    <a:pt x="11448" y="17305"/>
                    <a:pt x="12235" y="17846"/>
                    <a:pt x="13484" y="17846"/>
                  </a:cubicBezTo>
                  <a:close/>
                  <a:moveTo>
                    <a:pt x="13484" y="17846"/>
                  </a:moveTo>
                  <a:cubicBezTo>
                    <a:pt x="13331" y="17699"/>
                    <a:pt x="13101" y="17455"/>
                    <a:pt x="12885" y="17183"/>
                  </a:cubicBezTo>
                  <a:moveTo>
                    <a:pt x="13484" y="17846"/>
                  </a:moveTo>
                  <a:cubicBezTo>
                    <a:pt x="13786" y="16964"/>
                    <a:pt x="14179" y="16076"/>
                    <a:pt x="14667" y="15413"/>
                  </a:cubicBezTo>
                  <a:moveTo>
                    <a:pt x="12667" y="16888"/>
                  </a:moveTo>
                  <a:cubicBezTo>
                    <a:pt x="12510" y="16657"/>
                    <a:pt x="12384" y="16424"/>
                    <a:pt x="12339" y="16224"/>
                  </a:cubicBezTo>
                  <a:moveTo>
                    <a:pt x="13015" y="16224"/>
                  </a:moveTo>
                  <a:cubicBezTo>
                    <a:pt x="13119" y="16460"/>
                    <a:pt x="12972" y="16961"/>
                    <a:pt x="12885" y="17183"/>
                  </a:cubicBezTo>
                  <a:moveTo>
                    <a:pt x="12885" y="17183"/>
                  </a:moveTo>
                  <a:cubicBezTo>
                    <a:pt x="12809" y="17087"/>
                    <a:pt x="12735" y="16987"/>
                    <a:pt x="12667" y="16888"/>
                  </a:cubicBezTo>
                  <a:moveTo>
                    <a:pt x="12667" y="16888"/>
                  </a:moveTo>
                  <a:cubicBezTo>
                    <a:pt x="12533" y="16937"/>
                    <a:pt x="12218" y="17006"/>
                    <a:pt x="12038" y="16888"/>
                  </a:cubicBezTo>
                  <a:moveTo>
                    <a:pt x="14667" y="15413"/>
                  </a:moveTo>
                  <a:cubicBezTo>
                    <a:pt x="14764" y="15281"/>
                    <a:pt x="14865" y="15157"/>
                    <a:pt x="14970" y="15045"/>
                  </a:cubicBezTo>
                  <a:cubicBezTo>
                    <a:pt x="15356" y="14630"/>
                    <a:pt x="15738" y="14286"/>
                    <a:pt x="16098" y="13988"/>
                  </a:cubicBezTo>
                  <a:moveTo>
                    <a:pt x="14667" y="15413"/>
                  </a:moveTo>
                  <a:cubicBezTo>
                    <a:pt x="14818" y="15929"/>
                    <a:pt x="15346" y="17079"/>
                    <a:pt x="16248" y="17551"/>
                  </a:cubicBezTo>
                  <a:cubicBezTo>
                    <a:pt x="17151" y="18023"/>
                    <a:pt x="18078" y="17502"/>
                    <a:pt x="18429" y="17183"/>
                  </a:cubicBezTo>
                  <a:cubicBezTo>
                    <a:pt x="18604" y="16740"/>
                    <a:pt x="18730" y="15738"/>
                    <a:pt x="17828" y="15266"/>
                  </a:cubicBezTo>
                  <a:cubicBezTo>
                    <a:pt x="16925" y="14794"/>
                    <a:pt x="15344" y="15168"/>
                    <a:pt x="14667" y="15413"/>
                  </a:cubicBezTo>
                  <a:close/>
                  <a:moveTo>
                    <a:pt x="15873" y="15989"/>
                  </a:moveTo>
                  <a:cubicBezTo>
                    <a:pt x="15372" y="15806"/>
                    <a:pt x="14910" y="15562"/>
                    <a:pt x="14667" y="15413"/>
                  </a:cubicBezTo>
                  <a:moveTo>
                    <a:pt x="16850" y="16224"/>
                  </a:moveTo>
                  <a:cubicBezTo>
                    <a:pt x="16565" y="16203"/>
                    <a:pt x="16251" y="16122"/>
                    <a:pt x="15948" y="16016"/>
                  </a:cubicBezTo>
                  <a:moveTo>
                    <a:pt x="16700" y="15487"/>
                  </a:moveTo>
                  <a:cubicBezTo>
                    <a:pt x="16519" y="15487"/>
                    <a:pt x="16073" y="15822"/>
                    <a:pt x="15873" y="15989"/>
                  </a:cubicBezTo>
                  <a:moveTo>
                    <a:pt x="15948" y="16016"/>
                  </a:moveTo>
                  <a:cubicBezTo>
                    <a:pt x="15923" y="16007"/>
                    <a:pt x="15898" y="15998"/>
                    <a:pt x="15873" y="15989"/>
                  </a:cubicBezTo>
                  <a:moveTo>
                    <a:pt x="16399" y="16888"/>
                  </a:moveTo>
                  <a:cubicBezTo>
                    <a:pt x="16158" y="16770"/>
                    <a:pt x="15998" y="16257"/>
                    <a:pt x="15948" y="16016"/>
                  </a:cubicBezTo>
                  <a:moveTo>
                    <a:pt x="17654" y="12759"/>
                  </a:moveTo>
                  <a:cubicBezTo>
                    <a:pt x="17987" y="12366"/>
                    <a:pt x="18850" y="11595"/>
                    <a:pt x="19632" y="11654"/>
                  </a:cubicBezTo>
                  <a:cubicBezTo>
                    <a:pt x="20414" y="11713"/>
                    <a:pt x="20960" y="12120"/>
                    <a:pt x="21136" y="12317"/>
                  </a:cubicBezTo>
                  <a:cubicBezTo>
                    <a:pt x="21362" y="12759"/>
                    <a:pt x="21557" y="13718"/>
                    <a:pt x="20534" y="14013"/>
                  </a:cubicBezTo>
                  <a:cubicBezTo>
                    <a:pt x="19512" y="14307"/>
                    <a:pt x="18705" y="13890"/>
                    <a:pt x="18429" y="13644"/>
                  </a:cubicBezTo>
                  <a:close/>
                  <a:moveTo>
                    <a:pt x="17654" y="12759"/>
                  </a:moveTo>
                  <a:cubicBezTo>
                    <a:pt x="17914" y="12747"/>
                    <a:pt x="18327" y="12733"/>
                    <a:pt x="18730" y="12728"/>
                  </a:cubicBezTo>
                  <a:moveTo>
                    <a:pt x="17654" y="12759"/>
                  </a:moveTo>
                  <a:cubicBezTo>
                    <a:pt x="17279" y="13088"/>
                    <a:pt x="16791" y="13427"/>
                    <a:pt x="16248" y="13865"/>
                  </a:cubicBezTo>
                  <a:moveTo>
                    <a:pt x="18805" y="12728"/>
                  </a:moveTo>
                  <a:cubicBezTo>
                    <a:pt x="19202" y="12724"/>
                    <a:pt x="19580" y="12731"/>
                    <a:pt x="19782" y="12759"/>
                  </a:cubicBezTo>
                  <a:moveTo>
                    <a:pt x="18805" y="12728"/>
                  </a:moveTo>
                  <a:lnTo>
                    <a:pt x="19407" y="12170"/>
                  </a:lnTo>
                  <a:moveTo>
                    <a:pt x="18730" y="12728"/>
                  </a:moveTo>
                  <a:cubicBezTo>
                    <a:pt x="18755" y="12728"/>
                    <a:pt x="18780" y="12728"/>
                    <a:pt x="18805" y="12728"/>
                  </a:cubicBezTo>
                  <a:moveTo>
                    <a:pt x="18730" y="12728"/>
                  </a:moveTo>
                  <a:cubicBezTo>
                    <a:pt x="18780" y="12935"/>
                    <a:pt x="18985" y="13379"/>
                    <a:pt x="19407" y="13497"/>
                  </a:cubicBezTo>
                  <a:moveTo>
                    <a:pt x="16248" y="13865"/>
                  </a:moveTo>
                  <a:cubicBezTo>
                    <a:pt x="16499" y="13497"/>
                    <a:pt x="17030" y="12568"/>
                    <a:pt x="17151" y="11801"/>
                  </a:cubicBezTo>
                  <a:cubicBezTo>
                    <a:pt x="17271" y="11034"/>
                    <a:pt x="16449" y="10597"/>
                    <a:pt x="16023" y="10474"/>
                  </a:cubicBezTo>
                  <a:cubicBezTo>
                    <a:pt x="15622" y="10400"/>
                    <a:pt x="14789" y="10533"/>
                    <a:pt x="14667" y="11654"/>
                  </a:cubicBezTo>
                  <a:cubicBezTo>
                    <a:pt x="14544" y="12774"/>
                    <a:pt x="15570" y="13731"/>
                    <a:pt x="16023" y="14051"/>
                  </a:cubicBezTo>
                  <a:lnTo>
                    <a:pt x="16098" y="13988"/>
                  </a:lnTo>
                  <a:moveTo>
                    <a:pt x="16248" y="13865"/>
                  </a:moveTo>
                  <a:cubicBezTo>
                    <a:pt x="16199" y="13905"/>
                    <a:pt x="16149" y="13946"/>
                    <a:pt x="16098" y="13988"/>
                  </a:cubicBezTo>
                  <a:moveTo>
                    <a:pt x="16098" y="13988"/>
                  </a:moveTo>
                  <a:cubicBezTo>
                    <a:pt x="16044" y="13766"/>
                    <a:pt x="15969" y="13381"/>
                    <a:pt x="15931" y="12981"/>
                  </a:cubicBezTo>
                  <a:moveTo>
                    <a:pt x="15948" y="12022"/>
                  </a:moveTo>
                  <a:cubicBezTo>
                    <a:pt x="15897" y="12273"/>
                    <a:pt x="15898" y="12592"/>
                    <a:pt x="15924" y="12907"/>
                  </a:cubicBezTo>
                  <a:moveTo>
                    <a:pt x="16549" y="12317"/>
                  </a:moveTo>
                  <a:cubicBezTo>
                    <a:pt x="16549" y="12612"/>
                    <a:pt x="16133" y="12833"/>
                    <a:pt x="15924" y="12907"/>
                  </a:cubicBezTo>
                  <a:moveTo>
                    <a:pt x="15924" y="12907"/>
                  </a:moveTo>
                  <a:cubicBezTo>
                    <a:pt x="15926" y="12931"/>
                    <a:pt x="15928" y="12956"/>
                    <a:pt x="15931" y="12981"/>
                  </a:cubicBezTo>
                  <a:moveTo>
                    <a:pt x="15931" y="12981"/>
                  </a:moveTo>
                  <a:cubicBezTo>
                    <a:pt x="15686" y="12759"/>
                    <a:pt x="15211" y="12302"/>
                    <a:pt x="15271" y="12243"/>
                  </a:cubicBezTo>
                  <a:moveTo>
                    <a:pt x="19482" y="9295"/>
                  </a:moveTo>
                  <a:cubicBezTo>
                    <a:pt x="19833" y="9393"/>
                    <a:pt x="20655" y="9530"/>
                    <a:pt x="21136" y="9295"/>
                  </a:cubicBezTo>
                  <a:cubicBezTo>
                    <a:pt x="21286" y="9000"/>
                    <a:pt x="20309" y="8484"/>
                    <a:pt x="19632" y="8410"/>
                  </a:cubicBezTo>
                  <a:moveTo>
                    <a:pt x="19482" y="9295"/>
                  </a:moveTo>
                  <a:cubicBezTo>
                    <a:pt x="19206" y="9079"/>
                    <a:pt x="18609" y="8644"/>
                    <a:pt x="18429" y="8631"/>
                  </a:cubicBezTo>
                  <a:moveTo>
                    <a:pt x="19632" y="8410"/>
                  </a:moveTo>
                  <a:cubicBezTo>
                    <a:pt x="19908" y="8238"/>
                    <a:pt x="20444" y="7761"/>
                    <a:pt x="20384" y="7230"/>
                  </a:cubicBezTo>
                  <a:cubicBezTo>
                    <a:pt x="20384" y="7083"/>
                    <a:pt x="19632" y="7009"/>
                    <a:pt x="19106" y="7599"/>
                  </a:cubicBezTo>
                  <a:moveTo>
                    <a:pt x="19632" y="8410"/>
                  </a:moveTo>
                  <a:cubicBezTo>
                    <a:pt x="19331" y="8410"/>
                    <a:pt x="18705" y="8557"/>
                    <a:pt x="18429" y="8631"/>
                  </a:cubicBezTo>
                  <a:moveTo>
                    <a:pt x="19106" y="7599"/>
                  </a:moveTo>
                  <a:cubicBezTo>
                    <a:pt x="19181" y="7108"/>
                    <a:pt x="19256" y="6036"/>
                    <a:pt x="18955" y="5682"/>
                  </a:cubicBezTo>
                  <a:cubicBezTo>
                    <a:pt x="18579" y="5682"/>
                    <a:pt x="18128" y="6272"/>
                    <a:pt x="18128" y="7083"/>
                  </a:cubicBezTo>
                  <a:moveTo>
                    <a:pt x="19106" y="7599"/>
                  </a:moveTo>
                  <a:cubicBezTo>
                    <a:pt x="19071" y="7894"/>
                    <a:pt x="18640" y="8410"/>
                    <a:pt x="18429" y="8631"/>
                  </a:cubicBezTo>
                  <a:moveTo>
                    <a:pt x="18128" y="7083"/>
                  </a:moveTo>
                  <a:cubicBezTo>
                    <a:pt x="17903" y="6862"/>
                    <a:pt x="17361" y="6434"/>
                    <a:pt x="17000" y="6493"/>
                  </a:cubicBezTo>
                  <a:cubicBezTo>
                    <a:pt x="16820" y="6611"/>
                    <a:pt x="17025" y="7280"/>
                    <a:pt x="17151" y="7599"/>
                  </a:cubicBezTo>
                  <a:moveTo>
                    <a:pt x="18128" y="7083"/>
                  </a:moveTo>
                  <a:cubicBezTo>
                    <a:pt x="18103" y="7378"/>
                    <a:pt x="18318" y="8238"/>
                    <a:pt x="18429" y="8631"/>
                  </a:cubicBezTo>
                  <a:moveTo>
                    <a:pt x="17151" y="7599"/>
                  </a:moveTo>
                  <a:cubicBezTo>
                    <a:pt x="16624" y="7525"/>
                    <a:pt x="15557" y="7452"/>
                    <a:pt x="15497" y="7746"/>
                  </a:cubicBezTo>
                  <a:cubicBezTo>
                    <a:pt x="15421" y="8115"/>
                    <a:pt x="16399" y="8631"/>
                    <a:pt x="16925" y="8631"/>
                  </a:cubicBezTo>
                  <a:moveTo>
                    <a:pt x="17151" y="7599"/>
                  </a:moveTo>
                  <a:cubicBezTo>
                    <a:pt x="17331" y="7717"/>
                    <a:pt x="18078" y="8336"/>
                    <a:pt x="18429" y="8631"/>
                  </a:cubicBezTo>
                  <a:moveTo>
                    <a:pt x="16925" y="8631"/>
                  </a:moveTo>
                  <a:cubicBezTo>
                    <a:pt x="16650" y="8926"/>
                    <a:pt x="16143" y="9575"/>
                    <a:pt x="16324" y="9811"/>
                  </a:cubicBezTo>
                  <a:cubicBezTo>
                    <a:pt x="16504" y="10047"/>
                    <a:pt x="17201" y="9761"/>
                    <a:pt x="17527" y="9589"/>
                  </a:cubicBezTo>
                  <a:moveTo>
                    <a:pt x="16925" y="8631"/>
                  </a:moveTo>
                  <a:cubicBezTo>
                    <a:pt x="17467" y="8572"/>
                    <a:pt x="18153" y="8607"/>
                    <a:pt x="18429" y="8631"/>
                  </a:cubicBezTo>
                  <a:moveTo>
                    <a:pt x="17527" y="9589"/>
                  </a:moveTo>
                  <a:cubicBezTo>
                    <a:pt x="17828" y="9059"/>
                    <a:pt x="18254" y="8729"/>
                    <a:pt x="18429" y="8631"/>
                  </a:cubicBezTo>
                  <a:moveTo>
                    <a:pt x="10233" y="20284"/>
                  </a:moveTo>
                  <a:cubicBezTo>
                    <a:pt x="9833" y="20297"/>
                    <a:pt x="9448" y="20339"/>
                    <a:pt x="9180" y="20426"/>
                  </a:cubicBezTo>
                  <a:cubicBezTo>
                    <a:pt x="8773" y="20559"/>
                    <a:pt x="8338" y="20693"/>
                    <a:pt x="7827" y="20777"/>
                  </a:cubicBezTo>
                  <a:moveTo>
                    <a:pt x="10233" y="20284"/>
                  </a:moveTo>
                  <a:cubicBezTo>
                    <a:pt x="10160" y="18890"/>
                    <a:pt x="10122" y="16119"/>
                    <a:pt x="10360" y="13644"/>
                  </a:cubicBezTo>
                  <a:moveTo>
                    <a:pt x="10760" y="4282"/>
                  </a:moveTo>
                  <a:cubicBezTo>
                    <a:pt x="11035" y="4478"/>
                    <a:pt x="11632" y="4857"/>
                    <a:pt x="11812" y="4798"/>
                  </a:cubicBezTo>
                  <a:cubicBezTo>
                    <a:pt x="11993" y="4739"/>
                    <a:pt x="11687" y="3987"/>
                    <a:pt x="11511" y="3618"/>
                  </a:cubicBezTo>
                  <a:moveTo>
                    <a:pt x="10760" y="4282"/>
                  </a:moveTo>
                  <a:cubicBezTo>
                    <a:pt x="10559" y="4847"/>
                    <a:pt x="10098" y="5903"/>
                    <a:pt x="9857" y="5609"/>
                  </a:cubicBezTo>
                  <a:cubicBezTo>
                    <a:pt x="9617" y="5314"/>
                    <a:pt x="9707" y="4208"/>
                    <a:pt x="9782" y="3692"/>
                  </a:cubicBezTo>
                  <a:moveTo>
                    <a:pt x="10760" y="4282"/>
                  </a:moveTo>
                  <a:cubicBezTo>
                    <a:pt x="10915" y="4906"/>
                    <a:pt x="11106" y="6103"/>
                    <a:pt x="11124" y="7525"/>
                  </a:cubicBezTo>
                  <a:moveTo>
                    <a:pt x="10760" y="4282"/>
                  </a:moveTo>
                  <a:cubicBezTo>
                    <a:pt x="10760" y="3810"/>
                    <a:pt x="10509" y="3102"/>
                    <a:pt x="10384" y="2807"/>
                  </a:cubicBezTo>
                  <a:moveTo>
                    <a:pt x="11511" y="3618"/>
                  </a:moveTo>
                  <a:cubicBezTo>
                    <a:pt x="12013" y="3692"/>
                    <a:pt x="13060" y="3795"/>
                    <a:pt x="13241" y="3618"/>
                  </a:cubicBezTo>
                  <a:cubicBezTo>
                    <a:pt x="13466" y="3397"/>
                    <a:pt x="12339" y="2734"/>
                    <a:pt x="11812" y="2586"/>
                  </a:cubicBezTo>
                  <a:moveTo>
                    <a:pt x="11511" y="3618"/>
                  </a:moveTo>
                  <a:cubicBezTo>
                    <a:pt x="11431" y="3441"/>
                    <a:pt x="10726" y="3004"/>
                    <a:pt x="10384" y="2807"/>
                  </a:cubicBezTo>
                  <a:moveTo>
                    <a:pt x="11812" y="2586"/>
                  </a:moveTo>
                  <a:cubicBezTo>
                    <a:pt x="12088" y="2340"/>
                    <a:pt x="12609" y="1760"/>
                    <a:pt x="12489" y="1407"/>
                  </a:cubicBezTo>
                  <a:cubicBezTo>
                    <a:pt x="12369" y="1230"/>
                    <a:pt x="11536" y="1529"/>
                    <a:pt x="11135" y="1701"/>
                  </a:cubicBezTo>
                  <a:moveTo>
                    <a:pt x="11812" y="2586"/>
                  </a:moveTo>
                  <a:cubicBezTo>
                    <a:pt x="11633" y="2763"/>
                    <a:pt x="10785" y="2807"/>
                    <a:pt x="10384" y="2807"/>
                  </a:cubicBezTo>
                  <a:moveTo>
                    <a:pt x="11135" y="1701"/>
                  </a:moveTo>
                  <a:cubicBezTo>
                    <a:pt x="11211" y="1185"/>
                    <a:pt x="11301" y="124"/>
                    <a:pt x="11060" y="6"/>
                  </a:cubicBezTo>
                  <a:cubicBezTo>
                    <a:pt x="10835" y="-68"/>
                    <a:pt x="10233" y="595"/>
                    <a:pt x="10083" y="1480"/>
                  </a:cubicBezTo>
                  <a:moveTo>
                    <a:pt x="11135" y="1701"/>
                  </a:moveTo>
                  <a:cubicBezTo>
                    <a:pt x="11106" y="1937"/>
                    <a:pt x="10622" y="2537"/>
                    <a:pt x="10384" y="2807"/>
                  </a:cubicBezTo>
                  <a:moveTo>
                    <a:pt x="10083" y="1480"/>
                  </a:moveTo>
                  <a:cubicBezTo>
                    <a:pt x="9857" y="1210"/>
                    <a:pt x="9331" y="684"/>
                    <a:pt x="9030" y="743"/>
                  </a:cubicBezTo>
                  <a:cubicBezTo>
                    <a:pt x="8729" y="802"/>
                    <a:pt x="9005" y="1554"/>
                    <a:pt x="9180" y="1923"/>
                  </a:cubicBezTo>
                  <a:moveTo>
                    <a:pt x="10083" y="1480"/>
                  </a:moveTo>
                  <a:cubicBezTo>
                    <a:pt x="10083" y="1657"/>
                    <a:pt x="10283" y="2439"/>
                    <a:pt x="10384" y="2807"/>
                  </a:cubicBezTo>
                  <a:moveTo>
                    <a:pt x="9180" y="1923"/>
                  </a:moveTo>
                  <a:cubicBezTo>
                    <a:pt x="8704" y="1873"/>
                    <a:pt x="7722" y="1849"/>
                    <a:pt x="7601" y="2144"/>
                  </a:cubicBezTo>
                  <a:cubicBezTo>
                    <a:pt x="7451" y="2512"/>
                    <a:pt x="8729" y="2881"/>
                    <a:pt x="9030" y="2955"/>
                  </a:cubicBezTo>
                  <a:moveTo>
                    <a:pt x="9180" y="1923"/>
                  </a:moveTo>
                  <a:cubicBezTo>
                    <a:pt x="9421" y="1923"/>
                    <a:pt x="10083" y="2512"/>
                    <a:pt x="10384" y="2807"/>
                  </a:cubicBezTo>
                  <a:moveTo>
                    <a:pt x="9030" y="2955"/>
                  </a:moveTo>
                  <a:cubicBezTo>
                    <a:pt x="8779" y="3225"/>
                    <a:pt x="8293" y="3854"/>
                    <a:pt x="8353" y="4208"/>
                  </a:cubicBezTo>
                  <a:cubicBezTo>
                    <a:pt x="8474" y="4385"/>
                    <a:pt x="9356" y="3938"/>
                    <a:pt x="9782" y="3692"/>
                  </a:cubicBezTo>
                  <a:moveTo>
                    <a:pt x="9030" y="2955"/>
                  </a:moveTo>
                  <a:cubicBezTo>
                    <a:pt x="9391" y="2778"/>
                    <a:pt x="10083" y="2783"/>
                    <a:pt x="10384" y="2807"/>
                  </a:cubicBezTo>
                  <a:moveTo>
                    <a:pt x="9782" y="3692"/>
                  </a:moveTo>
                  <a:cubicBezTo>
                    <a:pt x="9957" y="3520"/>
                    <a:pt x="10323" y="3102"/>
                    <a:pt x="10384" y="2807"/>
                  </a:cubicBezTo>
                  <a:moveTo>
                    <a:pt x="11043" y="9368"/>
                  </a:moveTo>
                  <a:cubicBezTo>
                    <a:pt x="10986" y="9928"/>
                    <a:pt x="10894" y="10499"/>
                    <a:pt x="10760" y="11064"/>
                  </a:cubicBezTo>
                  <a:cubicBezTo>
                    <a:pt x="10695" y="11335"/>
                    <a:pt x="10637" y="11623"/>
                    <a:pt x="10585" y="11924"/>
                  </a:cubicBezTo>
                  <a:moveTo>
                    <a:pt x="11043" y="9368"/>
                  </a:moveTo>
                  <a:cubicBezTo>
                    <a:pt x="11300" y="8729"/>
                    <a:pt x="12083" y="7437"/>
                    <a:pt x="13166" y="7378"/>
                  </a:cubicBezTo>
                  <a:cubicBezTo>
                    <a:pt x="14519" y="7304"/>
                    <a:pt x="14970" y="7746"/>
                    <a:pt x="15121" y="8189"/>
                  </a:cubicBezTo>
                  <a:cubicBezTo>
                    <a:pt x="15271" y="8631"/>
                    <a:pt x="14895" y="9884"/>
                    <a:pt x="13767" y="9958"/>
                  </a:cubicBezTo>
                  <a:cubicBezTo>
                    <a:pt x="12865" y="10017"/>
                    <a:pt x="11575" y="9589"/>
                    <a:pt x="11043" y="9368"/>
                  </a:cubicBezTo>
                  <a:close/>
                  <a:moveTo>
                    <a:pt x="11043" y="9368"/>
                  </a:moveTo>
                  <a:cubicBezTo>
                    <a:pt x="11315" y="9218"/>
                    <a:pt x="11757" y="8986"/>
                    <a:pt x="12188" y="8788"/>
                  </a:cubicBezTo>
                  <a:moveTo>
                    <a:pt x="11043" y="9368"/>
                  </a:moveTo>
                  <a:cubicBezTo>
                    <a:pt x="11101" y="8812"/>
                    <a:pt x="11125" y="8266"/>
                    <a:pt x="11125" y="7746"/>
                  </a:cubicBezTo>
                  <a:moveTo>
                    <a:pt x="12489" y="8655"/>
                  </a:moveTo>
                  <a:cubicBezTo>
                    <a:pt x="12790" y="8528"/>
                    <a:pt x="13063" y="8432"/>
                    <a:pt x="13241" y="8410"/>
                  </a:cubicBezTo>
                  <a:moveTo>
                    <a:pt x="12188" y="8788"/>
                  </a:moveTo>
                  <a:cubicBezTo>
                    <a:pt x="12414" y="8932"/>
                    <a:pt x="12940" y="9221"/>
                    <a:pt x="13241" y="9221"/>
                  </a:cubicBezTo>
                  <a:moveTo>
                    <a:pt x="12188" y="8788"/>
                  </a:moveTo>
                  <a:cubicBezTo>
                    <a:pt x="12290" y="8742"/>
                    <a:pt x="12391" y="8697"/>
                    <a:pt x="12489" y="8655"/>
                  </a:cubicBezTo>
                  <a:moveTo>
                    <a:pt x="12489" y="8655"/>
                  </a:moveTo>
                  <a:cubicBezTo>
                    <a:pt x="12614" y="8451"/>
                    <a:pt x="12880" y="8027"/>
                    <a:pt x="12940" y="7968"/>
                  </a:cubicBezTo>
                  <a:moveTo>
                    <a:pt x="11124" y="7525"/>
                  </a:moveTo>
                  <a:cubicBezTo>
                    <a:pt x="10802" y="6936"/>
                    <a:pt x="9902" y="5756"/>
                    <a:pt x="8880" y="5756"/>
                  </a:cubicBezTo>
                  <a:cubicBezTo>
                    <a:pt x="7857" y="5756"/>
                    <a:pt x="7301" y="6592"/>
                    <a:pt x="7150" y="7009"/>
                  </a:cubicBezTo>
                  <a:cubicBezTo>
                    <a:pt x="7075" y="7498"/>
                    <a:pt x="7241" y="8505"/>
                    <a:pt x="8504" y="8631"/>
                  </a:cubicBezTo>
                  <a:cubicBezTo>
                    <a:pt x="9767" y="8757"/>
                    <a:pt x="10777" y="8094"/>
                    <a:pt x="11125" y="7746"/>
                  </a:cubicBezTo>
                  <a:moveTo>
                    <a:pt x="11124" y="7525"/>
                  </a:moveTo>
                  <a:cubicBezTo>
                    <a:pt x="11124" y="7598"/>
                    <a:pt x="11125" y="7672"/>
                    <a:pt x="11125" y="7746"/>
                  </a:cubicBezTo>
                  <a:moveTo>
                    <a:pt x="11125" y="7746"/>
                  </a:moveTo>
                  <a:cubicBezTo>
                    <a:pt x="10881" y="7633"/>
                    <a:pt x="10447" y="7454"/>
                    <a:pt x="10008" y="7323"/>
                  </a:cubicBezTo>
                  <a:moveTo>
                    <a:pt x="10008" y="7323"/>
                  </a:moveTo>
                  <a:cubicBezTo>
                    <a:pt x="9685" y="7227"/>
                    <a:pt x="9360" y="7157"/>
                    <a:pt x="9105" y="7157"/>
                  </a:cubicBezTo>
                  <a:moveTo>
                    <a:pt x="10008" y="7323"/>
                  </a:moveTo>
                  <a:cubicBezTo>
                    <a:pt x="9957" y="7096"/>
                    <a:pt x="9782" y="6626"/>
                    <a:pt x="9481" y="6567"/>
                  </a:cubicBezTo>
                  <a:moveTo>
                    <a:pt x="10008" y="7323"/>
                  </a:moveTo>
                  <a:cubicBezTo>
                    <a:pt x="9932" y="7514"/>
                    <a:pt x="9692" y="7909"/>
                    <a:pt x="9331" y="7968"/>
                  </a:cubicBezTo>
                  <a:moveTo>
                    <a:pt x="10585" y="11924"/>
                  </a:moveTo>
                  <a:cubicBezTo>
                    <a:pt x="10367" y="11146"/>
                    <a:pt x="9677" y="9589"/>
                    <a:pt x="8654" y="9589"/>
                  </a:cubicBezTo>
                  <a:cubicBezTo>
                    <a:pt x="7376" y="9589"/>
                    <a:pt x="6925" y="9737"/>
                    <a:pt x="6624" y="10695"/>
                  </a:cubicBezTo>
                  <a:cubicBezTo>
                    <a:pt x="6323" y="11654"/>
                    <a:pt x="7601" y="12317"/>
                    <a:pt x="7977" y="12317"/>
                  </a:cubicBezTo>
                  <a:cubicBezTo>
                    <a:pt x="8353" y="12317"/>
                    <a:pt x="9131" y="12564"/>
                    <a:pt x="10585" y="11924"/>
                  </a:cubicBezTo>
                  <a:close/>
                  <a:moveTo>
                    <a:pt x="10585" y="11924"/>
                  </a:moveTo>
                  <a:cubicBezTo>
                    <a:pt x="10320" y="11783"/>
                    <a:pt x="9834" y="11545"/>
                    <a:pt x="9331" y="11352"/>
                  </a:cubicBezTo>
                  <a:moveTo>
                    <a:pt x="10360" y="13644"/>
                  </a:moveTo>
                  <a:cubicBezTo>
                    <a:pt x="10418" y="13046"/>
                    <a:pt x="10491" y="12464"/>
                    <a:pt x="10585" y="11924"/>
                  </a:cubicBezTo>
                  <a:moveTo>
                    <a:pt x="9331" y="11352"/>
                  </a:moveTo>
                  <a:cubicBezTo>
                    <a:pt x="8991" y="11222"/>
                    <a:pt x="8644" y="11111"/>
                    <a:pt x="8353" y="11064"/>
                  </a:cubicBezTo>
                  <a:moveTo>
                    <a:pt x="9331" y="11352"/>
                  </a:moveTo>
                  <a:cubicBezTo>
                    <a:pt x="9331" y="11084"/>
                    <a:pt x="9241" y="10533"/>
                    <a:pt x="8880" y="10474"/>
                  </a:cubicBezTo>
                  <a:moveTo>
                    <a:pt x="9331" y="11352"/>
                  </a:moveTo>
                  <a:cubicBezTo>
                    <a:pt x="9206" y="11543"/>
                    <a:pt x="8895" y="11924"/>
                    <a:pt x="8654" y="11924"/>
                  </a:cubicBezTo>
                  <a:moveTo>
                    <a:pt x="10360" y="13644"/>
                  </a:moveTo>
                  <a:cubicBezTo>
                    <a:pt x="10694" y="12981"/>
                    <a:pt x="11587" y="11654"/>
                    <a:pt x="12489" y="11654"/>
                  </a:cubicBezTo>
                  <a:cubicBezTo>
                    <a:pt x="13617" y="11654"/>
                    <a:pt x="14221" y="12170"/>
                    <a:pt x="14444" y="12907"/>
                  </a:cubicBezTo>
                  <a:cubicBezTo>
                    <a:pt x="14667" y="13644"/>
                    <a:pt x="13733" y="14455"/>
                    <a:pt x="12885" y="14455"/>
                  </a:cubicBezTo>
                  <a:cubicBezTo>
                    <a:pt x="12207" y="14455"/>
                    <a:pt x="10919" y="13914"/>
                    <a:pt x="10360" y="13644"/>
                  </a:cubicBezTo>
                  <a:close/>
                  <a:moveTo>
                    <a:pt x="10360" y="13644"/>
                  </a:moveTo>
                  <a:cubicBezTo>
                    <a:pt x="10639" y="13549"/>
                    <a:pt x="11079" y="13405"/>
                    <a:pt x="11511" y="13275"/>
                  </a:cubicBezTo>
                  <a:moveTo>
                    <a:pt x="11758" y="13202"/>
                  </a:moveTo>
                  <a:cubicBezTo>
                    <a:pt x="12131" y="13094"/>
                    <a:pt x="12472" y="13006"/>
                    <a:pt x="12667" y="12981"/>
                  </a:cubicBezTo>
                  <a:moveTo>
                    <a:pt x="11758" y="13202"/>
                  </a:moveTo>
                  <a:cubicBezTo>
                    <a:pt x="11801" y="12981"/>
                    <a:pt x="11932" y="12509"/>
                    <a:pt x="12113" y="12391"/>
                  </a:cubicBezTo>
                  <a:moveTo>
                    <a:pt x="11511" y="13275"/>
                  </a:moveTo>
                  <a:cubicBezTo>
                    <a:pt x="11594" y="13250"/>
                    <a:pt x="11677" y="13225"/>
                    <a:pt x="11758" y="13202"/>
                  </a:cubicBezTo>
                  <a:moveTo>
                    <a:pt x="11511" y="13275"/>
                  </a:moveTo>
                  <a:cubicBezTo>
                    <a:pt x="11806" y="13472"/>
                    <a:pt x="12449" y="13865"/>
                    <a:pt x="12667" y="13865"/>
                  </a:cubicBezTo>
                  <a:moveTo>
                    <a:pt x="7827" y="20777"/>
                  </a:moveTo>
                  <a:cubicBezTo>
                    <a:pt x="7872" y="19633"/>
                    <a:pt x="7826" y="17654"/>
                    <a:pt x="7508" y="15856"/>
                  </a:cubicBezTo>
                  <a:moveTo>
                    <a:pt x="6398" y="12728"/>
                  </a:moveTo>
                  <a:cubicBezTo>
                    <a:pt x="5905" y="12055"/>
                    <a:pt x="5451" y="11544"/>
                    <a:pt x="5066" y="11064"/>
                  </a:cubicBezTo>
                  <a:moveTo>
                    <a:pt x="6398" y="12728"/>
                  </a:moveTo>
                  <a:cubicBezTo>
                    <a:pt x="5722" y="12517"/>
                    <a:pt x="4128" y="12258"/>
                    <a:pt x="3165" y="12907"/>
                  </a:cubicBezTo>
                  <a:cubicBezTo>
                    <a:pt x="2203" y="13556"/>
                    <a:pt x="2564" y="14652"/>
                    <a:pt x="2864" y="15118"/>
                  </a:cubicBezTo>
                  <a:cubicBezTo>
                    <a:pt x="3165" y="15487"/>
                    <a:pt x="4067" y="15959"/>
                    <a:pt x="5271" y="14897"/>
                  </a:cubicBezTo>
                  <a:cubicBezTo>
                    <a:pt x="6474" y="13836"/>
                    <a:pt x="6524" y="13009"/>
                    <a:pt x="6398" y="12728"/>
                  </a:cubicBezTo>
                  <a:close/>
                  <a:moveTo>
                    <a:pt x="6398" y="12728"/>
                  </a:moveTo>
                  <a:cubicBezTo>
                    <a:pt x="6085" y="12859"/>
                    <a:pt x="5554" y="13099"/>
                    <a:pt x="5066" y="13358"/>
                  </a:cubicBezTo>
                  <a:moveTo>
                    <a:pt x="6398" y="12728"/>
                  </a:moveTo>
                  <a:cubicBezTo>
                    <a:pt x="6884" y="13390"/>
                    <a:pt x="7216" y="14390"/>
                    <a:pt x="7438" y="15487"/>
                  </a:cubicBezTo>
                  <a:moveTo>
                    <a:pt x="3842" y="6493"/>
                  </a:moveTo>
                  <a:cubicBezTo>
                    <a:pt x="3736" y="7740"/>
                    <a:pt x="3817" y="8602"/>
                    <a:pt x="4038" y="9295"/>
                  </a:cubicBezTo>
                  <a:moveTo>
                    <a:pt x="3842" y="6493"/>
                  </a:moveTo>
                  <a:cubicBezTo>
                    <a:pt x="3491" y="6813"/>
                    <a:pt x="2744" y="7437"/>
                    <a:pt x="2564" y="7378"/>
                  </a:cubicBezTo>
                  <a:cubicBezTo>
                    <a:pt x="2338" y="7304"/>
                    <a:pt x="2940" y="5830"/>
                    <a:pt x="3090" y="5682"/>
                  </a:cubicBezTo>
                  <a:moveTo>
                    <a:pt x="3842" y="6493"/>
                  </a:moveTo>
                  <a:cubicBezTo>
                    <a:pt x="4083" y="7142"/>
                    <a:pt x="4443" y="7402"/>
                    <a:pt x="4594" y="7452"/>
                  </a:cubicBezTo>
                  <a:cubicBezTo>
                    <a:pt x="4774" y="7216"/>
                    <a:pt x="4819" y="6420"/>
                    <a:pt x="4819" y="6051"/>
                  </a:cubicBezTo>
                  <a:moveTo>
                    <a:pt x="3842" y="6493"/>
                  </a:moveTo>
                  <a:cubicBezTo>
                    <a:pt x="3917" y="6125"/>
                    <a:pt x="4098" y="5314"/>
                    <a:pt x="4218" y="5019"/>
                  </a:cubicBezTo>
                  <a:moveTo>
                    <a:pt x="5066" y="11064"/>
                  </a:moveTo>
                  <a:cubicBezTo>
                    <a:pt x="5686" y="10843"/>
                    <a:pt x="6970" y="10209"/>
                    <a:pt x="7150" y="9442"/>
                  </a:cubicBezTo>
                  <a:cubicBezTo>
                    <a:pt x="7376" y="8484"/>
                    <a:pt x="7075" y="7746"/>
                    <a:pt x="6323" y="7746"/>
                  </a:cubicBezTo>
                  <a:cubicBezTo>
                    <a:pt x="5571" y="7746"/>
                    <a:pt x="4895" y="8263"/>
                    <a:pt x="4819" y="9000"/>
                  </a:cubicBezTo>
                  <a:cubicBezTo>
                    <a:pt x="4759" y="9589"/>
                    <a:pt x="4881" y="10523"/>
                    <a:pt x="4949" y="10916"/>
                  </a:cubicBezTo>
                  <a:moveTo>
                    <a:pt x="5066" y="11064"/>
                  </a:moveTo>
                  <a:cubicBezTo>
                    <a:pt x="5027" y="11014"/>
                    <a:pt x="4988" y="10965"/>
                    <a:pt x="4949" y="10916"/>
                  </a:cubicBezTo>
                  <a:moveTo>
                    <a:pt x="5551" y="10106"/>
                  </a:moveTo>
                  <a:cubicBezTo>
                    <a:pt x="5377" y="10480"/>
                    <a:pt x="5188" y="10843"/>
                    <a:pt x="5066" y="11064"/>
                  </a:cubicBezTo>
                  <a:moveTo>
                    <a:pt x="4949" y="10916"/>
                  </a:moveTo>
                  <a:cubicBezTo>
                    <a:pt x="4553" y="10409"/>
                    <a:pt x="4238" y="9921"/>
                    <a:pt x="4038" y="9295"/>
                  </a:cubicBezTo>
                  <a:moveTo>
                    <a:pt x="5947" y="9073"/>
                  </a:moveTo>
                  <a:cubicBezTo>
                    <a:pt x="5895" y="9305"/>
                    <a:pt x="5767" y="9629"/>
                    <a:pt x="5619" y="9958"/>
                  </a:cubicBezTo>
                  <a:moveTo>
                    <a:pt x="6398" y="9589"/>
                  </a:moveTo>
                  <a:cubicBezTo>
                    <a:pt x="6398" y="9884"/>
                    <a:pt x="5834" y="10056"/>
                    <a:pt x="5551" y="10106"/>
                  </a:cubicBezTo>
                  <a:moveTo>
                    <a:pt x="5619" y="9958"/>
                  </a:moveTo>
                  <a:cubicBezTo>
                    <a:pt x="5597" y="10007"/>
                    <a:pt x="5574" y="10056"/>
                    <a:pt x="5551" y="10106"/>
                  </a:cubicBezTo>
                  <a:moveTo>
                    <a:pt x="5619" y="9958"/>
                  </a:moveTo>
                  <a:lnTo>
                    <a:pt x="5271" y="9221"/>
                  </a:lnTo>
                  <a:moveTo>
                    <a:pt x="4038" y="9295"/>
                  </a:moveTo>
                  <a:cubicBezTo>
                    <a:pt x="3647" y="8779"/>
                    <a:pt x="2564" y="7835"/>
                    <a:pt x="1361" y="8189"/>
                  </a:cubicBezTo>
                  <a:cubicBezTo>
                    <a:pt x="158" y="8543"/>
                    <a:pt x="-43" y="9319"/>
                    <a:pt x="7" y="9663"/>
                  </a:cubicBezTo>
                  <a:cubicBezTo>
                    <a:pt x="57" y="10155"/>
                    <a:pt x="443" y="11093"/>
                    <a:pt x="1586" y="10916"/>
                  </a:cubicBezTo>
                  <a:cubicBezTo>
                    <a:pt x="3015" y="10695"/>
                    <a:pt x="4038" y="9737"/>
                    <a:pt x="4038" y="9295"/>
                  </a:cubicBezTo>
                  <a:close/>
                  <a:moveTo>
                    <a:pt x="4038" y="9295"/>
                  </a:moveTo>
                  <a:cubicBezTo>
                    <a:pt x="3691" y="9295"/>
                    <a:pt x="3106" y="9304"/>
                    <a:pt x="2564" y="9333"/>
                  </a:cubicBezTo>
                  <a:moveTo>
                    <a:pt x="2564" y="9333"/>
                  </a:moveTo>
                  <a:cubicBezTo>
                    <a:pt x="2143" y="9356"/>
                    <a:pt x="1748" y="9390"/>
                    <a:pt x="1511" y="9442"/>
                  </a:cubicBezTo>
                  <a:moveTo>
                    <a:pt x="2564" y="9333"/>
                  </a:moveTo>
                  <a:cubicBezTo>
                    <a:pt x="2488" y="9124"/>
                    <a:pt x="2263" y="8705"/>
                    <a:pt x="1962" y="8705"/>
                  </a:cubicBezTo>
                  <a:moveTo>
                    <a:pt x="2564" y="9333"/>
                  </a:moveTo>
                  <a:cubicBezTo>
                    <a:pt x="2463" y="9566"/>
                    <a:pt x="2233" y="10061"/>
                    <a:pt x="2112" y="10179"/>
                  </a:cubicBezTo>
                  <a:moveTo>
                    <a:pt x="5066" y="13358"/>
                  </a:moveTo>
                  <a:cubicBezTo>
                    <a:pt x="4696" y="13554"/>
                    <a:pt x="4350" y="13761"/>
                    <a:pt x="4143" y="13939"/>
                  </a:cubicBezTo>
                  <a:moveTo>
                    <a:pt x="5066" y="13358"/>
                  </a:moveTo>
                  <a:lnTo>
                    <a:pt x="4949" y="14381"/>
                  </a:lnTo>
                  <a:moveTo>
                    <a:pt x="5066" y="13358"/>
                  </a:moveTo>
                  <a:cubicBezTo>
                    <a:pt x="4944" y="13306"/>
                    <a:pt x="4633" y="13202"/>
                    <a:pt x="4368" y="13202"/>
                  </a:cubicBezTo>
                  <a:moveTo>
                    <a:pt x="7438" y="15487"/>
                  </a:moveTo>
                  <a:cubicBezTo>
                    <a:pt x="7342" y="14824"/>
                    <a:pt x="7421" y="13438"/>
                    <a:pt x="8504" y="13202"/>
                  </a:cubicBezTo>
                  <a:cubicBezTo>
                    <a:pt x="9587" y="12966"/>
                    <a:pt x="9957" y="13447"/>
                    <a:pt x="10008" y="13718"/>
                  </a:cubicBezTo>
                  <a:cubicBezTo>
                    <a:pt x="10133" y="14086"/>
                    <a:pt x="10128" y="14956"/>
                    <a:pt x="9105" y="15487"/>
                  </a:cubicBezTo>
                  <a:cubicBezTo>
                    <a:pt x="8624" y="15782"/>
                    <a:pt x="7840" y="15856"/>
                    <a:pt x="7508" y="15856"/>
                  </a:cubicBezTo>
                  <a:moveTo>
                    <a:pt x="7438" y="15487"/>
                  </a:moveTo>
                  <a:cubicBezTo>
                    <a:pt x="7462" y="15609"/>
                    <a:pt x="7486" y="15732"/>
                    <a:pt x="7508" y="15856"/>
                  </a:cubicBezTo>
                  <a:moveTo>
                    <a:pt x="7508" y="15856"/>
                  </a:moveTo>
                  <a:cubicBezTo>
                    <a:pt x="7618" y="15675"/>
                    <a:pt x="7797" y="15401"/>
                    <a:pt x="7997" y="15118"/>
                  </a:cubicBezTo>
                  <a:moveTo>
                    <a:pt x="8158" y="14897"/>
                  </a:moveTo>
                  <a:cubicBezTo>
                    <a:pt x="8380" y="14601"/>
                    <a:pt x="8613" y="14321"/>
                    <a:pt x="8805" y="14160"/>
                  </a:cubicBezTo>
                  <a:moveTo>
                    <a:pt x="7997" y="15118"/>
                  </a:moveTo>
                  <a:cubicBezTo>
                    <a:pt x="8317" y="15094"/>
                    <a:pt x="8970" y="15015"/>
                    <a:pt x="9030" y="14897"/>
                  </a:cubicBezTo>
                  <a:moveTo>
                    <a:pt x="8158" y="14897"/>
                  </a:moveTo>
                  <a:cubicBezTo>
                    <a:pt x="8104" y="14971"/>
                    <a:pt x="8050" y="15045"/>
                    <a:pt x="7997" y="15118"/>
                  </a:cubicBezTo>
                  <a:moveTo>
                    <a:pt x="8158" y="14897"/>
                  </a:moveTo>
                  <a:cubicBezTo>
                    <a:pt x="8194" y="14676"/>
                    <a:pt x="8243" y="14204"/>
                    <a:pt x="8158" y="14086"/>
                  </a:cubicBezTo>
                  <a:moveTo>
                    <a:pt x="3090" y="5682"/>
                  </a:moveTo>
                  <a:cubicBezTo>
                    <a:pt x="2664" y="5658"/>
                    <a:pt x="1812" y="5564"/>
                    <a:pt x="1812" y="5387"/>
                  </a:cubicBezTo>
                  <a:cubicBezTo>
                    <a:pt x="1812" y="5166"/>
                    <a:pt x="2488" y="4724"/>
                    <a:pt x="2714" y="4724"/>
                  </a:cubicBezTo>
                  <a:moveTo>
                    <a:pt x="3090" y="5682"/>
                  </a:moveTo>
                  <a:cubicBezTo>
                    <a:pt x="3331" y="5446"/>
                    <a:pt x="3942" y="5142"/>
                    <a:pt x="4218" y="5019"/>
                  </a:cubicBezTo>
                  <a:moveTo>
                    <a:pt x="2714" y="4724"/>
                  </a:moveTo>
                  <a:cubicBezTo>
                    <a:pt x="2413" y="4454"/>
                    <a:pt x="1812" y="3780"/>
                    <a:pt x="1812" y="3250"/>
                  </a:cubicBezTo>
                  <a:cubicBezTo>
                    <a:pt x="1812" y="3102"/>
                    <a:pt x="2488" y="3102"/>
                    <a:pt x="3466" y="3839"/>
                  </a:cubicBezTo>
                  <a:moveTo>
                    <a:pt x="2714" y="4724"/>
                  </a:moveTo>
                  <a:cubicBezTo>
                    <a:pt x="2834" y="4901"/>
                    <a:pt x="3767" y="4994"/>
                    <a:pt x="4218" y="5019"/>
                  </a:cubicBezTo>
                  <a:moveTo>
                    <a:pt x="3466" y="3839"/>
                  </a:moveTo>
                  <a:cubicBezTo>
                    <a:pt x="3466" y="3397"/>
                    <a:pt x="3526" y="2512"/>
                    <a:pt x="3767" y="2512"/>
                  </a:cubicBezTo>
                  <a:cubicBezTo>
                    <a:pt x="4007" y="2512"/>
                    <a:pt x="4318" y="3250"/>
                    <a:pt x="4443" y="3618"/>
                  </a:cubicBezTo>
                  <a:moveTo>
                    <a:pt x="3466" y="3839"/>
                  </a:moveTo>
                  <a:cubicBezTo>
                    <a:pt x="3707" y="4075"/>
                    <a:pt x="4067" y="4724"/>
                    <a:pt x="4218" y="5019"/>
                  </a:cubicBezTo>
                  <a:moveTo>
                    <a:pt x="4443" y="3618"/>
                  </a:moveTo>
                  <a:cubicBezTo>
                    <a:pt x="4744" y="3250"/>
                    <a:pt x="5451" y="2527"/>
                    <a:pt x="5872" y="2586"/>
                  </a:cubicBezTo>
                  <a:cubicBezTo>
                    <a:pt x="5947" y="2807"/>
                    <a:pt x="5797" y="3913"/>
                    <a:pt x="5346" y="4282"/>
                  </a:cubicBezTo>
                  <a:moveTo>
                    <a:pt x="4443" y="3618"/>
                  </a:moveTo>
                  <a:cubicBezTo>
                    <a:pt x="4504" y="3972"/>
                    <a:pt x="4318" y="4699"/>
                    <a:pt x="4218" y="5019"/>
                  </a:cubicBezTo>
                  <a:moveTo>
                    <a:pt x="5346" y="4282"/>
                  </a:moveTo>
                  <a:cubicBezTo>
                    <a:pt x="5772" y="4331"/>
                    <a:pt x="6639" y="4488"/>
                    <a:pt x="6699" y="4724"/>
                  </a:cubicBezTo>
                  <a:cubicBezTo>
                    <a:pt x="6699" y="4798"/>
                    <a:pt x="6098" y="5314"/>
                    <a:pt x="5571" y="5387"/>
                  </a:cubicBezTo>
                  <a:moveTo>
                    <a:pt x="5346" y="4282"/>
                  </a:moveTo>
                  <a:cubicBezTo>
                    <a:pt x="5225" y="4412"/>
                    <a:pt x="4544" y="4827"/>
                    <a:pt x="4218" y="5019"/>
                  </a:cubicBezTo>
                  <a:moveTo>
                    <a:pt x="5571" y="5387"/>
                  </a:moveTo>
                  <a:cubicBezTo>
                    <a:pt x="5872" y="5609"/>
                    <a:pt x="6474" y="6184"/>
                    <a:pt x="6474" y="6714"/>
                  </a:cubicBezTo>
                  <a:cubicBezTo>
                    <a:pt x="6474" y="6862"/>
                    <a:pt x="5872" y="6788"/>
                    <a:pt x="5195" y="6420"/>
                  </a:cubicBezTo>
                  <a:lnTo>
                    <a:pt x="4819" y="6051"/>
                  </a:lnTo>
                  <a:moveTo>
                    <a:pt x="5571" y="5387"/>
                  </a:moveTo>
                  <a:cubicBezTo>
                    <a:pt x="5271" y="5152"/>
                    <a:pt x="4544" y="5043"/>
                    <a:pt x="4218" y="5019"/>
                  </a:cubicBezTo>
                  <a:moveTo>
                    <a:pt x="4819" y="6051"/>
                  </a:moveTo>
                  <a:cubicBezTo>
                    <a:pt x="4825" y="5815"/>
                    <a:pt x="4421" y="5265"/>
                    <a:pt x="4218" y="5019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74" name="Rounded Rectangle 5"/>
            <p:cNvSpPr/>
            <p:nvPr/>
          </p:nvSpPr>
          <p:spPr>
            <a:xfrm>
              <a:off x="225139" y="1112818"/>
              <a:ext cx="579121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26" y="18121"/>
                  </a:moveTo>
                  <a:lnTo>
                    <a:pt x="2274" y="18121"/>
                  </a:ln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853" y="2030"/>
                  </a:moveTo>
                  <a:lnTo>
                    <a:pt x="284" y="203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316" y="2030"/>
                  </a:lnTo>
                  <a:lnTo>
                    <a:pt x="20747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853" y="2030"/>
                  </a:moveTo>
                  <a:lnTo>
                    <a:pt x="1815" y="8843"/>
                  </a:lnTo>
                  <a:moveTo>
                    <a:pt x="18474" y="18121"/>
                  </a:moveTo>
                  <a:lnTo>
                    <a:pt x="19611" y="10075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89" y="10075"/>
                  </a:moveTo>
                  <a:lnTo>
                    <a:pt x="19611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611" y="10075"/>
                  </a:moveTo>
                  <a:lnTo>
                    <a:pt x="19785" y="8843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78" name="Group 9"/>
          <p:cNvGrpSpPr/>
          <p:nvPr/>
        </p:nvGrpSpPr>
        <p:grpSpPr>
          <a:xfrm>
            <a:off x="7767273" y="2502871"/>
            <a:ext cx="820672" cy="1642408"/>
            <a:chOff x="0" y="0"/>
            <a:chExt cx="820671" cy="1642407"/>
          </a:xfrm>
        </p:grpSpPr>
        <p:sp>
          <p:nvSpPr>
            <p:cNvPr id="176" name="Rounded Rectangle 7"/>
            <p:cNvSpPr/>
            <p:nvPr/>
          </p:nvSpPr>
          <p:spPr>
            <a:xfrm>
              <a:off x="26669" y="0"/>
              <a:ext cx="794003" cy="1074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29" extrusionOk="0">
                  <a:moveTo>
                    <a:pt x="6704" y="12345"/>
                  </a:moveTo>
                  <a:cubicBezTo>
                    <a:pt x="6409" y="11539"/>
                    <a:pt x="5471" y="9928"/>
                    <a:pt x="4083" y="9928"/>
                  </a:cubicBezTo>
                  <a:cubicBezTo>
                    <a:pt x="2348" y="9928"/>
                    <a:pt x="1735" y="10081"/>
                    <a:pt x="1327" y="11073"/>
                  </a:cubicBezTo>
                  <a:cubicBezTo>
                    <a:pt x="919" y="12065"/>
                    <a:pt x="2654" y="12752"/>
                    <a:pt x="3164" y="12752"/>
                  </a:cubicBezTo>
                  <a:cubicBezTo>
                    <a:pt x="3675" y="12752"/>
                    <a:pt x="4731" y="13007"/>
                    <a:pt x="6704" y="12345"/>
                  </a:cubicBezTo>
                  <a:moveTo>
                    <a:pt x="6399" y="14126"/>
                  </a:moveTo>
                  <a:cubicBezTo>
                    <a:pt x="6477" y="13506"/>
                    <a:pt x="6577" y="12904"/>
                    <a:pt x="6704" y="12345"/>
                  </a:cubicBezTo>
                  <a:moveTo>
                    <a:pt x="6399" y="14126"/>
                  </a:moveTo>
                  <a:cubicBezTo>
                    <a:pt x="6852" y="13439"/>
                    <a:pt x="8064" y="12065"/>
                    <a:pt x="9289" y="12065"/>
                  </a:cubicBezTo>
                  <a:cubicBezTo>
                    <a:pt x="10820" y="12065"/>
                    <a:pt x="11641" y="12599"/>
                    <a:pt x="11943" y="13362"/>
                  </a:cubicBezTo>
                  <a:cubicBezTo>
                    <a:pt x="12246" y="14126"/>
                    <a:pt x="10978" y="14965"/>
                    <a:pt x="9827" y="14965"/>
                  </a:cubicBezTo>
                  <a:cubicBezTo>
                    <a:pt x="8907" y="14965"/>
                    <a:pt x="7158" y="14405"/>
                    <a:pt x="6399" y="14126"/>
                  </a:cubicBezTo>
                  <a:moveTo>
                    <a:pt x="0" y="21529"/>
                  </a:moveTo>
                  <a:cubicBezTo>
                    <a:pt x="306" y="21300"/>
                    <a:pt x="1205" y="20842"/>
                    <a:pt x="2348" y="20842"/>
                  </a:cubicBezTo>
                  <a:cubicBezTo>
                    <a:pt x="3777" y="20842"/>
                    <a:pt x="4798" y="20613"/>
                    <a:pt x="5716" y="20384"/>
                  </a:cubicBezTo>
                  <a:cubicBezTo>
                    <a:pt x="6080" y="20294"/>
                    <a:pt x="6602" y="20251"/>
                    <a:pt x="7146" y="20237"/>
                  </a:cubicBezTo>
                  <a:cubicBezTo>
                    <a:pt x="7977" y="20216"/>
                    <a:pt x="8857" y="20262"/>
                    <a:pt x="9289" y="20308"/>
                  </a:cubicBezTo>
                  <a:cubicBezTo>
                    <a:pt x="9660" y="20347"/>
                    <a:pt x="10140" y="20469"/>
                    <a:pt x="10616" y="20577"/>
                  </a:cubicBezTo>
                  <a:cubicBezTo>
                    <a:pt x="11058" y="20677"/>
                    <a:pt x="11497" y="20766"/>
                    <a:pt x="11841" y="20766"/>
                  </a:cubicBezTo>
                  <a:cubicBezTo>
                    <a:pt x="12556" y="20766"/>
                    <a:pt x="14189" y="20995"/>
                    <a:pt x="14291" y="21529"/>
                  </a:cubicBezTo>
                  <a:lnTo>
                    <a:pt x="0" y="21529"/>
                  </a:lnTo>
                  <a:moveTo>
                    <a:pt x="17558" y="10233"/>
                  </a:moveTo>
                  <a:cubicBezTo>
                    <a:pt x="17796" y="10462"/>
                    <a:pt x="18415" y="10905"/>
                    <a:pt x="18987" y="10844"/>
                  </a:cubicBezTo>
                  <a:cubicBezTo>
                    <a:pt x="19313" y="10783"/>
                    <a:pt x="18987" y="10004"/>
                    <a:pt x="18783" y="9622"/>
                  </a:cubicBezTo>
                  <a:cubicBezTo>
                    <a:pt x="19259" y="9724"/>
                    <a:pt x="20375" y="9867"/>
                    <a:pt x="21028" y="9622"/>
                  </a:cubicBezTo>
                  <a:cubicBezTo>
                    <a:pt x="21233" y="9317"/>
                    <a:pt x="19906" y="8783"/>
                    <a:pt x="18987" y="8707"/>
                  </a:cubicBezTo>
                  <a:cubicBezTo>
                    <a:pt x="19361" y="8528"/>
                    <a:pt x="20089" y="8035"/>
                    <a:pt x="20008" y="7485"/>
                  </a:cubicBezTo>
                  <a:cubicBezTo>
                    <a:pt x="20008" y="7333"/>
                    <a:pt x="18987" y="7256"/>
                    <a:pt x="18272" y="7867"/>
                  </a:cubicBezTo>
                  <a:cubicBezTo>
                    <a:pt x="18374" y="7358"/>
                    <a:pt x="18476" y="6249"/>
                    <a:pt x="18068" y="5882"/>
                  </a:cubicBezTo>
                  <a:cubicBezTo>
                    <a:pt x="17558" y="5882"/>
                    <a:pt x="16945" y="6493"/>
                    <a:pt x="16945" y="7333"/>
                  </a:cubicBezTo>
                  <a:cubicBezTo>
                    <a:pt x="16639" y="7104"/>
                    <a:pt x="15904" y="6661"/>
                    <a:pt x="15414" y="6722"/>
                  </a:cubicBezTo>
                  <a:cubicBezTo>
                    <a:pt x="15169" y="6844"/>
                    <a:pt x="15448" y="7536"/>
                    <a:pt x="15618" y="7867"/>
                  </a:cubicBezTo>
                  <a:cubicBezTo>
                    <a:pt x="14904" y="7791"/>
                    <a:pt x="13454" y="7714"/>
                    <a:pt x="13372" y="8020"/>
                  </a:cubicBezTo>
                  <a:cubicBezTo>
                    <a:pt x="13270" y="8401"/>
                    <a:pt x="14597" y="8936"/>
                    <a:pt x="15312" y="8936"/>
                  </a:cubicBezTo>
                  <a:cubicBezTo>
                    <a:pt x="14938" y="9241"/>
                    <a:pt x="14250" y="9912"/>
                    <a:pt x="14495" y="10157"/>
                  </a:cubicBezTo>
                  <a:cubicBezTo>
                    <a:pt x="14740" y="10401"/>
                    <a:pt x="15686" y="10106"/>
                    <a:pt x="16129" y="9928"/>
                  </a:cubicBezTo>
                  <a:cubicBezTo>
                    <a:pt x="16061" y="10437"/>
                    <a:pt x="16047" y="11500"/>
                    <a:pt x="16537" y="11683"/>
                  </a:cubicBezTo>
                  <a:cubicBezTo>
                    <a:pt x="17027" y="11866"/>
                    <a:pt x="17421" y="10793"/>
                    <a:pt x="17558" y="10233"/>
                  </a:cubicBezTo>
                  <a:moveTo>
                    <a:pt x="10640" y="18476"/>
                  </a:moveTo>
                  <a:cubicBezTo>
                    <a:pt x="10802" y="17866"/>
                    <a:pt x="10984" y="16553"/>
                    <a:pt x="10412" y="16186"/>
                  </a:cubicBezTo>
                  <a:cubicBezTo>
                    <a:pt x="9698" y="15728"/>
                    <a:pt x="8779" y="14965"/>
                    <a:pt x="7758" y="15576"/>
                  </a:cubicBezTo>
                  <a:cubicBezTo>
                    <a:pt x="6941" y="16064"/>
                    <a:pt x="7282" y="17153"/>
                    <a:pt x="7554" y="17637"/>
                  </a:cubicBezTo>
                  <a:cubicBezTo>
                    <a:pt x="7876" y="17916"/>
                    <a:pt x="8944" y="18476"/>
                    <a:pt x="10640" y="18476"/>
                  </a:cubicBezTo>
                  <a:moveTo>
                    <a:pt x="12246" y="15957"/>
                  </a:moveTo>
                  <a:cubicBezTo>
                    <a:pt x="12451" y="16492"/>
                    <a:pt x="13168" y="17682"/>
                    <a:pt x="14393" y="18171"/>
                  </a:cubicBezTo>
                  <a:cubicBezTo>
                    <a:pt x="15618" y="18659"/>
                    <a:pt x="16877" y="18120"/>
                    <a:pt x="17354" y="17789"/>
                  </a:cubicBezTo>
                  <a:cubicBezTo>
                    <a:pt x="17592" y="17331"/>
                    <a:pt x="17762" y="16293"/>
                    <a:pt x="16537" y="15805"/>
                  </a:cubicBezTo>
                  <a:cubicBezTo>
                    <a:pt x="15312" y="15316"/>
                    <a:pt x="13166" y="15703"/>
                    <a:pt x="12246" y="15957"/>
                  </a:cubicBezTo>
                  <a:moveTo>
                    <a:pt x="16301" y="13210"/>
                  </a:moveTo>
                  <a:cubicBezTo>
                    <a:pt x="16754" y="12803"/>
                    <a:pt x="17925" y="12004"/>
                    <a:pt x="18987" y="12065"/>
                  </a:cubicBezTo>
                  <a:cubicBezTo>
                    <a:pt x="20048" y="12126"/>
                    <a:pt x="20790" y="12548"/>
                    <a:pt x="21028" y="12752"/>
                  </a:cubicBezTo>
                  <a:cubicBezTo>
                    <a:pt x="21335" y="13210"/>
                    <a:pt x="21600" y="14202"/>
                    <a:pt x="20212" y="14507"/>
                  </a:cubicBezTo>
                  <a:cubicBezTo>
                    <a:pt x="18823" y="14813"/>
                    <a:pt x="17728" y="14380"/>
                    <a:pt x="17354" y="14126"/>
                  </a:cubicBezTo>
                  <a:lnTo>
                    <a:pt x="16301" y="13210"/>
                  </a:lnTo>
                  <a:moveTo>
                    <a:pt x="14087" y="14547"/>
                  </a:moveTo>
                  <a:cubicBezTo>
                    <a:pt x="13472" y="14216"/>
                    <a:pt x="12079" y="13225"/>
                    <a:pt x="12246" y="12065"/>
                  </a:cubicBezTo>
                  <a:cubicBezTo>
                    <a:pt x="12412" y="10905"/>
                    <a:pt x="13542" y="10767"/>
                    <a:pt x="14087" y="10844"/>
                  </a:cubicBezTo>
                  <a:cubicBezTo>
                    <a:pt x="14665" y="10971"/>
                    <a:pt x="15781" y="11424"/>
                    <a:pt x="15618" y="12217"/>
                  </a:cubicBezTo>
                  <a:cubicBezTo>
                    <a:pt x="15455" y="13011"/>
                    <a:pt x="14734" y="13973"/>
                    <a:pt x="14393" y="14355"/>
                  </a:cubicBezTo>
                  <a:cubicBezTo>
                    <a:pt x="14326" y="14396"/>
                    <a:pt x="14258" y="14438"/>
                    <a:pt x="14189" y="14482"/>
                  </a:cubicBezTo>
                  <a:lnTo>
                    <a:pt x="14087" y="14547"/>
                  </a:lnTo>
                  <a:moveTo>
                    <a:pt x="6941" y="4432"/>
                  </a:moveTo>
                  <a:cubicBezTo>
                    <a:pt x="7316" y="4636"/>
                    <a:pt x="8126" y="5028"/>
                    <a:pt x="8371" y="4967"/>
                  </a:cubicBezTo>
                  <a:cubicBezTo>
                    <a:pt x="8616" y="4906"/>
                    <a:pt x="8200" y="4127"/>
                    <a:pt x="7962" y="3745"/>
                  </a:cubicBezTo>
                  <a:cubicBezTo>
                    <a:pt x="8643" y="3822"/>
                    <a:pt x="10065" y="3929"/>
                    <a:pt x="10310" y="3745"/>
                  </a:cubicBezTo>
                  <a:cubicBezTo>
                    <a:pt x="10616" y="3516"/>
                    <a:pt x="9085" y="2829"/>
                    <a:pt x="8371" y="2677"/>
                  </a:cubicBezTo>
                  <a:cubicBezTo>
                    <a:pt x="8745" y="2422"/>
                    <a:pt x="9453" y="1822"/>
                    <a:pt x="9289" y="1456"/>
                  </a:cubicBezTo>
                  <a:cubicBezTo>
                    <a:pt x="9126" y="1272"/>
                    <a:pt x="7996" y="1583"/>
                    <a:pt x="7452" y="1761"/>
                  </a:cubicBezTo>
                  <a:cubicBezTo>
                    <a:pt x="7554" y="1227"/>
                    <a:pt x="7676" y="127"/>
                    <a:pt x="7350" y="5"/>
                  </a:cubicBezTo>
                  <a:cubicBezTo>
                    <a:pt x="7043" y="-71"/>
                    <a:pt x="6227" y="616"/>
                    <a:pt x="6023" y="1532"/>
                  </a:cubicBezTo>
                  <a:cubicBezTo>
                    <a:pt x="5716" y="1252"/>
                    <a:pt x="5002" y="708"/>
                    <a:pt x="4594" y="769"/>
                  </a:cubicBezTo>
                  <a:cubicBezTo>
                    <a:pt x="4185" y="830"/>
                    <a:pt x="4559" y="1608"/>
                    <a:pt x="4798" y="1990"/>
                  </a:cubicBezTo>
                  <a:cubicBezTo>
                    <a:pt x="4151" y="1939"/>
                    <a:pt x="2817" y="1914"/>
                    <a:pt x="2654" y="2219"/>
                  </a:cubicBezTo>
                  <a:cubicBezTo>
                    <a:pt x="2450" y="2601"/>
                    <a:pt x="4185" y="2982"/>
                    <a:pt x="4594" y="3058"/>
                  </a:cubicBezTo>
                  <a:cubicBezTo>
                    <a:pt x="4253" y="3338"/>
                    <a:pt x="3593" y="3990"/>
                    <a:pt x="3675" y="4356"/>
                  </a:cubicBezTo>
                  <a:cubicBezTo>
                    <a:pt x="3838" y="4539"/>
                    <a:pt x="5036" y="4076"/>
                    <a:pt x="5614" y="3822"/>
                  </a:cubicBezTo>
                  <a:cubicBezTo>
                    <a:pt x="5512" y="4356"/>
                    <a:pt x="5390" y="5501"/>
                    <a:pt x="5716" y="5806"/>
                  </a:cubicBezTo>
                  <a:cubicBezTo>
                    <a:pt x="6043" y="6111"/>
                    <a:pt x="6669" y="5017"/>
                    <a:pt x="6941" y="4432"/>
                  </a:cubicBezTo>
                  <a:moveTo>
                    <a:pt x="7327" y="9699"/>
                  </a:moveTo>
                  <a:cubicBezTo>
                    <a:pt x="7675" y="9037"/>
                    <a:pt x="8738" y="7699"/>
                    <a:pt x="10208" y="7638"/>
                  </a:cubicBezTo>
                  <a:cubicBezTo>
                    <a:pt x="12045" y="7562"/>
                    <a:pt x="12658" y="8020"/>
                    <a:pt x="12862" y="8478"/>
                  </a:cubicBezTo>
                  <a:cubicBezTo>
                    <a:pt x="13066" y="8936"/>
                    <a:pt x="12556" y="10233"/>
                    <a:pt x="11025" y="10309"/>
                  </a:cubicBezTo>
                  <a:cubicBezTo>
                    <a:pt x="9800" y="10370"/>
                    <a:pt x="8049" y="9928"/>
                    <a:pt x="7327" y="9699"/>
                  </a:cubicBezTo>
                  <a:moveTo>
                    <a:pt x="7436" y="7791"/>
                  </a:moveTo>
                  <a:cubicBezTo>
                    <a:pt x="6999" y="7180"/>
                    <a:pt x="5778" y="5959"/>
                    <a:pt x="4389" y="5959"/>
                  </a:cubicBezTo>
                  <a:cubicBezTo>
                    <a:pt x="3001" y="5959"/>
                    <a:pt x="2246" y="6824"/>
                    <a:pt x="2042" y="7256"/>
                  </a:cubicBezTo>
                  <a:cubicBezTo>
                    <a:pt x="1940" y="7762"/>
                    <a:pt x="2164" y="8805"/>
                    <a:pt x="3879" y="8936"/>
                  </a:cubicBezTo>
                  <a:cubicBezTo>
                    <a:pt x="5594" y="9066"/>
                    <a:pt x="6966" y="8379"/>
                    <a:pt x="7437" y="8020"/>
                  </a:cubicBezTo>
                  <a:cubicBezTo>
                    <a:pt x="7437" y="7943"/>
                    <a:pt x="7437" y="7866"/>
                    <a:pt x="7436" y="7791"/>
                  </a:cubicBezTo>
                </a:path>
              </a:pathLst>
            </a:custGeom>
            <a:solidFill>
              <a:srgbClr val="CB68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77" name="Rounded Rectangle 8"/>
            <p:cNvSpPr/>
            <p:nvPr/>
          </p:nvSpPr>
          <p:spPr>
            <a:xfrm>
              <a:off x="0" y="1074717"/>
              <a:ext cx="579120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CB68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81" name="Group 12"/>
          <p:cNvGrpSpPr/>
          <p:nvPr/>
        </p:nvGrpSpPr>
        <p:grpSpPr>
          <a:xfrm>
            <a:off x="7767273" y="2502873"/>
            <a:ext cx="820672" cy="1642409"/>
            <a:chOff x="0" y="0"/>
            <a:chExt cx="820671" cy="1642408"/>
          </a:xfrm>
        </p:grpSpPr>
        <p:sp>
          <p:nvSpPr>
            <p:cNvPr id="179" name="Rounded Rectangle 10"/>
            <p:cNvSpPr/>
            <p:nvPr/>
          </p:nvSpPr>
          <p:spPr>
            <a:xfrm>
              <a:off x="26669" y="0"/>
              <a:ext cx="794003" cy="1074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29" extrusionOk="0">
                  <a:moveTo>
                    <a:pt x="10616" y="20577"/>
                  </a:moveTo>
                  <a:cubicBezTo>
                    <a:pt x="10140" y="20469"/>
                    <a:pt x="9660" y="20347"/>
                    <a:pt x="9289" y="20308"/>
                  </a:cubicBezTo>
                  <a:cubicBezTo>
                    <a:pt x="8857" y="20262"/>
                    <a:pt x="7977" y="20215"/>
                    <a:pt x="7146" y="20237"/>
                  </a:cubicBezTo>
                  <a:moveTo>
                    <a:pt x="10616" y="20577"/>
                  </a:moveTo>
                  <a:cubicBezTo>
                    <a:pt x="11058" y="20677"/>
                    <a:pt x="11497" y="20766"/>
                    <a:pt x="11841" y="20766"/>
                  </a:cubicBezTo>
                  <a:cubicBezTo>
                    <a:pt x="12556" y="20766"/>
                    <a:pt x="14189" y="20995"/>
                    <a:pt x="14291" y="21529"/>
                  </a:cubicBezTo>
                  <a:lnTo>
                    <a:pt x="0" y="21529"/>
                  </a:lnTo>
                  <a:cubicBezTo>
                    <a:pt x="306" y="21300"/>
                    <a:pt x="1205" y="20842"/>
                    <a:pt x="2348" y="20842"/>
                  </a:cubicBezTo>
                  <a:cubicBezTo>
                    <a:pt x="3777" y="20842"/>
                    <a:pt x="4798" y="20613"/>
                    <a:pt x="5716" y="20384"/>
                  </a:cubicBezTo>
                  <a:cubicBezTo>
                    <a:pt x="6080" y="20294"/>
                    <a:pt x="6602" y="20251"/>
                    <a:pt x="7146" y="20237"/>
                  </a:cubicBezTo>
                  <a:moveTo>
                    <a:pt x="10616" y="20577"/>
                  </a:moveTo>
                  <a:cubicBezTo>
                    <a:pt x="10753" y="19907"/>
                    <a:pt x="10146" y="19577"/>
                    <a:pt x="10640" y="18476"/>
                  </a:cubicBezTo>
                  <a:moveTo>
                    <a:pt x="17558" y="10233"/>
                  </a:moveTo>
                  <a:cubicBezTo>
                    <a:pt x="17524" y="10462"/>
                    <a:pt x="17660" y="11149"/>
                    <a:pt x="17251" y="12217"/>
                  </a:cubicBezTo>
                  <a:cubicBezTo>
                    <a:pt x="17110" y="12588"/>
                    <a:pt x="16772" y="12894"/>
                    <a:pt x="16301" y="13210"/>
                  </a:cubicBezTo>
                  <a:moveTo>
                    <a:pt x="17558" y="10233"/>
                  </a:moveTo>
                  <a:cubicBezTo>
                    <a:pt x="17796" y="10462"/>
                    <a:pt x="18415" y="10905"/>
                    <a:pt x="18987" y="10844"/>
                  </a:cubicBezTo>
                  <a:cubicBezTo>
                    <a:pt x="19313" y="10782"/>
                    <a:pt x="18987" y="10004"/>
                    <a:pt x="18783" y="9622"/>
                  </a:cubicBezTo>
                  <a:moveTo>
                    <a:pt x="17558" y="10233"/>
                  </a:moveTo>
                  <a:cubicBezTo>
                    <a:pt x="17422" y="10793"/>
                    <a:pt x="17027" y="11866"/>
                    <a:pt x="16537" y="11683"/>
                  </a:cubicBezTo>
                  <a:cubicBezTo>
                    <a:pt x="16047" y="11500"/>
                    <a:pt x="16061" y="10437"/>
                    <a:pt x="16129" y="9928"/>
                  </a:cubicBezTo>
                  <a:moveTo>
                    <a:pt x="17558" y="10233"/>
                  </a:moveTo>
                  <a:cubicBezTo>
                    <a:pt x="17592" y="9953"/>
                    <a:pt x="17599" y="9302"/>
                    <a:pt x="17354" y="8936"/>
                  </a:cubicBezTo>
                  <a:moveTo>
                    <a:pt x="10640" y="18476"/>
                  </a:moveTo>
                  <a:cubicBezTo>
                    <a:pt x="10802" y="17865"/>
                    <a:pt x="10984" y="16553"/>
                    <a:pt x="10412" y="16186"/>
                  </a:cubicBezTo>
                  <a:cubicBezTo>
                    <a:pt x="9698" y="15728"/>
                    <a:pt x="8779" y="14965"/>
                    <a:pt x="7758" y="15576"/>
                  </a:cubicBezTo>
                  <a:cubicBezTo>
                    <a:pt x="6941" y="16064"/>
                    <a:pt x="7282" y="17153"/>
                    <a:pt x="7554" y="17636"/>
                  </a:cubicBezTo>
                  <a:cubicBezTo>
                    <a:pt x="7876" y="17916"/>
                    <a:pt x="8944" y="18476"/>
                    <a:pt x="10640" y="18476"/>
                  </a:cubicBezTo>
                  <a:close/>
                  <a:moveTo>
                    <a:pt x="10640" y="18476"/>
                  </a:moveTo>
                  <a:cubicBezTo>
                    <a:pt x="10432" y="18323"/>
                    <a:pt x="10120" y="18071"/>
                    <a:pt x="9827" y="17789"/>
                  </a:cubicBezTo>
                  <a:moveTo>
                    <a:pt x="10640" y="18476"/>
                  </a:moveTo>
                  <a:cubicBezTo>
                    <a:pt x="11050" y="17562"/>
                    <a:pt x="11584" y="16644"/>
                    <a:pt x="12246" y="15957"/>
                  </a:cubicBezTo>
                  <a:moveTo>
                    <a:pt x="9531" y="17484"/>
                  </a:moveTo>
                  <a:cubicBezTo>
                    <a:pt x="9318" y="17245"/>
                    <a:pt x="9146" y="17003"/>
                    <a:pt x="9085" y="16797"/>
                  </a:cubicBezTo>
                  <a:moveTo>
                    <a:pt x="10004" y="16797"/>
                  </a:moveTo>
                  <a:cubicBezTo>
                    <a:pt x="10145" y="17041"/>
                    <a:pt x="9945" y="17560"/>
                    <a:pt x="9827" y="17789"/>
                  </a:cubicBezTo>
                  <a:moveTo>
                    <a:pt x="9827" y="17789"/>
                  </a:moveTo>
                  <a:cubicBezTo>
                    <a:pt x="9724" y="17690"/>
                    <a:pt x="9624" y="17587"/>
                    <a:pt x="9531" y="17484"/>
                  </a:cubicBezTo>
                  <a:moveTo>
                    <a:pt x="9531" y="17484"/>
                  </a:moveTo>
                  <a:cubicBezTo>
                    <a:pt x="9349" y="17535"/>
                    <a:pt x="8922" y="17606"/>
                    <a:pt x="8677" y="17484"/>
                  </a:cubicBezTo>
                  <a:moveTo>
                    <a:pt x="12246" y="15957"/>
                  </a:moveTo>
                  <a:cubicBezTo>
                    <a:pt x="12378" y="15820"/>
                    <a:pt x="12515" y="15692"/>
                    <a:pt x="12658" y="15576"/>
                  </a:cubicBezTo>
                  <a:cubicBezTo>
                    <a:pt x="13182" y="15147"/>
                    <a:pt x="13700" y="14791"/>
                    <a:pt x="14189" y="14482"/>
                  </a:cubicBezTo>
                  <a:moveTo>
                    <a:pt x="12246" y="15957"/>
                  </a:moveTo>
                  <a:cubicBezTo>
                    <a:pt x="12451" y="16492"/>
                    <a:pt x="13168" y="17682"/>
                    <a:pt x="14393" y="18171"/>
                  </a:cubicBezTo>
                  <a:cubicBezTo>
                    <a:pt x="15618" y="18659"/>
                    <a:pt x="16877" y="18120"/>
                    <a:pt x="17354" y="17789"/>
                  </a:cubicBezTo>
                  <a:cubicBezTo>
                    <a:pt x="17592" y="17331"/>
                    <a:pt x="17762" y="16293"/>
                    <a:pt x="16537" y="15805"/>
                  </a:cubicBezTo>
                  <a:cubicBezTo>
                    <a:pt x="15312" y="15316"/>
                    <a:pt x="13166" y="15703"/>
                    <a:pt x="12246" y="15957"/>
                  </a:cubicBezTo>
                  <a:close/>
                  <a:moveTo>
                    <a:pt x="13883" y="16553"/>
                  </a:moveTo>
                  <a:cubicBezTo>
                    <a:pt x="13204" y="16364"/>
                    <a:pt x="12576" y="16111"/>
                    <a:pt x="12246" y="15957"/>
                  </a:cubicBezTo>
                  <a:moveTo>
                    <a:pt x="15210" y="16797"/>
                  </a:moveTo>
                  <a:cubicBezTo>
                    <a:pt x="14823" y="16775"/>
                    <a:pt x="14397" y="16691"/>
                    <a:pt x="13985" y="16581"/>
                  </a:cubicBezTo>
                  <a:moveTo>
                    <a:pt x="15006" y="16034"/>
                  </a:moveTo>
                  <a:cubicBezTo>
                    <a:pt x="14761" y="16034"/>
                    <a:pt x="14155" y="16380"/>
                    <a:pt x="13883" y="16553"/>
                  </a:cubicBezTo>
                  <a:moveTo>
                    <a:pt x="13985" y="16581"/>
                  </a:moveTo>
                  <a:cubicBezTo>
                    <a:pt x="13951" y="16572"/>
                    <a:pt x="13917" y="16563"/>
                    <a:pt x="13883" y="16553"/>
                  </a:cubicBezTo>
                  <a:moveTo>
                    <a:pt x="14597" y="17484"/>
                  </a:moveTo>
                  <a:cubicBezTo>
                    <a:pt x="14271" y="17362"/>
                    <a:pt x="14053" y="16831"/>
                    <a:pt x="13985" y="16581"/>
                  </a:cubicBezTo>
                  <a:moveTo>
                    <a:pt x="16301" y="13210"/>
                  </a:moveTo>
                  <a:cubicBezTo>
                    <a:pt x="16754" y="12803"/>
                    <a:pt x="17925" y="12004"/>
                    <a:pt x="18987" y="12065"/>
                  </a:cubicBezTo>
                  <a:cubicBezTo>
                    <a:pt x="20048" y="12126"/>
                    <a:pt x="20790" y="12548"/>
                    <a:pt x="21028" y="12752"/>
                  </a:cubicBezTo>
                  <a:cubicBezTo>
                    <a:pt x="21335" y="13210"/>
                    <a:pt x="21600" y="14202"/>
                    <a:pt x="20212" y="14507"/>
                  </a:cubicBezTo>
                  <a:cubicBezTo>
                    <a:pt x="18823" y="14812"/>
                    <a:pt x="17728" y="14380"/>
                    <a:pt x="17354" y="14126"/>
                  </a:cubicBezTo>
                  <a:close/>
                  <a:moveTo>
                    <a:pt x="16301" y="13210"/>
                  </a:moveTo>
                  <a:cubicBezTo>
                    <a:pt x="16655" y="13197"/>
                    <a:pt x="17215" y="13182"/>
                    <a:pt x="17762" y="13178"/>
                  </a:cubicBezTo>
                  <a:moveTo>
                    <a:pt x="16301" y="13210"/>
                  </a:moveTo>
                  <a:cubicBezTo>
                    <a:pt x="15793" y="13550"/>
                    <a:pt x="15130" y="13901"/>
                    <a:pt x="14393" y="14355"/>
                  </a:cubicBezTo>
                  <a:moveTo>
                    <a:pt x="17864" y="13177"/>
                  </a:moveTo>
                  <a:cubicBezTo>
                    <a:pt x="18402" y="13173"/>
                    <a:pt x="18915" y="13180"/>
                    <a:pt x="19191" y="13210"/>
                  </a:cubicBezTo>
                  <a:moveTo>
                    <a:pt x="17864" y="13177"/>
                  </a:moveTo>
                  <a:lnTo>
                    <a:pt x="18681" y="12599"/>
                  </a:lnTo>
                  <a:moveTo>
                    <a:pt x="17762" y="13178"/>
                  </a:moveTo>
                  <a:cubicBezTo>
                    <a:pt x="17796" y="13177"/>
                    <a:pt x="17830" y="13177"/>
                    <a:pt x="17864" y="13177"/>
                  </a:cubicBezTo>
                  <a:moveTo>
                    <a:pt x="17762" y="13178"/>
                  </a:moveTo>
                  <a:cubicBezTo>
                    <a:pt x="17830" y="13392"/>
                    <a:pt x="18109" y="13851"/>
                    <a:pt x="18681" y="13973"/>
                  </a:cubicBezTo>
                  <a:moveTo>
                    <a:pt x="14393" y="14355"/>
                  </a:moveTo>
                  <a:cubicBezTo>
                    <a:pt x="14733" y="13973"/>
                    <a:pt x="15455" y="13011"/>
                    <a:pt x="15618" y="12217"/>
                  </a:cubicBezTo>
                  <a:cubicBezTo>
                    <a:pt x="15781" y="11424"/>
                    <a:pt x="14665" y="10971"/>
                    <a:pt x="14087" y="10844"/>
                  </a:cubicBezTo>
                  <a:cubicBezTo>
                    <a:pt x="13543" y="10767"/>
                    <a:pt x="12412" y="10905"/>
                    <a:pt x="12246" y="12065"/>
                  </a:cubicBezTo>
                  <a:cubicBezTo>
                    <a:pt x="12079" y="13225"/>
                    <a:pt x="13472" y="14216"/>
                    <a:pt x="14087" y="14547"/>
                  </a:cubicBezTo>
                  <a:lnTo>
                    <a:pt x="14189" y="14482"/>
                  </a:lnTo>
                  <a:moveTo>
                    <a:pt x="14393" y="14355"/>
                  </a:moveTo>
                  <a:cubicBezTo>
                    <a:pt x="14326" y="14396"/>
                    <a:pt x="14258" y="14438"/>
                    <a:pt x="14189" y="14482"/>
                  </a:cubicBezTo>
                  <a:moveTo>
                    <a:pt x="14189" y="14482"/>
                  </a:moveTo>
                  <a:cubicBezTo>
                    <a:pt x="14115" y="14252"/>
                    <a:pt x="14014" y="13853"/>
                    <a:pt x="13962" y="13439"/>
                  </a:cubicBezTo>
                  <a:moveTo>
                    <a:pt x="13985" y="12446"/>
                  </a:moveTo>
                  <a:cubicBezTo>
                    <a:pt x="13915" y="12706"/>
                    <a:pt x="13917" y="13036"/>
                    <a:pt x="13953" y="13362"/>
                  </a:cubicBezTo>
                  <a:moveTo>
                    <a:pt x="14802" y="12752"/>
                  </a:moveTo>
                  <a:cubicBezTo>
                    <a:pt x="14802" y="13057"/>
                    <a:pt x="14236" y="13286"/>
                    <a:pt x="13953" y="13362"/>
                  </a:cubicBezTo>
                  <a:moveTo>
                    <a:pt x="13953" y="13362"/>
                  </a:moveTo>
                  <a:cubicBezTo>
                    <a:pt x="13956" y="13388"/>
                    <a:pt x="13959" y="13413"/>
                    <a:pt x="13962" y="13439"/>
                  </a:cubicBezTo>
                  <a:moveTo>
                    <a:pt x="13962" y="13439"/>
                  </a:moveTo>
                  <a:cubicBezTo>
                    <a:pt x="13629" y="13210"/>
                    <a:pt x="12985" y="12736"/>
                    <a:pt x="13066" y="12675"/>
                  </a:cubicBezTo>
                  <a:moveTo>
                    <a:pt x="18783" y="9622"/>
                  </a:moveTo>
                  <a:cubicBezTo>
                    <a:pt x="19259" y="9724"/>
                    <a:pt x="20375" y="9867"/>
                    <a:pt x="21028" y="9622"/>
                  </a:cubicBezTo>
                  <a:cubicBezTo>
                    <a:pt x="21233" y="9317"/>
                    <a:pt x="19906" y="8783"/>
                    <a:pt x="18987" y="8706"/>
                  </a:cubicBezTo>
                  <a:moveTo>
                    <a:pt x="18783" y="9622"/>
                  </a:moveTo>
                  <a:cubicBezTo>
                    <a:pt x="18408" y="9399"/>
                    <a:pt x="17599" y="8949"/>
                    <a:pt x="17354" y="8936"/>
                  </a:cubicBezTo>
                  <a:moveTo>
                    <a:pt x="18987" y="8706"/>
                  </a:moveTo>
                  <a:cubicBezTo>
                    <a:pt x="19361" y="8528"/>
                    <a:pt x="20089" y="8035"/>
                    <a:pt x="20008" y="7485"/>
                  </a:cubicBezTo>
                  <a:cubicBezTo>
                    <a:pt x="20008" y="7333"/>
                    <a:pt x="18987" y="7256"/>
                    <a:pt x="18272" y="7867"/>
                  </a:cubicBezTo>
                  <a:moveTo>
                    <a:pt x="18987" y="8706"/>
                  </a:moveTo>
                  <a:cubicBezTo>
                    <a:pt x="18578" y="8706"/>
                    <a:pt x="17728" y="8859"/>
                    <a:pt x="17354" y="8936"/>
                  </a:cubicBezTo>
                  <a:moveTo>
                    <a:pt x="18272" y="7867"/>
                  </a:moveTo>
                  <a:cubicBezTo>
                    <a:pt x="18374" y="7358"/>
                    <a:pt x="18476" y="6249"/>
                    <a:pt x="18068" y="5883"/>
                  </a:cubicBezTo>
                  <a:cubicBezTo>
                    <a:pt x="17558" y="5883"/>
                    <a:pt x="16945" y="6493"/>
                    <a:pt x="16945" y="7333"/>
                  </a:cubicBezTo>
                  <a:moveTo>
                    <a:pt x="18272" y="7867"/>
                  </a:moveTo>
                  <a:cubicBezTo>
                    <a:pt x="18225" y="8172"/>
                    <a:pt x="17640" y="8707"/>
                    <a:pt x="17354" y="8936"/>
                  </a:cubicBezTo>
                  <a:moveTo>
                    <a:pt x="16945" y="7333"/>
                  </a:moveTo>
                  <a:cubicBezTo>
                    <a:pt x="16639" y="7104"/>
                    <a:pt x="15904" y="6661"/>
                    <a:pt x="15414" y="6722"/>
                  </a:cubicBezTo>
                  <a:cubicBezTo>
                    <a:pt x="15169" y="6844"/>
                    <a:pt x="15448" y="7536"/>
                    <a:pt x="15618" y="7867"/>
                  </a:cubicBezTo>
                  <a:moveTo>
                    <a:pt x="16945" y="7333"/>
                  </a:moveTo>
                  <a:cubicBezTo>
                    <a:pt x="16910" y="7638"/>
                    <a:pt x="17203" y="8528"/>
                    <a:pt x="17354" y="8936"/>
                  </a:cubicBezTo>
                  <a:moveTo>
                    <a:pt x="15618" y="7867"/>
                  </a:moveTo>
                  <a:cubicBezTo>
                    <a:pt x="14904" y="7791"/>
                    <a:pt x="13454" y="7714"/>
                    <a:pt x="13372" y="8020"/>
                  </a:cubicBezTo>
                  <a:cubicBezTo>
                    <a:pt x="13270" y="8401"/>
                    <a:pt x="14597" y="8936"/>
                    <a:pt x="15312" y="8936"/>
                  </a:cubicBezTo>
                  <a:moveTo>
                    <a:pt x="15618" y="7867"/>
                  </a:moveTo>
                  <a:cubicBezTo>
                    <a:pt x="15863" y="7989"/>
                    <a:pt x="16877" y="8630"/>
                    <a:pt x="17354" y="8936"/>
                  </a:cubicBezTo>
                  <a:moveTo>
                    <a:pt x="15312" y="8936"/>
                  </a:moveTo>
                  <a:cubicBezTo>
                    <a:pt x="14938" y="9241"/>
                    <a:pt x="14250" y="9912"/>
                    <a:pt x="14495" y="10157"/>
                  </a:cubicBezTo>
                  <a:cubicBezTo>
                    <a:pt x="14740" y="10401"/>
                    <a:pt x="15686" y="10106"/>
                    <a:pt x="16129" y="9928"/>
                  </a:cubicBezTo>
                  <a:moveTo>
                    <a:pt x="15312" y="8936"/>
                  </a:moveTo>
                  <a:cubicBezTo>
                    <a:pt x="16047" y="8874"/>
                    <a:pt x="16979" y="8910"/>
                    <a:pt x="17354" y="8936"/>
                  </a:cubicBezTo>
                  <a:moveTo>
                    <a:pt x="16129" y="9928"/>
                  </a:moveTo>
                  <a:cubicBezTo>
                    <a:pt x="16537" y="9378"/>
                    <a:pt x="17115" y="9037"/>
                    <a:pt x="17354" y="8936"/>
                  </a:cubicBezTo>
                  <a:moveTo>
                    <a:pt x="7146" y="20237"/>
                  </a:moveTo>
                  <a:cubicBezTo>
                    <a:pt x="7047" y="18794"/>
                    <a:pt x="6076" y="16688"/>
                    <a:pt x="6399" y="14126"/>
                  </a:cubicBezTo>
                  <a:moveTo>
                    <a:pt x="6941" y="4432"/>
                  </a:moveTo>
                  <a:cubicBezTo>
                    <a:pt x="7316" y="4636"/>
                    <a:pt x="8126" y="5028"/>
                    <a:pt x="8371" y="4967"/>
                  </a:cubicBezTo>
                  <a:cubicBezTo>
                    <a:pt x="8616" y="4906"/>
                    <a:pt x="8200" y="4127"/>
                    <a:pt x="7962" y="3745"/>
                  </a:cubicBezTo>
                  <a:moveTo>
                    <a:pt x="6941" y="4432"/>
                  </a:moveTo>
                  <a:cubicBezTo>
                    <a:pt x="6669" y="5017"/>
                    <a:pt x="6043" y="6111"/>
                    <a:pt x="5716" y="5806"/>
                  </a:cubicBezTo>
                  <a:cubicBezTo>
                    <a:pt x="5390" y="5501"/>
                    <a:pt x="5512" y="4356"/>
                    <a:pt x="5614" y="3822"/>
                  </a:cubicBezTo>
                  <a:moveTo>
                    <a:pt x="6941" y="4432"/>
                  </a:moveTo>
                  <a:cubicBezTo>
                    <a:pt x="7153" y="5078"/>
                    <a:pt x="7412" y="6318"/>
                    <a:pt x="7436" y="7791"/>
                  </a:cubicBezTo>
                  <a:moveTo>
                    <a:pt x="6941" y="4432"/>
                  </a:moveTo>
                  <a:cubicBezTo>
                    <a:pt x="6941" y="3944"/>
                    <a:pt x="6601" y="3211"/>
                    <a:pt x="6431" y="2906"/>
                  </a:cubicBezTo>
                  <a:moveTo>
                    <a:pt x="7962" y="3745"/>
                  </a:moveTo>
                  <a:cubicBezTo>
                    <a:pt x="8643" y="3822"/>
                    <a:pt x="10065" y="3929"/>
                    <a:pt x="10310" y="3745"/>
                  </a:cubicBezTo>
                  <a:cubicBezTo>
                    <a:pt x="10616" y="3516"/>
                    <a:pt x="9085" y="2830"/>
                    <a:pt x="8371" y="2677"/>
                  </a:cubicBezTo>
                  <a:moveTo>
                    <a:pt x="7962" y="3745"/>
                  </a:moveTo>
                  <a:cubicBezTo>
                    <a:pt x="7854" y="3562"/>
                    <a:pt x="6896" y="3109"/>
                    <a:pt x="6431" y="2906"/>
                  </a:cubicBezTo>
                  <a:moveTo>
                    <a:pt x="8371" y="2677"/>
                  </a:moveTo>
                  <a:cubicBezTo>
                    <a:pt x="8745" y="2422"/>
                    <a:pt x="9453" y="1822"/>
                    <a:pt x="9289" y="1456"/>
                  </a:cubicBezTo>
                  <a:cubicBezTo>
                    <a:pt x="9126" y="1272"/>
                    <a:pt x="7996" y="1583"/>
                    <a:pt x="7452" y="1761"/>
                  </a:cubicBezTo>
                  <a:moveTo>
                    <a:pt x="8371" y="2677"/>
                  </a:moveTo>
                  <a:cubicBezTo>
                    <a:pt x="8128" y="2860"/>
                    <a:pt x="6976" y="2906"/>
                    <a:pt x="6431" y="2906"/>
                  </a:cubicBezTo>
                  <a:moveTo>
                    <a:pt x="7452" y="1761"/>
                  </a:moveTo>
                  <a:cubicBezTo>
                    <a:pt x="7554" y="1227"/>
                    <a:pt x="7676" y="127"/>
                    <a:pt x="7350" y="5"/>
                  </a:cubicBezTo>
                  <a:cubicBezTo>
                    <a:pt x="7043" y="-71"/>
                    <a:pt x="6227" y="616"/>
                    <a:pt x="6023" y="1532"/>
                  </a:cubicBezTo>
                  <a:moveTo>
                    <a:pt x="7452" y="1761"/>
                  </a:moveTo>
                  <a:cubicBezTo>
                    <a:pt x="7412" y="2005"/>
                    <a:pt x="6754" y="2626"/>
                    <a:pt x="6431" y="2906"/>
                  </a:cubicBezTo>
                  <a:moveTo>
                    <a:pt x="6023" y="1532"/>
                  </a:moveTo>
                  <a:cubicBezTo>
                    <a:pt x="5716" y="1252"/>
                    <a:pt x="5002" y="708"/>
                    <a:pt x="4594" y="769"/>
                  </a:cubicBezTo>
                  <a:cubicBezTo>
                    <a:pt x="4185" y="830"/>
                    <a:pt x="4560" y="1608"/>
                    <a:pt x="4798" y="1990"/>
                  </a:cubicBezTo>
                  <a:moveTo>
                    <a:pt x="6023" y="1532"/>
                  </a:moveTo>
                  <a:cubicBezTo>
                    <a:pt x="6023" y="1715"/>
                    <a:pt x="6295" y="2524"/>
                    <a:pt x="6431" y="2906"/>
                  </a:cubicBezTo>
                  <a:moveTo>
                    <a:pt x="4798" y="1990"/>
                  </a:moveTo>
                  <a:cubicBezTo>
                    <a:pt x="4151" y="1939"/>
                    <a:pt x="2817" y="1914"/>
                    <a:pt x="2654" y="2219"/>
                  </a:cubicBezTo>
                  <a:cubicBezTo>
                    <a:pt x="2450" y="2601"/>
                    <a:pt x="4185" y="2982"/>
                    <a:pt x="4594" y="3059"/>
                  </a:cubicBezTo>
                  <a:moveTo>
                    <a:pt x="4798" y="1990"/>
                  </a:moveTo>
                  <a:cubicBezTo>
                    <a:pt x="5124" y="1990"/>
                    <a:pt x="6023" y="2601"/>
                    <a:pt x="6431" y="2906"/>
                  </a:cubicBezTo>
                  <a:moveTo>
                    <a:pt x="4594" y="3059"/>
                  </a:moveTo>
                  <a:cubicBezTo>
                    <a:pt x="4253" y="3338"/>
                    <a:pt x="3593" y="3990"/>
                    <a:pt x="3675" y="4356"/>
                  </a:cubicBezTo>
                  <a:cubicBezTo>
                    <a:pt x="3838" y="4539"/>
                    <a:pt x="5036" y="4076"/>
                    <a:pt x="5614" y="3822"/>
                  </a:cubicBezTo>
                  <a:moveTo>
                    <a:pt x="4594" y="3059"/>
                  </a:moveTo>
                  <a:cubicBezTo>
                    <a:pt x="5084" y="2875"/>
                    <a:pt x="6023" y="2880"/>
                    <a:pt x="6431" y="2906"/>
                  </a:cubicBezTo>
                  <a:moveTo>
                    <a:pt x="5614" y="3822"/>
                  </a:moveTo>
                  <a:cubicBezTo>
                    <a:pt x="5853" y="3644"/>
                    <a:pt x="6349" y="3211"/>
                    <a:pt x="6431" y="2906"/>
                  </a:cubicBezTo>
                  <a:moveTo>
                    <a:pt x="7327" y="9699"/>
                  </a:moveTo>
                  <a:cubicBezTo>
                    <a:pt x="7249" y="10278"/>
                    <a:pt x="7125" y="10869"/>
                    <a:pt x="6941" y="11454"/>
                  </a:cubicBezTo>
                  <a:cubicBezTo>
                    <a:pt x="6853" y="11735"/>
                    <a:pt x="6775" y="12034"/>
                    <a:pt x="6704" y="12345"/>
                  </a:cubicBezTo>
                  <a:moveTo>
                    <a:pt x="7327" y="9699"/>
                  </a:moveTo>
                  <a:cubicBezTo>
                    <a:pt x="7675" y="9037"/>
                    <a:pt x="8738" y="7699"/>
                    <a:pt x="10208" y="7638"/>
                  </a:cubicBezTo>
                  <a:cubicBezTo>
                    <a:pt x="12045" y="7562"/>
                    <a:pt x="12658" y="8020"/>
                    <a:pt x="12862" y="8478"/>
                  </a:cubicBezTo>
                  <a:cubicBezTo>
                    <a:pt x="13066" y="8936"/>
                    <a:pt x="12556" y="10233"/>
                    <a:pt x="11025" y="10309"/>
                  </a:cubicBezTo>
                  <a:cubicBezTo>
                    <a:pt x="9800" y="10370"/>
                    <a:pt x="8049" y="9928"/>
                    <a:pt x="7327" y="9699"/>
                  </a:cubicBezTo>
                  <a:close/>
                  <a:moveTo>
                    <a:pt x="7327" y="9699"/>
                  </a:moveTo>
                  <a:cubicBezTo>
                    <a:pt x="7696" y="9543"/>
                    <a:pt x="8295" y="9303"/>
                    <a:pt x="8881" y="9098"/>
                  </a:cubicBezTo>
                  <a:moveTo>
                    <a:pt x="7327" y="9699"/>
                  </a:moveTo>
                  <a:cubicBezTo>
                    <a:pt x="7405" y="9122"/>
                    <a:pt x="7437" y="8557"/>
                    <a:pt x="7437" y="8020"/>
                  </a:cubicBezTo>
                  <a:moveTo>
                    <a:pt x="9289" y="8960"/>
                  </a:moveTo>
                  <a:cubicBezTo>
                    <a:pt x="9698" y="8829"/>
                    <a:pt x="10069" y="8729"/>
                    <a:pt x="10310" y="8707"/>
                  </a:cubicBezTo>
                  <a:moveTo>
                    <a:pt x="8881" y="9098"/>
                  </a:moveTo>
                  <a:cubicBezTo>
                    <a:pt x="9187" y="9247"/>
                    <a:pt x="9902" y="9546"/>
                    <a:pt x="10310" y="9546"/>
                  </a:cubicBezTo>
                  <a:moveTo>
                    <a:pt x="8881" y="9098"/>
                  </a:moveTo>
                  <a:cubicBezTo>
                    <a:pt x="9019" y="9050"/>
                    <a:pt x="9156" y="9003"/>
                    <a:pt x="9289" y="8960"/>
                  </a:cubicBezTo>
                  <a:moveTo>
                    <a:pt x="9289" y="8960"/>
                  </a:moveTo>
                  <a:cubicBezTo>
                    <a:pt x="9459" y="8749"/>
                    <a:pt x="9820" y="8310"/>
                    <a:pt x="9902" y="8249"/>
                  </a:cubicBezTo>
                  <a:moveTo>
                    <a:pt x="7436" y="7791"/>
                  </a:moveTo>
                  <a:cubicBezTo>
                    <a:pt x="6999" y="7180"/>
                    <a:pt x="5778" y="5959"/>
                    <a:pt x="4389" y="5959"/>
                  </a:cubicBezTo>
                  <a:cubicBezTo>
                    <a:pt x="3001" y="5959"/>
                    <a:pt x="2246" y="6824"/>
                    <a:pt x="2042" y="7256"/>
                  </a:cubicBezTo>
                  <a:cubicBezTo>
                    <a:pt x="1940" y="7762"/>
                    <a:pt x="2164" y="8805"/>
                    <a:pt x="3879" y="8936"/>
                  </a:cubicBezTo>
                  <a:cubicBezTo>
                    <a:pt x="5594" y="9066"/>
                    <a:pt x="6966" y="8379"/>
                    <a:pt x="7437" y="8020"/>
                  </a:cubicBezTo>
                  <a:moveTo>
                    <a:pt x="7436" y="7791"/>
                  </a:moveTo>
                  <a:cubicBezTo>
                    <a:pt x="7437" y="7866"/>
                    <a:pt x="7437" y="7943"/>
                    <a:pt x="7437" y="8020"/>
                  </a:cubicBezTo>
                  <a:moveTo>
                    <a:pt x="7437" y="8020"/>
                  </a:moveTo>
                  <a:cubicBezTo>
                    <a:pt x="7107" y="7902"/>
                    <a:pt x="6517" y="7717"/>
                    <a:pt x="5921" y="7582"/>
                  </a:cubicBezTo>
                  <a:moveTo>
                    <a:pt x="5921" y="7582"/>
                  </a:moveTo>
                  <a:cubicBezTo>
                    <a:pt x="5483" y="7482"/>
                    <a:pt x="5041" y="7409"/>
                    <a:pt x="4696" y="7409"/>
                  </a:cubicBezTo>
                  <a:moveTo>
                    <a:pt x="5921" y="7582"/>
                  </a:moveTo>
                  <a:cubicBezTo>
                    <a:pt x="5853" y="7346"/>
                    <a:pt x="5614" y="6859"/>
                    <a:pt x="5206" y="6798"/>
                  </a:cubicBezTo>
                  <a:moveTo>
                    <a:pt x="5921" y="7582"/>
                  </a:moveTo>
                  <a:cubicBezTo>
                    <a:pt x="5819" y="7778"/>
                    <a:pt x="5492" y="8188"/>
                    <a:pt x="5002" y="8249"/>
                  </a:cubicBezTo>
                  <a:moveTo>
                    <a:pt x="6704" y="12345"/>
                  </a:moveTo>
                  <a:cubicBezTo>
                    <a:pt x="6409" y="11539"/>
                    <a:pt x="5471" y="9928"/>
                    <a:pt x="4083" y="9928"/>
                  </a:cubicBezTo>
                  <a:cubicBezTo>
                    <a:pt x="2348" y="9928"/>
                    <a:pt x="1735" y="10080"/>
                    <a:pt x="1327" y="11073"/>
                  </a:cubicBezTo>
                  <a:cubicBezTo>
                    <a:pt x="919" y="12065"/>
                    <a:pt x="2654" y="12752"/>
                    <a:pt x="3164" y="12752"/>
                  </a:cubicBezTo>
                  <a:cubicBezTo>
                    <a:pt x="3675" y="12752"/>
                    <a:pt x="4731" y="13007"/>
                    <a:pt x="6704" y="12345"/>
                  </a:cubicBezTo>
                  <a:close/>
                  <a:moveTo>
                    <a:pt x="6704" y="12345"/>
                  </a:moveTo>
                  <a:cubicBezTo>
                    <a:pt x="6345" y="12198"/>
                    <a:pt x="5684" y="11953"/>
                    <a:pt x="5002" y="11753"/>
                  </a:cubicBezTo>
                  <a:moveTo>
                    <a:pt x="6399" y="14126"/>
                  </a:moveTo>
                  <a:cubicBezTo>
                    <a:pt x="6477" y="13506"/>
                    <a:pt x="6577" y="12904"/>
                    <a:pt x="6704" y="12345"/>
                  </a:cubicBezTo>
                  <a:moveTo>
                    <a:pt x="5002" y="11753"/>
                  </a:moveTo>
                  <a:cubicBezTo>
                    <a:pt x="4541" y="11618"/>
                    <a:pt x="4070" y="11503"/>
                    <a:pt x="3675" y="11454"/>
                  </a:cubicBezTo>
                  <a:moveTo>
                    <a:pt x="5002" y="11753"/>
                  </a:moveTo>
                  <a:cubicBezTo>
                    <a:pt x="5002" y="11475"/>
                    <a:pt x="4879" y="10905"/>
                    <a:pt x="4389" y="10844"/>
                  </a:cubicBezTo>
                  <a:moveTo>
                    <a:pt x="5002" y="11753"/>
                  </a:moveTo>
                  <a:cubicBezTo>
                    <a:pt x="4832" y="11950"/>
                    <a:pt x="4410" y="12345"/>
                    <a:pt x="4083" y="12345"/>
                  </a:cubicBezTo>
                  <a:moveTo>
                    <a:pt x="6399" y="14126"/>
                  </a:moveTo>
                  <a:cubicBezTo>
                    <a:pt x="6852" y="13439"/>
                    <a:pt x="8064" y="12065"/>
                    <a:pt x="9289" y="12065"/>
                  </a:cubicBezTo>
                  <a:cubicBezTo>
                    <a:pt x="10820" y="12065"/>
                    <a:pt x="11641" y="12599"/>
                    <a:pt x="11943" y="13362"/>
                  </a:cubicBezTo>
                  <a:cubicBezTo>
                    <a:pt x="12246" y="14126"/>
                    <a:pt x="10978" y="14965"/>
                    <a:pt x="9827" y="14965"/>
                  </a:cubicBezTo>
                  <a:cubicBezTo>
                    <a:pt x="8907" y="14965"/>
                    <a:pt x="7158" y="14405"/>
                    <a:pt x="6399" y="14126"/>
                  </a:cubicBezTo>
                  <a:close/>
                  <a:moveTo>
                    <a:pt x="6399" y="14126"/>
                  </a:moveTo>
                  <a:cubicBezTo>
                    <a:pt x="6778" y="14027"/>
                    <a:pt x="7375" y="13878"/>
                    <a:pt x="7962" y="13743"/>
                  </a:cubicBezTo>
                  <a:moveTo>
                    <a:pt x="8297" y="13668"/>
                  </a:moveTo>
                  <a:cubicBezTo>
                    <a:pt x="8803" y="13556"/>
                    <a:pt x="9267" y="13465"/>
                    <a:pt x="9531" y="13439"/>
                  </a:cubicBezTo>
                  <a:moveTo>
                    <a:pt x="8297" y="13668"/>
                  </a:moveTo>
                  <a:cubicBezTo>
                    <a:pt x="8355" y="13439"/>
                    <a:pt x="8534" y="12950"/>
                    <a:pt x="8779" y="12828"/>
                  </a:cubicBezTo>
                  <a:moveTo>
                    <a:pt x="7962" y="13743"/>
                  </a:moveTo>
                  <a:cubicBezTo>
                    <a:pt x="8075" y="13717"/>
                    <a:pt x="8187" y="13692"/>
                    <a:pt x="8297" y="13668"/>
                  </a:cubicBezTo>
                  <a:moveTo>
                    <a:pt x="7962" y="13743"/>
                  </a:moveTo>
                  <a:cubicBezTo>
                    <a:pt x="8362" y="13947"/>
                    <a:pt x="9235" y="14355"/>
                    <a:pt x="9531" y="14355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0" name="Rounded Rectangle 11"/>
            <p:cNvSpPr/>
            <p:nvPr/>
          </p:nvSpPr>
          <p:spPr>
            <a:xfrm>
              <a:off x="0" y="1074718"/>
              <a:ext cx="579120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26" y="18121"/>
                  </a:moveTo>
                  <a:lnTo>
                    <a:pt x="2274" y="18121"/>
                  </a:ln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853" y="2030"/>
                  </a:moveTo>
                  <a:lnTo>
                    <a:pt x="284" y="203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316" y="2030"/>
                  </a:lnTo>
                  <a:lnTo>
                    <a:pt x="20747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853" y="2030"/>
                  </a:moveTo>
                  <a:lnTo>
                    <a:pt x="1815" y="8843"/>
                  </a:lnTo>
                  <a:moveTo>
                    <a:pt x="18474" y="18121"/>
                  </a:moveTo>
                  <a:lnTo>
                    <a:pt x="19611" y="10075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89" y="10075"/>
                  </a:moveTo>
                  <a:lnTo>
                    <a:pt x="19611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611" y="10075"/>
                  </a:moveTo>
                  <a:lnTo>
                    <a:pt x="19785" y="8843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84" name="Group 15"/>
          <p:cNvGrpSpPr/>
          <p:nvPr/>
        </p:nvGrpSpPr>
        <p:grpSpPr>
          <a:xfrm>
            <a:off x="6487112" y="2628601"/>
            <a:ext cx="579121" cy="1516679"/>
            <a:chOff x="0" y="0"/>
            <a:chExt cx="579119" cy="1516677"/>
          </a:xfrm>
        </p:grpSpPr>
        <p:sp>
          <p:nvSpPr>
            <p:cNvPr id="182" name="Rounded Rectangle 13"/>
            <p:cNvSpPr/>
            <p:nvPr/>
          </p:nvSpPr>
          <p:spPr>
            <a:xfrm>
              <a:off x="26669" y="0"/>
              <a:ext cx="533401" cy="948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0" extrusionOk="0">
                  <a:moveTo>
                    <a:pt x="0" y="21520"/>
                  </a:moveTo>
                  <a:cubicBezTo>
                    <a:pt x="463" y="21261"/>
                    <a:pt x="1821" y="20742"/>
                    <a:pt x="3549" y="20742"/>
                  </a:cubicBezTo>
                  <a:cubicBezTo>
                    <a:pt x="5709" y="20742"/>
                    <a:pt x="7251" y="20483"/>
                    <a:pt x="8640" y="20224"/>
                  </a:cubicBezTo>
                  <a:cubicBezTo>
                    <a:pt x="9189" y="20122"/>
                    <a:pt x="9979" y="20073"/>
                    <a:pt x="10800" y="20057"/>
                  </a:cubicBezTo>
                  <a:cubicBezTo>
                    <a:pt x="12056" y="20033"/>
                    <a:pt x="13387" y="20085"/>
                    <a:pt x="14040" y="20138"/>
                  </a:cubicBezTo>
                  <a:cubicBezTo>
                    <a:pt x="14600" y="20183"/>
                    <a:pt x="15326" y="20320"/>
                    <a:pt x="16046" y="20442"/>
                  </a:cubicBezTo>
                  <a:cubicBezTo>
                    <a:pt x="16714" y="20556"/>
                    <a:pt x="17377" y="20656"/>
                    <a:pt x="17897" y="20656"/>
                  </a:cubicBezTo>
                  <a:cubicBezTo>
                    <a:pt x="18977" y="20656"/>
                    <a:pt x="21446" y="20915"/>
                    <a:pt x="21600" y="21520"/>
                  </a:cubicBezTo>
                  <a:lnTo>
                    <a:pt x="0" y="21520"/>
                  </a:lnTo>
                  <a:moveTo>
                    <a:pt x="12034" y="5018"/>
                  </a:moveTo>
                  <a:cubicBezTo>
                    <a:pt x="12600" y="5248"/>
                    <a:pt x="13824" y="5692"/>
                    <a:pt x="14194" y="5623"/>
                  </a:cubicBezTo>
                  <a:cubicBezTo>
                    <a:pt x="14565" y="5553"/>
                    <a:pt x="13937" y="4672"/>
                    <a:pt x="13577" y="4240"/>
                  </a:cubicBezTo>
                  <a:cubicBezTo>
                    <a:pt x="14606" y="4327"/>
                    <a:pt x="16755" y="4448"/>
                    <a:pt x="17126" y="4240"/>
                  </a:cubicBezTo>
                  <a:cubicBezTo>
                    <a:pt x="17589" y="3981"/>
                    <a:pt x="15274" y="3203"/>
                    <a:pt x="14194" y="3031"/>
                  </a:cubicBezTo>
                  <a:cubicBezTo>
                    <a:pt x="14760" y="2743"/>
                    <a:pt x="15830" y="2063"/>
                    <a:pt x="15583" y="1648"/>
                  </a:cubicBezTo>
                  <a:cubicBezTo>
                    <a:pt x="15336" y="1441"/>
                    <a:pt x="13629" y="1792"/>
                    <a:pt x="12806" y="1994"/>
                  </a:cubicBezTo>
                  <a:cubicBezTo>
                    <a:pt x="12960" y="1389"/>
                    <a:pt x="13145" y="145"/>
                    <a:pt x="12651" y="6"/>
                  </a:cubicBezTo>
                  <a:cubicBezTo>
                    <a:pt x="12189" y="-80"/>
                    <a:pt x="10954" y="698"/>
                    <a:pt x="10646" y="1734"/>
                  </a:cubicBezTo>
                  <a:cubicBezTo>
                    <a:pt x="10183" y="1418"/>
                    <a:pt x="9103" y="801"/>
                    <a:pt x="8486" y="871"/>
                  </a:cubicBezTo>
                  <a:cubicBezTo>
                    <a:pt x="7869" y="940"/>
                    <a:pt x="8434" y="1821"/>
                    <a:pt x="8794" y="2253"/>
                  </a:cubicBezTo>
                  <a:cubicBezTo>
                    <a:pt x="7817" y="2195"/>
                    <a:pt x="5801" y="2167"/>
                    <a:pt x="5554" y="2512"/>
                  </a:cubicBezTo>
                  <a:cubicBezTo>
                    <a:pt x="5246" y="2944"/>
                    <a:pt x="7869" y="3376"/>
                    <a:pt x="8486" y="3463"/>
                  </a:cubicBezTo>
                  <a:cubicBezTo>
                    <a:pt x="7971" y="3779"/>
                    <a:pt x="6974" y="4517"/>
                    <a:pt x="7097" y="4931"/>
                  </a:cubicBezTo>
                  <a:cubicBezTo>
                    <a:pt x="7344" y="5139"/>
                    <a:pt x="9154" y="4615"/>
                    <a:pt x="10029" y="4327"/>
                  </a:cubicBezTo>
                  <a:cubicBezTo>
                    <a:pt x="9874" y="4931"/>
                    <a:pt x="9689" y="6227"/>
                    <a:pt x="10183" y="6573"/>
                  </a:cubicBezTo>
                  <a:cubicBezTo>
                    <a:pt x="10677" y="6919"/>
                    <a:pt x="11623" y="5680"/>
                    <a:pt x="12034" y="5018"/>
                  </a:cubicBezTo>
                  <a:moveTo>
                    <a:pt x="12617" y="10979"/>
                  </a:moveTo>
                  <a:cubicBezTo>
                    <a:pt x="13143" y="10231"/>
                    <a:pt x="14750" y="8716"/>
                    <a:pt x="16971" y="8647"/>
                  </a:cubicBezTo>
                  <a:cubicBezTo>
                    <a:pt x="19749" y="8560"/>
                    <a:pt x="20674" y="9079"/>
                    <a:pt x="20983" y="9597"/>
                  </a:cubicBezTo>
                  <a:cubicBezTo>
                    <a:pt x="21291" y="10115"/>
                    <a:pt x="20520" y="11584"/>
                    <a:pt x="18206" y="11671"/>
                  </a:cubicBezTo>
                  <a:cubicBezTo>
                    <a:pt x="16354" y="11740"/>
                    <a:pt x="13708" y="11239"/>
                    <a:pt x="12617" y="10979"/>
                  </a:cubicBezTo>
                  <a:moveTo>
                    <a:pt x="12781" y="8819"/>
                  </a:moveTo>
                  <a:cubicBezTo>
                    <a:pt x="12121" y="8128"/>
                    <a:pt x="10275" y="6746"/>
                    <a:pt x="8177" y="6746"/>
                  </a:cubicBezTo>
                  <a:cubicBezTo>
                    <a:pt x="6079" y="6746"/>
                    <a:pt x="4937" y="7725"/>
                    <a:pt x="4629" y="8215"/>
                  </a:cubicBezTo>
                  <a:cubicBezTo>
                    <a:pt x="4474" y="8787"/>
                    <a:pt x="4814" y="9968"/>
                    <a:pt x="7406" y="10115"/>
                  </a:cubicBezTo>
                  <a:cubicBezTo>
                    <a:pt x="9998" y="10263"/>
                    <a:pt x="12071" y="9486"/>
                    <a:pt x="12784" y="9079"/>
                  </a:cubicBezTo>
                  <a:cubicBezTo>
                    <a:pt x="12784" y="8991"/>
                    <a:pt x="12783" y="8905"/>
                    <a:pt x="12781" y="8819"/>
                  </a:cubicBezTo>
                  <a:moveTo>
                    <a:pt x="11675" y="13975"/>
                  </a:moveTo>
                  <a:cubicBezTo>
                    <a:pt x="11229" y="13063"/>
                    <a:pt x="9813" y="11239"/>
                    <a:pt x="7714" y="11239"/>
                  </a:cubicBezTo>
                  <a:cubicBezTo>
                    <a:pt x="5091" y="11239"/>
                    <a:pt x="4166" y="11412"/>
                    <a:pt x="3549" y="12535"/>
                  </a:cubicBezTo>
                  <a:cubicBezTo>
                    <a:pt x="2931" y="13658"/>
                    <a:pt x="5554" y="14435"/>
                    <a:pt x="6326" y="14435"/>
                  </a:cubicBezTo>
                  <a:cubicBezTo>
                    <a:pt x="7097" y="14435"/>
                    <a:pt x="8694" y="14725"/>
                    <a:pt x="11675" y="13975"/>
                  </a:cubicBezTo>
                  <a:moveTo>
                    <a:pt x="11214" y="15991"/>
                  </a:moveTo>
                  <a:cubicBezTo>
                    <a:pt x="11899" y="15213"/>
                    <a:pt x="13731" y="13658"/>
                    <a:pt x="15583" y="13658"/>
                  </a:cubicBezTo>
                  <a:cubicBezTo>
                    <a:pt x="17897" y="13658"/>
                    <a:pt x="19137" y="14263"/>
                    <a:pt x="19594" y="15127"/>
                  </a:cubicBezTo>
                  <a:cubicBezTo>
                    <a:pt x="20052" y="15991"/>
                    <a:pt x="18135" y="16941"/>
                    <a:pt x="16396" y="16941"/>
                  </a:cubicBezTo>
                  <a:cubicBezTo>
                    <a:pt x="15005" y="16941"/>
                    <a:pt x="12362" y="16307"/>
                    <a:pt x="11214" y="15991"/>
                  </a:cubicBezTo>
                </a:path>
              </a:pathLst>
            </a:custGeom>
            <a:solidFill>
              <a:srgbClr val="F366B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3" name="Rounded Rectangle 14"/>
            <p:cNvSpPr/>
            <p:nvPr/>
          </p:nvSpPr>
          <p:spPr>
            <a:xfrm>
              <a:off x="0" y="948987"/>
              <a:ext cx="579120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F366B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87" name="Group 18"/>
          <p:cNvGrpSpPr/>
          <p:nvPr/>
        </p:nvGrpSpPr>
        <p:grpSpPr>
          <a:xfrm>
            <a:off x="6487112" y="2628602"/>
            <a:ext cx="579121" cy="1516679"/>
            <a:chOff x="0" y="0"/>
            <a:chExt cx="579119" cy="1516678"/>
          </a:xfrm>
        </p:grpSpPr>
        <p:sp>
          <p:nvSpPr>
            <p:cNvPr id="185" name="Rounded Rectangle 16"/>
            <p:cNvSpPr/>
            <p:nvPr/>
          </p:nvSpPr>
          <p:spPr>
            <a:xfrm>
              <a:off x="26669" y="0"/>
              <a:ext cx="533401" cy="948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0" extrusionOk="0">
                  <a:moveTo>
                    <a:pt x="10800" y="20057"/>
                  </a:moveTo>
                  <a:cubicBezTo>
                    <a:pt x="9979" y="20073"/>
                    <a:pt x="9189" y="20122"/>
                    <a:pt x="8640" y="20224"/>
                  </a:cubicBezTo>
                  <a:cubicBezTo>
                    <a:pt x="7251" y="20483"/>
                    <a:pt x="5709" y="20742"/>
                    <a:pt x="3549" y="20742"/>
                  </a:cubicBezTo>
                  <a:cubicBezTo>
                    <a:pt x="1821" y="20742"/>
                    <a:pt x="463" y="21261"/>
                    <a:pt x="0" y="21520"/>
                  </a:cubicBezTo>
                  <a:lnTo>
                    <a:pt x="21600" y="21520"/>
                  </a:lnTo>
                  <a:cubicBezTo>
                    <a:pt x="21446" y="20915"/>
                    <a:pt x="18977" y="20656"/>
                    <a:pt x="17897" y="20656"/>
                  </a:cubicBezTo>
                  <a:cubicBezTo>
                    <a:pt x="17377" y="20656"/>
                    <a:pt x="16714" y="20556"/>
                    <a:pt x="16046" y="20442"/>
                  </a:cubicBezTo>
                  <a:cubicBezTo>
                    <a:pt x="15326" y="20320"/>
                    <a:pt x="14600" y="20182"/>
                    <a:pt x="14040" y="20138"/>
                  </a:cubicBezTo>
                  <a:cubicBezTo>
                    <a:pt x="13387" y="20085"/>
                    <a:pt x="12057" y="20033"/>
                    <a:pt x="10800" y="20057"/>
                  </a:cubicBezTo>
                  <a:close/>
                  <a:moveTo>
                    <a:pt x="10800" y="20057"/>
                  </a:moveTo>
                  <a:cubicBezTo>
                    <a:pt x="10651" y="18424"/>
                    <a:pt x="10800" y="16941"/>
                    <a:pt x="11214" y="15990"/>
                  </a:cubicBezTo>
                  <a:moveTo>
                    <a:pt x="12034" y="5018"/>
                  </a:moveTo>
                  <a:cubicBezTo>
                    <a:pt x="12600" y="5248"/>
                    <a:pt x="13824" y="5692"/>
                    <a:pt x="14194" y="5623"/>
                  </a:cubicBezTo>
                  <a:cubicBezTo>
                    <a:pt x="14565" y="5553"/>
                    <a:pt x="13937" y="4672"/>
                    <a:pt x="13577" y="4240"/>
                  </a:cubicBezTo>
                  <a:moveTo>
                    <a:pt x="12034" y="5018"/>
                  </a:moveTo>
                  <a:cubicBezTo>
                    <a:pt x="11623" y="5680"/>
                    <a:pt x="10677" y="6919"/>
                    <a:pt x="10183" y="6573"/>
                  </a:cubicBezTo>
                  <a:cubicBezTo>
                    <a:pt x="9689" y="6227"/>
                    <a:pt x="9874" y="4931"/>
                    <a:pt x="10029" y="4327"/>
                  </a:cubicBezTo>
                  <a:moveTo>
                    <a:pt x="12034" y="5018"/>
                  </a:moveTo>
                  <a:cubicBezTo>
                    <a:pt x="12354" y="5749"/>
                    <a:pt x="12745" y="7152"/>
                    <a:pt x="12781" y="8819"/>
                  </a:cubicBezTo>
                  <a:moveTo>
                    <a:pt x="12034" y="5018"/>
                  </a:moveTo>
                  <a:cubicBezTo>
                    <a:pt x="12034" y="4465"/>
                    <a:pt x="11520" y="3635"/>
                    <a:pt x="11263" y="3290"/>
                  </a:cubicBezTo>
                  <a:moveTo>
                    <a:pt x="13577" y="4240"/>
                  </a:moveTo>
                  <a:cubicBezTo>
                    <a:pt x="14606" y="4327"/>
                    <a:pt x="16755" y="4448"/>
                    <a:pt x="17126" y="4240"/>
                  </a:cubicBezTo>
                  <a:cubicBezTo>
                    <a:pt x="17589" y="3981"/>
                    <a:pt x="15274" y="3203"/>
                    <a:pt x="14194" y="3031"/>
                  </a:cubicBezTo>
                  <a:moveTo>
                    <a:pt x="13577" y="4240"/>
                  </a:moveTo>
                  <a:cubicBezTo>
                    <a:pt x="13413" y="4033"/>
                    <a:pt x="11966" y="3520"/>
                    <a:pt x="11263" y="3290"/>
                  </a:cubicBezTo>
                  <a:moveTo>
                    <a:pt x="14194" y="3031"/>
                  </a:moveTo>
                  <a:cubicBezTo>
                    <a:pt x="14760" y="2743"/>
                    <a:pt x="15830" y="2063"/>
                    <a:pt x="15583" y="1648"/>
                  </a:cubicBezTo>
                  <a:cubicBezTo>
                    <a:pt x="15336" y="1441"/>
                    <a:pt x="13629" y="1792"/>
                    <a:pt x="12806" y="1994"/>
                  </a:cubicBezTo>
                  <a:moveTo>
                    <a:pt x="14194" y="3031"/>
                  </a:moveTo>
                  <a:cubicBezTo>
                    <a:pt x="13828" y="3238"/>
                    <a:pt x="12087" y="3290"/>
                    <a:pt x="11263" y="3290"/>
                  </a:cubicBezTo>
                  <a:moveTo>
                    <a:pt x="12806" y="1994"/>
                  </a:moveTo>
                  <a:cubicBezTo>
                    <a:pt x="12960" y="1389"/>
                    <a:pt x="13145" y="145"/>
                    <a:pt x="12651" y="6"/>
                  </a:cubicBezTo>
                  <a:cubicBezTo>
                    <a:pt x="12189" y="-80"/>
                    <a:pt x="10954" y="698"/>
                    <a:pt x="10646" y="1734"/>
                  </a:cubicBezTo>
                  <a:moveTo>
                    <a:pt x="12806" y="1994"/>
                  </a:moveTo>
                  <a:cubicBezTo>
                    <a:pt x="12745" y="2270"/>
                    <a:pt x="11752" y="2973"/>
                    <a:pt x="11263" y="3290"/>
                  </a:cubicBezTo>
                  <a:moveTo>
                    <a:pt x="10646" y="1734"/>
                  </a:moveTo>
                  <a:cubicBezTo>
                    <a:pt x="10183" y="1418"/>
                    <a:pt x="9103" y="801"/>
                    <a:pt x="8486" y="871"/>
                  </a:cubicBezTo>
                  <a:cubicBezTo>
                    <a:pt x="7869" y="940"/>
                    <a:pt x="8434" y="1821"/>
                    <a:pt x="8794" y="2253"/>
                  </a:cubicBezTo>
                  <a:moveTo>
                    <a:pt x="10646" y="1734"/>
                  </a:moveTo>
                  <a:cubicBezTo>
                    <a:pt x="10646" y="1942"/>
                    <a:pt x="11057" y="2858"/>
                    <a:pt x="11263" y="3290"/>
                  </a:cubicBezTo>
                  <a:moveTo>
                    <a:pt x="8794" y="2253"/>
                  </a:moveTo>
                  <a:cubicBezTo>
                    <a:pt x="7817" y="2195"/>
                    <a:pt x="5801" y="2167"/>
                    <a:pt x="5554" y="2512"/>
                  </a:cubicBezTo>
                  <a:cubicBezTo>
                    <a:pt x="5246" y="2944"/>
                    <a:pt x="7869" y="3376"/>
                    <a:pt x="8486" y="3463"/>
                  </a:cubicBezTo>
                  <a:moveTo>
                    <a:pt x="8794" y="2253"/>
                  </a:moveTo>
                  <a:cubicBezTo>
                    <a:pt x="9288" y="2253"/>
                    <a:pt x="10646" y="2944"/>
                    <a:pt x="11263" y="3290"/>
                  </a:cubicBezTo>
                  <a:moveTo>
                    <a:pt x="8486" y="3463"/>
                  </a:moveTo>
                  <a:cubicBezTo>
                    <a:pt x="7971" y="3779"/>
                    <a:pt x="6974" y="4517"/>
                    <a:pt x="7097" y="4931"/>
                  </a:cubicBezTo>
                  <a:cubicBezTo>
                    <a:pt x="7344" y="5139"/>
                    <a:pt x="9154" y="4615"/>
                    <a:pt x="10029" y="4327"/>
                  </a:cubicBezTo>
                  <a:moveTo>
                    <a:pt x="8486" y="3463"/>
                  </a:moveTo>
                  <a:cubicBezTo>
                    <a:pt x="9226" y="3255"/>
                    <a:pt x="10646" y="3261"/>
                    <a:pt x="11263" y="3290"/>
                  </a:cubicBezTo>
                  <a:moveTo>
                    <a:pt x="10029" y="4327"/>
                  </a:moveTo>
                  <a:cubicBezTo>
                    <a:pt x="10389" y="4125"/>
                    <a:pt x="11139" y="3635"/>
                    <a:pt x="11263" y="3290"/>
                  </a:cubicBezTo>
                  <a:moveTo>
                    <a:pt x="12617" y="10979"/>
                  </a:moveTo>
                  <a:cubicBezTo>
                    <a:pt x="12499" y="11635"/>
                    <a:pt x="12311" y="12304"/>
                    <a:pt x="12034" y="12967"/>
                  </a:cubicBezTo>
                  <a:cubicBezTo>
                    <a:pt x="11901" y="13285"/>
                    <a:pt x="11782" y="13622"/>
                    <a:pt x="11675" y="13975"/>
                  </a:cubicBezTo>
                  <a:moveTo>
                    <a:pt x="12617" y="10979"/>
                  </a:moveTo>
                  <a:cubicBezTo>
                    <a:pt x="13143" y="10231"/>
                    <a:pt x="14750" y="8716"/>
                    <a:pt x="16971" y="8647"/>
                  </a:cubicBezTo>
                  <a:cubicBezTo>
                    <a:pt x="19749" y="8560"/>
                    <a:pt x="20674" y="9079"/>
                    <a:pt x="20983" y="9597"/>
                  </a:cubicBezTo>
                  <a:cubicBezTo>
                    <a:pt x="21291" y="10115"/>
                    <a:pt x="20520" y="11584"/>
                    <a:pt x="18206" y="11671"/>
                  </a:cubicBezTo>
                  <a:cubicBezTo>
                    <a:pt x="16354" y="11740"/>
                    <a:pt x="13708" y="11239"/>
                    <a:pt x="12617" y="10979"/>
                  </a:cubicBezTo>
                  <a:close/>
                  <a:moveTo>
                    <a:pt x="12617" y="10979"/>
                  </a:moveTo>
                  <a:cubicBezTo>
                    <a:pt x="13174" y="10803"/>
                    <a:pt x="14081" y="10532"/>
                    <a:pt x="14966" y="10299"/>
                  </a:cubicBezTo>
                  <a:moveTo>
                    <a:pt x="12617" y="10979"/>
                  </a:moveTo>
                  <a:cubicBezTo>
                    <a:pt x="12734" y="10327"/>
                    <a:pt x="12783" y="9687"/>
                    <a:pt x="12784" y="9079"/>
                  </a:cubicBezTo>
                  <a:moveTo>
                    <a:pt x="15583" y="10144"/>
                  </a:moveTo>
                  <a:cubicBezTo>
                    <a:pt x="16200" y="9994"/>
                    <a:pt x="16761" y="9882"/>
                    <a:pt x="17126" y="9856"/>
                  </a:cubicBezTo>
                  <a:moveTo>
                    <a:pt x="14966" y="10299"/>
                  </a:moveTo>
                  <a:cubicBezTo>
                    <a:pt x="15429" y="10469"/>
                    <a:pt x="16509" y="10807"/>
                    <a:pt x="17126" y="10807"/>
                  </a:cubicBezTo>
                  <a:moveTo>
                    <a:pt x="14966" y="10299"/>
                  </a:moveTo>
                  <a:cubicBezTo>
                    <a:pt x="15174" y="10245"/>
                    <a:pt x="15382" y="10192"/>
                    <a:pt x="15583" y="10144"/>
                  </a:cubicBezTo>
                  <a:moveTo>
                    <a:pt x="15583" y="10144"/>
                  </a:moveTo>
                  <a:cubicBezTo>
                    <a:pt x="15840" y="9904"/>
                    <a:pt x="16385" y="9407"/>
                    <a:pt x="16509" y="9338"/>
                  </a:cubicBezTo>
                  <a:moveTo>
                    <a:pt x="12781" y="8819"/>
                  </a:moveTo>
                  <a:cubicBezTo>
                    <a:pt x="12121" y="8128"/>
                    <a:pt x="10275" y="6746"/>
                    <a:pt x="8177" y="6746"/>
                  </a:cubicBezTo>
                  <a:cubicBezTo>
                    <a:pt x="6079" y="6746"/>
                    <a:pt x="4937" y="7725"/>
                    <a:pt x="4629" y="8215"/>
                  </a:cubicBezTo>
                  <a:cubicBezTo>
                    <a:pt x="4474" y="8787"/>
                    <a:pt x="4814" y="9968"/>
                    <a:pt x="7406" y="10115"/>
                  </a:cubicBezTo>
                  <a:cubicBezTo>
                    <a:pt x="9998" y="10263"/>
                    <a:pt x="12071" y="9486"/>
                    <a:pt x="12784" y="9079"/>
                  </a:cubicBezTo>
                  <a:moveTo>
                    <a:pt x="12781" y="8819"/>
                  </a:moveTo>
                  <a:cubicBezTo>
                    <a:pt x="12783" y="8905"/>
                    <a:pt x="12784" y="8991"/>
                    <a:pt x="12784" y="9079"/>
                  </a:cubicBezTo>
                  <a:moveTo>
                    <a:pt x="12784" y="9079"/>
                  </a:moveTo>
                  <a:cubicBezTo>
                    <a:pt x="12284" y="8946"/>
                    <a:pt x="11393" y="8736"/>
                    <a:pt x="10491" y="8583"/>
                  </a:cubicBezTo>
                  <a:moveTo>
                    <a:pt x="10491" y="8583"/>
                  </a:moveTo>
                  <a:cubicBezTo>
                    <a:pt x="9830" y="8470"/>
                    <a:pt x="9162" y="8387"/>
                    <a:pt x="8640" y="8387"/>
                  </a:cubicBezTo>
                  <a:moveTo>
                    <a:pt x="10491" y="8583"/>
                  </a:moveTo>
                  <a:cubicBezTo>
                    <a:pt x="10389" y="8316"/>
                    <a:pt x="10029" y="7765"/>
                    <a:pt x="9411" y="7696"/>
                  </a:cubicBezTo>
                  <a:moveTo>
                    <a:pt x="10491" y="8583"/>
                  </a:moveTo>
                  <a:cubicBezTo>
                    <a:pt x="10337" y="8806"/>
                    <a:pt x="9843" y="9269"/>
                    <a:pt x="9103" y="9338"/>
                  </a:cubicBezTo>
                  <a:moveTo>
                    <a:pt x="11675" y="13975"/>
                  </a:moveTo>
                  <a:cubicBezTo>
                    <a:pt x="11229" y="13063"/>
                    <a:pt x="9813" y="11239"/>
                    <a:pt x="7714" y="11239"/>
                  </a:cubicBezTo>
                  <a:cubicBezTo>
                    <a:pt x="5091" y="11239"/>
                    <a:pt x="4166" y="11411"/>
                    <a:pt x="3549" y="12535"/>
                  </a:cubicBezTo>
                  <a:cubicBezTo>
                    <a:pt x="2931" y="13658"/>
                    <a:pt x="5554" y="14435"/>
                    <a:pt x="6326" y="14435"/>
                  </a:cubicBezTo>
                  <a:cubicBezTo>
                    <a:pt x="7097" y="14435"/>
                    <a:pt x="8694" y="14725"/>
                    <a:pt x="11675" y="13975"/>
                  </a:cubicBezTo>
                  <a:close/>
                  <a:moveTo>
                    <a:pt x="11675" y="13975"/>
                  </a:moveTo>
                  <a:cubicBezTo>
                    <a:pt x="11133" y="13809"/>
                    <a:pt x="10135" y="13531"/>
                    <a:pt x="9103" y="13305"/>
                  </a:cubicBezTo>
                  <a:moveTo>
                    <a:pt x="11214" y="15990"/>
                  </a:moveTo>
                  <a:cubicBezTo>
                    <a:pt x="11333" y="15289"/>
                    <a:pt x="11484" y="14608"/>
                    <a:pt x="11675" y="13975"/>
                  </a:cubicBezTo>
                  <a:moveTo>
                    <a:pt x="9103" y="13305"/>
                  </a:moveTo>
                  <a:cubicBezTo>
                    <a:pt x="8406" y="13152"/>
                    <a:pt x="7694" y="13022"/>
                    <a:pt x="7097" y="12967"/>
                  </a:cubicBezTo>
                  <a:moveTo>
                    <a:pt x="9103" y="13305"/>
                  </a:moveTo>
                  <a:cubicBezTo>
                    <a:pt x="9103" y="12990"/>
                    <a:pt x="8918" y="12344"/>
                    <a:pt x="8177" y="12275"/>
                  </a:cubicBezTo>
                  <a:moveTo>
                    <a:pt x="9103" y="13305"/>
                  </a:moveTo>
                  <a:cubicBezTo>
                    <a:pt x="8846" y="13528"/>
                    <a:pt x="8208" y="13975"/>
                    <a:pt x="7714" y="13975"/>
                  </a:cubicBezTo>
                  <a:moveTo>
                    <a:pt x="11214" y="15990"/>
                  </a:moveTo>
                  <a:cubicBezTo>
                    <a:pt x="11899" y="15213"/>
                    <a:pt x="13731" y="13658"/>
                    <a:pt x="15583" y="13658"/>
                  </a:cubicBezTo>
                  <a:cubicBezTo>
                    <a:pt x="17897" y="13658"/>
                    <a:pt x="19137" y="14262"/>
                    <a:pt x="19594" y="15126"/>
                  </a:cubicBezTo>
                  <a:cubicBezTo>
                    <a:pt x="20051" y="15990"/>
                    <a:pt x="18135" y="16941"/>
                    <a:pt x="16396" y="16941"/>
                  </a:cubicBezTo>
                  <a:cubicBezTo>
                    <a:pt x="15005" y="16941"/>
                    <a:pt x="12362" y="16307"/>
                    <a:pt x="11214" y="15990"/>
                  </a:cubicBezTo>
                  <a:close/>
                  <a:moveTo>
                    <a:pt x="11214" y="15990"/>
                  </a:moveTo>
                  <a:cubicBezTo>
                    <a:pt x="11787" y="15879"/>
                    <a:pt x="12690" y="15710"/>
                    <a:pt x="13577" y="15558"/>
                  </a:cubicBezTo>
                  <a:moveTo>
                    <a:pt x="14083" y="15472"/>
                  </a:moveTo>
                  <a:cubicBezTo>
                    <a:pt x="14848" y="15345"/>
                    <a:pt x="15549" y="15242"/>
                    <a:pt x="15949" y="15213"/>
                  </a:cubicBezTo>
                  <a:moveTo>
                    <a:pt x="14083" y="15472"/>
                  </a:moveTo>
                  <a:cubicBezTo>
                    <a:pt x="14172" y="15213"/>
                    <a:pt x="14441" y="14660"/>
                    <a:pt x="14811" y="14522"/>
                  </a:cubicBezTo>
                  <a:moveTo>
                    <a:pt x="13577" y="15558"/>
                  </a:moveTo>
                  <a:cubicBezTo>
                    <a:pt x="13747" y="15528"/>
                    <a:pt x="13917" y="15500"/>
                    <a:pt x="14083" y="15472"/>
                  </a:cubicBezTo>
                  <a:moveTo>
                    <a:pt x="13577" y="15558"/>
                  </a:moveTo>
                  <a:cubicBezTo>
                    <a:pt x="14181" y="15788"/>
                    <a:pt x="15501" y="16250"/>
                    <a:pt x="15949" y="16250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6" name="Rounded Rectangle 17"/>
            <p:cNvSpPr/>
            <p:nvPr/>
          </p:nvSpPr>
          <p:spPr>
            <a:xfrm>
              <a:off x="0" y="948988"/>
              <a:ext cx="579120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26" y="18121"/>
                  </a:moveTo>
                  <a:lnTo>
                    <a:pt x="2274" y="18121"/>
                  </a:ln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853" y="2030"/>
                  </a:moveTo>
                  <a:lnTo>
                    <a:pt x="284" y="203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316" y="2030"/>
                  </a:lnTo>
                  <a:lnTo>
                    <a:pt x="20747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853" y="2030"/>
                  </a:moveTo>
                  <a:lnTo>
                    <a:pt x="1815" y="8843"/>
                  </a:lnTo>
                  <a:moveTo>
                    <a:pt x="18474" y="18121"/>
                  </a:moveTo>
                  <a:lnTo>
                    <a:pt x="19611" y="10075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89" y="10075"/>
                  </a:moveTo>
                  <a:lnTo>
                    <a:pt x="19611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611" y="10075"/>
                  </a:moveTo>
                  <a:lnTo>
                    <a:pt x="19785" y="8843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90" name="Group 21"/>
          <p:cNvGrpSpPr/>
          <p:nvPr/>
        </p:nvGrpSpPr>
        <p:grpSpPr>
          <a:xfrm>
            <a:off x="5206951" y="2992039"/>
            <a:ext cx="579121" cy="1153243"/>
            <a:chOff x="0" y="0"/>
            <a:chExt cx="579120" cy="1153241"/>
          </a:xfrm>
        </p:grpSpPr>
        <p:sp>
          <p:nvSpPr>
            <p:cNvPr id="188" name="Rounded Rectangle 19"/>
            <p:cNvSpPr/>
            <p:nvPr/>
          </p:nvSpPr>
          <p:spPr>
            <a:xfrm>
              <a:off x="14181" y="-1"/>
              <a:ext cx="552851" cy="585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1" h="21279" extrusionOk="0">
                  <a:moveTo>
                    <a:pt x="474" y="21279"/>
                  </a:moveTo>
                  <a:cubicBezTo>
                    <a:pt x="907" y="20864"/>
                    <a:pt x="2524" y="20005"/>
                    <a:pt x="5527" y="19894"/>
                  </a:cubicBezTo>
                  <a:cubicBezTo>
                    <a:pt x="9281" y="19756"/>
                    <a:pt x="8559" y="18787"/>
                    <a:pt x="9714" y="18787"/>
                  </a:cubicBezTo>
                  <a:cubicBezTo>
                    <a:pt x="10056" y="18787"/>
                    <a:pt x="10448" y="18787"/>
                    <a:pt x="10869" y="18801"/>
                  </a:cubicBezTo>
                  <a:cubicBezTo>
                    <a:pt x="11870" y="18835"/>
                    <a:pt x="13029" y="18951"/>
                    <a:pt x="14046" y="19341"/>
                  </a:cubicBezTo>
                  <a:cubicBezTo>
                    <a:pt x="15490" y="19894"/>
                    <a:pt x="16933" y="19756"/>
                    <a:pt x="18377" y="19894"/>
                  </a:cubicBezTo>
                  <a:cubicBezTo>
                    <a:pt x="19532" y="20005"/>
                    <a:pt x="20495" y="20864"/>
                    <a:pt x="20832" y="21279"/>
                  </a:cubicBezTo>
                  <a:lnTo>
                    <a:pt x="474" y="21279"/>
                  </a:lnTo>
                  <a:moveTo>
                    <a:pt x="10580" y="7433"/>
                  </a:moveTo>
                  <a:cubicBezTo>
                    <a:pt x="11351" y="7064"/>
                    <a:pt x="13122" y="5993"/>
                    <a:pt x="14046" y="4664"/>
                  </a:cubicBezTo>
                  <a:cubicBezTo>
                    <a:pt x="15201" y="3002"/>
                    <a:pt x="14623" y="510"/>
                    <a:pt x="12746" y="94"/>
                  </a:cubicBezTo>
                  <a:cubicBezTo>
                    <a:pt x="10869" y="-321"/>
                    <a:pt x="9342" y="690"/>
                    <a:pt x="8992" y="2033"/>
                  </a:cubicBezTo>
                  <a:cubicBezTo>
                    <a:pt x="8559" y="3695"/>
                    <a:pt x="8415" y="6187"/>
                    <a:pt x="10580" y="7433"/>
                  </a:cubicBezTo>
                  <a:moveTo>
                    <a:pt x="14623" y="11171"/>
                  </a:moveTo>
                  <a:cubicBezTo>
                    <a:pt x="14383" y="10525"/>
                    <a:pt x="14248" y="8873"/>
                    <a:pt x="15634" y="7433"/>
                  </a:cubicBezTo>
                  <a:cubicBezTo>
                    <a:pt x="17020" y="5993"/>
                    <a:pt x="18810" y="6094"/>
                    <a:pt x="19532" y="6325"/>
                  </a:cubicBezTo>
                  <a:cubicBezTo>
                    <a:pt x="20254" y="6787"/>
                    <a:pt x="21496" y="8070"/>
                    <a:pt x="20687" y="9510"/>
                  </a:cubicBezTo>
                  <a:cubicBezTo>
                    <a:pt x="19677" y="11310"/>
                    <a:pt x="18377" y="11587"/>
                    <a:pt x="17222" y="11587"/>
                  </a:cubicBezTo>
                  <a:cubicBezTo>
                    <a:pt x="16298" y="11587"/>
                    <a:pt x="15105" y="11310"/>
                    <a:pt x="14623" y="11171"/>
                  </a:cubicBezTo>
                  <a:moveTo>
                    <a:pt x="7260" y="11763"/>
                  </a:moveTo>
                  <a:cubicBezTo>
                    <a:pt x="6442" y="11612"/>
                    <a:pt x="4459" y="11310"/>
                    <a:pt x="3072" y="11310"/>
                  </a:cubicBezTo>
                  <a:cubicBezTo>
                    <a:pt x="1340" y="11310"/>
                    <a:pt x="185" y="9787"/>
                    <a:pt x="40" y="8541"/>
                  </a:cubicBezTo>
                  <a:cubicBezTo>
                    <a:pt x="-104" y="7294"/>
                    <a:pt x="40" y="5910"/>
                    <a:pt x="2206" y="5217"/>
                  </a:cubicBezTo>
                  <a:cubicBezTo>
                    <a:pt x="4372" y="4525"/>
                    <a:pt x="6249" y="6602"/>
                    <a:pt x="6971" y="8125"/>
                  </a:cubicBezTo>
                  <a:cubicBezTo>
                    <a:pt x="7505" y="9252"/>
                    <a:pt x="7422" y="10802"/>
                    <a:pt x="7292" y="11587"/>
                  </a:cubicBezTo>
                  <a:cubicBezTo>
                    <a:pt x="7281" y="11651"/>
                    <a:pt x="7271" y="11709"/>
                    <a:pt x="7260" y="11763"/>
                  </a:cubicBezTo>
                </a:path>
              </a:pathLst>
            </a:custGeom>
            <a:solidFill>
              <a:srgbClr val="FB676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89" name="Rounded Rectangle 20"/>
            <p:cNvSpPr/>
            <p:nvPr/>
          </p:nvSpPr>
          <p:spPr>
            <a:xfrm>
              <a:off x="0" y="585551"/>
              <a:ext cx="579121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0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FB676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93" name="Group 24"/>
          <p:cNvGrpSpPr/>
          <p:nvPr/>
        </p:nvGrpSpPr>
        <p:grpSpPr>
          <a:xfrm>
            <a:off x="5206953" y="2992038"/>
            <a:ext cx="579121" cy="1153241"/>
            <a:chOff x="0" y="0"/>
            <a:chExt cx="579120" cy="1153240"/>
          </a:xfrm>
        </p:grpSpPr>
        <p:sp>
          <p:nvSpPr>
            <p:cNvPr id="191" name="Rounded Rectangle 22"/>
            <p:cNvSpPr/>
            <p:nvPr/>
          </p:nvSpPr>
          <p:spPr>
            <a:xfrm>
              <a:off x="14180" y="0"/>
              <a:ext cx="552851" cy="585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1" h="21279" extrusionOk="0">
                  <a:moveTo>
                    <a:pt x="10869" y="18801"/>
                  </a:moveTo>
                  <a:cubicBezTo>
                    <a:pt x="10449" y="18787"/>
                    <a:pt x="10056" y="18787"/>
                    <a:pt x="9714" y="18787"/>
                  </a:cubicBezTo>
                  <a:cubicBezTo>
                    <a:pt x="8559" y="18787"/>
                    <a:pt x="9281" y="19756"/>
                    <a:pt x="5527" y="19894"/>
                  </a:cubicBezTo>
                  <a:cubicBezTo>
                    <a:pt x="2524" y="20005"/>
                    <a:pt x="907" y="20864"/>
                    <a:pt x="474" y="21279"/>
                  </a:cubicBezTo>
                  <a:lnTo>
                    <a:pt x="20832" y="21279"/>
                  </a:lnTo>
                  <a:cubicBezTo>
                    <a:pt x="20495" y="20864"/>
                    <a:pt x="19532" y="20005"/>
                    <a:pt x="18377" y="19894"/>
                  </a:cubicBezTo>
                  <a:cubicBezTo>
                    <a:pt x="16933" y="19756"/>
                    <a:pt x="15490" y="19894"/>
                    <a:pt x="14046" y="19341"/>
                  </a:cubicBezTo>
                  <a:cubicBezTo>
                    <a:pt x="13029" y="18951"/>
                    <a:pt x="11870" y="18835"/>
                    <a:pt x="10869" y="18801"/>
                  </a:cubicBezTo>
                  <a:close/>
                  <a:moveTo>
                    <a:pt x="10869" y="18801"/>
                  </a:moveTo>
                  <a:cubicBezTo>
                    <a:pt x="10844" y="18390"/>
                    <a:pt x="10812" y="17830"/>
                    <a:pt x="10779" y="17183"/>
                  </a:cubicBezTo>
                  <a:moveTo>
                    <a:pt x="10580" y="7433"/>
                  </a:moveTo>
                  <a:cubicBezTo>
                    <a:pt x="10580" y="7617"/>
                    <a:pt x="10580" y="8596"/>
                    <a:pt x="10580" y="11033"/>
                  </a:cubicBezTo>
                  <a:cubicBezTo>
                    <a:pt x="10580" y="12833"/>
                    <a:pt x="10686" y="15354"/>
                    <a:pt x="10779" y="17183"/>
                  </a:cubicBezTo>
                  <a:moveTo>
                    <a:pt x="10580" y="7433"/>
                  </a:moveTo>
                  <a:cubicBezTo>
                    <a:pt x="11351" y="7064"/>
                    <a:pt x="13122" y="5993"/>
                    <a:pt x="14046" y="4664"/>
                  </a:cubicBezTo>
                  <a:cubicBezTo>
                    <a:pt x="15201" y="3002"/>
                    <a:pt x="14623" y="510"/>
                    <a:pt x="12746" y="94"/>
                  </a:cubicBezTo>
                  <a:cubicBezTo>
                    <a:pt x="10869" y="-321"/>
                    <a:pt x="9342" y="690"/>
                    <a:pt x="8992" y="2033"/>
                  </a:cubicBezTo>
                  <a:cubicBezTo>
                    <a:pt x="8559" y="3695"/>
                    <a:pt x="8415" y="6187"/>
                    <a:pt x="10580" y="7433"/>
                  </a:cubicBezTo>
                  <a:close/>
                  <a:moveTo>
                    <a:pt x="10779" y="5356"/>
                  </a:moveTo>
                  <a:cubicBezTo>
                    <a:pt x="10584" y="6201"/>
                    <a:pt x="10553" y="6993"/>
                    <a:pt x="10580" y="7433"/>
                  </a:cubicBezTo>
                  <a:moveTo>
                    <a:pt x="11591" y="3417"/>
                  </a:moveTo>
                  <a:cubicBezTo>
                    <a:pt x="11257" y="3899"/>
                    <a:pt x="11026" y="4455"/>
                    <a:pt x="10869" y="5006"/>
                  </a:cubicBezTo>
                  <a:moveTo>
                    <a:pt x="12746" y="4387"/>
                  </a:moveTo>
                  <a:cubicBezTo>
                    <a:pt x="12746" y="4719"/>
                    <a:pt x="11435" y="5171"/>
                    <a:pt x="10779" y="5356"/>
                  </a:cubicBezTo>
                  <a:moveTo>
                    <a:pt x="10869" y="5006"/>
                  </a:moveTo>
                  <a:cubicBezTo>
                    <a:pt x="10836" y="5123"/>
                    <a:pt x="10806" y="5240"/>
                    <a:pt x="10779" y="5356"/>
                  </a:cubicBezTo>
                  <a:moveTo>
                    <a:pt x="10869" y="5006"/>
                  </a:moveTo>
                  <a:cubicBezTo>
                    <a:pt x="10629" y="4707"/>
                    <a:pt x="10147" y="3971"/>
                    <a:pt x="10147" y="3417"/>
                  </a:cubicBezTo>
                  <a:moveTo>
                    <a:pt x="10779" y="17183"/>
                  </a:moveTo>
                  <a:cubicBezTo>
                    <a:pt x="10809" y="16517"/>
                    <a:pt x="11187" y="14854"/>
                    <a:pt x="12457" y="13525"/>
                  </a:cubicBezTo>
                  <a:cubicBezTo>
                    <a:pt x="13728" y="12196"/>
                    <a:pt x="14431" y="11402"/>
                    <a:pt x="14623" y="11171"/>
                  </a:cubicBezTo>
                  <a:moveTo>
                    <a:pt x="10779" y="17183"/>
                  </a:moveTo>
                  <a:cubicBezTo>
                    <a:pt x="10569" y="16517"/>
                    <a:pt x="9830" y="14799"/>
                    <a:pt x="8559" y="13248"/>
                  </a:cubicBezTo>
                  <a:cubicBezTo>
                    <a:pt x="7866" y="12362"/>
                    <a:pt x="7404" y="11889"/>
                    <a:pt x="7260" y="11763"/>
                  </a:cubicBezTo>
                  <a:moveTo>
                    <a:pt x="14623" y="11171"/>
                  </a:moveTo>
                  <a:cubicBezTo>
                    <a:pt x="14383" y="10525"/>
                    <a:pt x="14248" y="8873"/>
                    <a:pt x="15634" y="7433"/>
                  </a:cubicBezTo>
                  <a:cubicBezTo>
                    <a:pt x="17020" y="5993"/>
                    <a:pt x="18810" y="6094"/>
                    <a:pt x="19532" y="6325"/>
                  </a:cubicBezTo>
                  <a:cubicBezTo>
                    <a:pt x="20254" y="6787"/>
                    <a:pt x="21496" y="8070"/>
                    <a:pt x="20687" y="9510"/>
                  </a:cubicBezTo>
                  <a:cubicBezTo>
                    <a:pt x="19677" y="11310"/>
                    <a:pt x="18377" y="11587"/>
                    <a:pt x="17222" y="11587"/>
                  </a:cubicBezTo>
                  <a:cubicBezTo>
                    <a:pt x="16298" y="11587"/>
                    <a:pt x="15105" y="11310"/>
                    <a:pt x="14623" y="11171"/>
                  </a:cubicBezTo>
                  <a:close/>
                  <a:moveTo>
                    <a:pt x="14623" y="11171"/>
                  </a:moveTo>
                  <a:cubicBezTo>
                    <a:pt x="14817" y="10874"/>
                    <a:pt x="15127" y="10456"/>
                    <a:pt x="15488" y="10064"/>
                  </a:cubicBezTo>
                  <a:moveTo>
                    <a:pt x="16063" y="9510"/>
                  </a:moveTo>
                  <a:cubicBezTo>
                    <a:pt x="16451" y="9186"/>
                    <a:pt x="16858" y="8956"/>
                    <a:pt x="17222" y="8956"/>
                  </a:cubicBezTo>
                  <a:moveTo>
                    <a:pt x="15488" y="10064"/>
                  </a:moveTo>
                  <a:cubicBezTo>
                    <a:pt x="15825" y="10156"/>
                    <a:pt x="16645" y="10285"/>
                    <a:pt x="17222" y="10064"/>
                  </a:cubicBezTo>
                  <a:moveTo>
                    <a:pt x="15488" y="10064"/>
                  </a:moveTo>
                  <a:cubicBezTo>
                    <a:pt x="15669" y="9867"/>
                    <a:pt x="15864" y="9676"/>
                    <a:pt x="16063" y="9510"/>
                  </a:cubicBezTo>
                  <a:moveTo>
                    <a:pt x="16063" y="9510"/>
                  </a:moveTo>
                  <a:cubicBezTo>
                    <a:pt x="15968" y="9141"/>
                    <a:pt x="15865" y="8291"/>
                    <a:pt x="16212" y="7848"/>
                  </a:cubicBezTo>
                  <a:moveTo>
                    <a:pt x="7260" y="11763"/>
                  </a:moveTo>
                  <a:cubicBezTo>
                    <a:pt x="6441" y="11612"/>
                    <a:pt x="4459" y="11310"/>
                    <a:pt x="3072" y="11310"/>
                  </a:cubicBezTo>
                  <a:cubicBezTo>
                    <a:pt x="1340" y="11310"/>
                    <a:pt x="185" y="9787"/>
                    <a:pt x="40" y="8541"/>
                  </a:cubicBezTo>
                  <a:cubicBezTo>
                    <a:pt x="-104" y="7294"/>
                    <a:pt x="40" y="5910"/>
                    <a:pt x="2206" y="5217"/>
                  </a:cubicBezTo>
                  <a:cubicBezTo>
                    <a:pt x="4372" y="4525"/>
                    <a:pt x="6249" y="6602"/>
                    <a:pt x="6971" y="8125"/>
                  </a:cubicBezTo>
                  <a:cubicBezTo>
                    <a:pt x="7505" y="9252"/>
                    <a:pt x="7422" y="10802"/>
                    <a:pt x="7292" y="11587"/>
                  </a:cubicBezTo>
                  <a:moveTo>
                    <a:pt x="7260" y="11763"/>
                  </a:moveTo>
                  <a:cubicBezTo>
                    <a:pt x="7271" y="11709"/>
                    <a:pt x="7281" y="11651"/>
                    <a:pt x="7292" y="11587"/>
                  </a:cubicBezTo>
                  <a:moveTo>
                    <a:pt x="5816" y="9772"/>
                  </a:moveTo>
                  <a:cubicBezTo>
                    <a:pt x="6435" y="10404"/>
                    <a:pt x="6984" y="11127"/>
                    <a:pt x="7292" y="11587"/>
                  </a:cubicBezTo>
                  <a:moveTo>
                    <a:pt x="4083" y="8541"/>
                  </a:moveTo>
                  <a:cubicBezTo>
                    <a:pt x="4450" y="8646"/>
                    <a:pt x="4848" y="8903"/>
                    <a:pt x="5239" y="9233"/>
                  </a:cubicBezTo>
                  <a:moveTo>
                    <a:pt x="4083" y="9772"/>
                  </a:moveTo>
                  <a:cubicBezTo>
                    <a:pt x="4892" y="9982"/>
                    <a:pt x="5575" y="9860"/>
                    <a:pt x="5816" y="9772"/>
                  </a:cubicBezTo>
                  <a:moveTo>
                    <a:pt x="5239" y="9233"/>
                  </a:moveTo>
                  <a:cubicBezTo>
                    <a:pt x="5434" y="9398"/>
                    <a:pt x="5628" y="9581"/>
                    <a:pt x="5816" y="9772"/>
                  </a:cubicBezTo>
                  <a:moveTo>
                    <a:pt x="4949" y="7433"/>
                  </a:moveTo>
                  <a:cubicBezTo>
                    <a:pt x="5412" y="7765"/>
                    <a:pt x="5335" y="8771"/>
                    <a:pt x="5239" y="9233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2" name="Rounded Rectangle 23"/>
            <p:cNvSpPr/>
            <p:nvPr/>
          </p:nvSpPr>
          <p:spPr>
            <a:xfrm>
              <a:off x="0" y="585550"/>
              <a:ext cx="579121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0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close/>
                  <a:moveTo>
                    <a:pt x="18474" y="18121"/>
                  </a:moveTo>
                  <a:lnTo>
                    <a:pt x="19326" y="18121"/>
                  </a:lnTo>
                  <a:cubicBezTo>
                    <a:pt x="19326" y="19165"/>
                    <a:pt x="19326" y="20875"/>
                    <a:pt x="18474" y="21600"/>
                  </a:cubicBezTo>
                  <a:lnTo>
                    <a:pt x="3126" y="21600"/>
                  </a:lnTo>
                  <a:cubicBezTo>
                    <a:pt x="2330" y="20788"/>
                    <a:pt x="2226" y="18942"/>
                    <a:pt x="2274" y="18121"/>
                  </a:cubicBezTo>
                  <a:lnTo>
                    <a:pt x="3126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20747" y="2030"/>
                  </a:move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1815" y="8843"/>
                  </a:moveTo>
                  <a:lnTo>
                    <a:pt x="853" y="2030"/>
                  </a:lnTo>
                  <a:moveTo>
                    <a:pt x="19611" y="10075"/>
                  </a:moveTo>
                  <a:lnTo>
                    <a:pt x="18474" y="18121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611" y="10075"/>
                  </a:moveTo>
                  <a:lnTo>
                    <a:pt x="1989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785" y="8843"/>
                  </a:moveTo>
                  <a:lnTo>
                    <a:pt x="19611" y="10075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96" name="Group 27"/>
          <p:cNvGrpSpPr/>
          <p:nvPr/>
        </p:nvGrpSpPr>
        <p:grpSpPr>
          <a:xfrm>
            <a:off x="3926792" y="3233618"/>
            <a:ext cx="579121" cy="911661"/>
            <a:chOff x="0" y="0"/>
            <a:chExt cx="579119" cy="911660"/>
          </a:xfrm>
        </p:grpSpPr>
        <p:sp>
          <p:nvSpPr>
            <p:cNvPr id="194" name="Rounded Rectangle 25"/>
            <p:cNvSpPr/>
            <p:nvPr/>
          </p:nvSpPr>
          <p:spPr>
            <a:xfrm>
              <a:off x="26669" y="-1"/>
              <a:ext cx="529591" cy="3439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6" extrusionOk="0">
                  <a:moveTo>
                    <a:pt x="0" y="21196"/>
                  </a:moveTo>
                  <a:cubicBezTo>
                    <a:pt x="363" y="20492"/>
                    <a:pt x="1834" y="19083"/>
                    <a:pt x="4817" y="19083"/>
                  </a:cubicBezTo>
                  <a:cubicBezTo>
                    <a:pt x="8547" y="19083"/>
                    <a:pt x="8081" y="17674"/>
                    <a:pt x="9013" y="17439"/>
                  </a:cubicBezTo>
                  <a:cubicBezTo>
                    <a:pt x="9608" y="17289"/>
                    <a:pt x="10900" y="17044"/>
                    <a:pt x="12121" y="17008"/>
                  </a:cubicBezTo>
                  <a:cubicBezTo>
                    <a:pt x="12812" y="16988"/>
                    <a:pt x="13480" y="17035"/>
                    <a:pt x="13986" y="17205"/>
                  </a:cubicBezTo>
                  <a:cubicBezTo>
                    <a:pt x="15384" y="17674"/>
                    <a:pt x="16627" y="19083"/>
                    <a:pt x="18181" y="19083"/>
                  </a:cubicBezTo>
                  <a:cubicBezTo>
                    <a:pt x="19424" y="19083"/>
                    <a:pt x="20978" y="20335"/>
                    <a:pt x="21600" y="20961"/>
                  </a:cubicBezTo>
                  <a:lnTo>
                    <a:pt x="0" y="21196"/>
                  </a:lnTo>
                  <a:moveTo>
                    <a:pt x="12587" y="12039"/>
                  </a:moveTo>
                  <a:cubicBezTo>
                    <a:pt x="13053" y="10396"/>
                    <a:pt x="15850" y="9457"/>
                    <a:pt x="16317" y="6170"/>
                  </a:cubicBezTo>
                  <a:cubicBezTo>
                    <a:pt x="16783" y="2883"/>
                    <a:pt x="16006" y="535"/>
                    <a:pt x="14452" y="66"/>
                  </a:cubicBezTo>
                  <a:cubicBezTo>
                    <a:pt x="12898" y="-404"/>
                    <a:pt x="11021" y="1708"/>
                    <a:pt x="10878" y="4526"/>
                  </a:cubicBezTo>
                  <a:cubicBezTo>
                    <a:pt x="10722" y="7579"/>
                    <a:pt x="11188" y="10161"/>
                    <a:pt x="12587" y="12039"/>
                  </a:cubicBezTo>
                </a:path>
              </a:pathLst>
            </a:custGeom>
            <a:solidFill>
              <a:srgbClr val="F7943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5" name="Rounded Rectangle 26"/>
            <p:cNvSpPr/>
            <p:nvPr/>
          </p:nvSpPr>
          <p:spPr>
            <a:xfrm>
              <a:off x="0" y="343971"/>
              <a:ext cx="579120" cy="567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0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F7943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199" name="Group 30"/>
          <p:cNvGrpSpPr/>
          <p:nvPr/>
        </p:nvGrpSpPr>
        <p:grpSpPr>
          <a:xfrm>
            <a:off x="3926792" y="3233614"/>
            <a:ext cx="579121" cy="911663"/>
            <a:chOff x="0" y="0"/>
            <a:chExt cx="579119" cy="911661"/>
          </a:xfrm>
        </p:grpSpPr>
        <p:sp>
          <p:nvSpPr>
            <p:cNvPr id="197" name="Rounded Rectangle 28"/>
            <p:cNvSpPr/>
            <p:nvPr/>
          </p:nvSpPr>
          <p:spPr>
            <a:xfrm>
              <a:off x="26669" y="-1"/>
              <a:ext cx="529591" cy="343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6" extrusionOk="0">
                  <a:moveTo>
                    <a:pt x="12121" y="17008"/>
                  </a:moveTo>
                  <a:cubicBezTo>
                    <a:pt x="10900" y="17044"/>
                    <a:pt x="9608" y="17290"/>
                    <a:pt x="9013" y="17439"/>
                  </a:cubicBezTo>
                  <a:cubicBezTo>
                    <a:pt x="8081" y="17674"/>
                    <a:pt x="8547" y="19083"/>
                    <a:pt x="4817" y="19083"/>
                  </a:cubicBezTo>
                  <a:cubicBezTo>
                    <a:pt x="1834" y="19083"/>
                    <a:pt x="363" y="20492"/>
                    <a:pt x="0" y="21196"/>
                  </a:cubicBezTo>
                  <a:lnTo>
                    <a:pt x="21600" y="20961"/>
                  </a:lnTo>
                  <a:cubicBezTo>
                    <a:pt x="20978" y="20335"/>
                    <a:pt x="19424" y="19083"/>
                    <a:pt x="18181" y="19083"/>
                  </a:cubicBezTo>
                  <a:cubicBezTo>
                    <a:pt x="16627" y="19083"/>
                    <a:pt x="15384" y="17674"/>
                    <a:pt x="13986" y="17205"/>
                  </a:cubicBezTo>
                  <a:cubicBezTo>
                    <a:pt x="13480" y="17035"/>
                    <a:pt x="12812" y="16988"/>
                    <a:pt x="12121" y="17008"/>
                  </a:cubicBezTo>
                  <a:close/>
                  <a:moveTo>
                    <a:pt x="12121" y="17008"/>
                  </a:moveTo>
                  <a:cubicBezTo>
                    <a:pt x="12121" y="15900"/>
                    <a:pt x="12214" y="13354"/>
                    <a:pt x="12587" y="12039"/>
                  </a:cubicBezTo>
                  <a:moveTo>
                    <a:pt x="12587" y="12039"/>
                  </a:moveTo>
                  <a:cubicBezTo>
                    <a:pt x="13053" y="10396"/>
                    <a:pt x="15850" y="9457"/>
                    <a:pt x="16317" y="6170"/>
                  </a:cubicBezTo>
                  <a:cubicBezTo>
                    <a:pt x="16783" y="2883"/>
                    <a:pt x="16006" y="535"/>
                    <a:pt x="14452" y="66"/>
                  </a:cubicBezTo>
                  <a:cubicBezTo>
                    <a:pt x="12898" y="-404"/>
                    <a:pt x="11021" y="1708"/>
                    <a:pt x="10878" y="4526"/>
                  </a:cubicBezTo>
                  <a:cubicBezTo>
                    <a:pt x="10722" y="7579"/>
                    <a:pt x="11188" y="10161"/>
                    <a:pt x="12587" y="12039"/>
                  </a:cubicBezTo>
                  <a:close/>
                  <a:moveTo>
                    <a:pt x="12648" y="8518"/>
                  </a:moveTo>
                  <a:cubicBezTo>
                    <a:pt x="12507" y="9896"/>
                    <a:pt x="12530" y="11257"/>
                    <a:pt x="12587" y="12039"/>
                  </a:cubicBezTo>
                  <a:moveTo>
                    <a:pt x="13364" y="5466"/>
                  </a:moveTo>
                  <a:cubicBezTo>
                    <a:pt x="13115" y="6003"/>
                    <a:pt x="12937" y="6654"/>
                    <a:pt x="12811" y="7344"/>
                  </a:cubicBezTo>
                  <a:moveTo>
                    <a:pt x="14141" y="6875"/>
                  </a:moveTo>
                  <a:cubicBezTo>
                    <a:pt x="14141" y="7626"/>
                    <a:pt x="13145" y="8283"/>
                    <a:pt x="12648" y="8518"/>
                  </a:cubicBezTo>
                  <a:moveTo>
                    <a:pt x="12811" y="7344"/>
                  </a:moveTo>
                  <a:cubicBezTo>
                    <a:pt x="12741" y="7728"/>
                    <a:pt x="12688" y="8124"/>
                    <a:pt x="12648" y="8518"/>
                  </a:cubicBezTo>
                  <a:moveTo>
                    <a:pt x="12811" y="7344"/>
                  </a:moveTo>
                  <a:cubicBezTo>
                    <a:pt x="12633" y="7031"/>
                    <a:pt x="12276" y="6218"/>
                    <a:pt x="12276" y="5466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8" name="Rounded Rectangle 29"/>
            <p:cNvSpPr/>
            <p:nvPr/>
          </p:nvSpPr>
          <p:spPr>
            <a:xfrm>
              <a:off x="0" y="343971"/>
              <a:ext cx="579120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26" y="18121"/>
                  </a:moveTo>
                  <a:lnTo>
                    <a:pt x="2274" y="18121"/>
                  </a:lnTo>
                  <a:cubicBezTo>
                    <a:pt x="2226" y="18942"/>
                    <a:pt x="2330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853" y="2030"/>
                  </a:moveTo>
                  <a:lnTo>
                    <a:pt x="284" y="203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316" y="2030"/>
                  </a:lnTo>
                  <a:lnTo>
                    <a:pt x="20747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853" y="2030"/>
                  </a:moveTo>
                  <a:lnTo>
                    <a:pt x="1815" y="8843"/>
                  </a:lnTo>
                  <a:moveTo>
                    <a:pt x="18474" y="18121"/>
                  </a:moveTo>
                  <a:lnTo>
                    <a:pt x="19611" y="10075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89" y="10075"/>
                  </a:moveTo>
                  <a:lnTo>
                    <a:pt x="19611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611" y="10075"/>
                  </a:moveTo>
                  <a:lnTo>
                    <a:pt x="19785" y="8843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202" name="Group 33"/>
          <p:cNvGrpSpPr/>
          <p:nvPr/>
        </p:nvGrpSpPr>
        <p:grpSpPr>
          <a:xfrm>
            <a:off x="2303731" y="2747009"/>
            <a:ext cx="922022" cy="1398272"/>
            <a:chOff x="0" y="0"/>
            <a:chExt cx="922020" cy="1398270"/>
          </a:xfrm>
        </p:grpSpPr>
        <p:sp>
          <p:nvSpPr>
            <p:cNvPr id="200" name="Rounded Rectangle 31"/>
            <p:cNvSpPr/>
            <p:nvPr/>
          </p:nvSpPr>
          <p:spPr>
            <a:xfrm>
              <a:off x="-1" y="-1"/>
              <a:ext cx="918211" cy="830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515" y="21600"/>
                  </a:moveTo>
                  <a:cubicBezTo>
                    <a:pt x="8783" y="21237"/>
                    <a:pt x="9733" y="20530"/>
                    <a:pt x="11383" y="20609"/>
                  </a:cubicBezTo>
                  <a:cubicBezTo>
                    <a:pt x="13032" y="20688"/>
                    <a:pt x="14221" y="21303"/>
                    <a:pt x="14609" y="21600"/>
                  </a:cubicBezTo>
                  <a:cubicBezTo>
                    <a:pt x="14490" y="20807"/>
                    <a:pt x="14430" y="19143"/>
                    <a:pt x="15147" y="18826"/>
                  </a:cubicBezTo>
                  <a:cubicBezTo>
                    <a:pt x="15306" y="18756"/>
                    <a:pt x="15456" y="18736"/>
                    <a:pt x="15595" y="18752"/>
                  </a:cubicBezTo>
                  <a:cubicBezTo>
                    <a:pt x="16085" y="18809"/>
                    <a:pt x="16441" y="19310"/>
                    <a:pt x="16581" y="19618"/>
                  </a:cubicBezTo>
                  <a:cubicBezTo>
                    <a:pt x="16760" y="20015"/>
                    <a:pt x="17155" y="20966"/>
                    <a:pt x="17298" y="21600"/>
                  </a:cubicBezTo>
                  <a:cubicBezTo>
                    <a:pt x="17507" y="21204"/>
                    <a:pt x="18284" y="20451"/>
                    <a:pt x="19718" y="20609"/>
                  </a:cubicBezTo>
                  <a:cubicBezTo>
                    <a:pt x="21152" y="20768"/>
                    <a:pt x="21570" y="21336"/>
                    <a:pt x="21600" y="21600"/>
                  </a:cubicBezTo>
                  <a:lnTo>
                    <a:pt x="8515" y="21600"/>
                  </a:lnTo>
                  <a:moveTo>
                    <a:pt x="14251" y="18033"/>
                  </a:moveTo>
                  <a:cubicBezTo>
                    <a:pt x="14639" y="18033"/>
                    <a:pt x="15434" y="17756"/>
                    <a:pt x="15505" y="16646"/>
                  </a:cubicBezTo>
                  <a:cubicBezTo>
                    <a:pt x="15595" y="15259"/>
                    <a:pt x="15864" y="15061"/>
                    <a:pt x="15864" y="14565"/>
                  </a:cubicBezTo>
                  <a:cubicBezTo>
                    <a:pt x="15864" y="14242"/>
                    <a:pt x="15712" y="13835"/>
                    <a:pt x="15259" y="13673"/>
                  </a:cubicBezTo>
                  <a:cubicBezTo>
                    <a:pt x="15017" y="13587"/>
                    <a:pt x="14688" y="13570"/>
                    <a:pt x="14251" y="13673"/>
                  </a:cubicBezTo>
                  <a:cubicBezTo>
                    <a:pt x="13247" y="13911"/>
                    <a:pt x="12996" y="15754"/>
                    <a:pt x="12996" y="16646"/>
                  </a:cubicBezTo>
                  <a:cubicBezTo>
                    <a:pt x="12996" y="17042"/>
                    <a:pt x="13247" y="17874"/>
                    <a:pt x="14251" y="18033"/>
                  </a:cubicBezTo>
                  <a:moveTo>
                    <a:pt x="0" y="5648"/>
                  </a:moveTo>
                  <a:cubicBezTo>
                    <a:pt x="1344" y="5813"/>
                    <a:pt x="5646" y="6738"/>
                    <a:pt x="7349" y="8125"/>
                  </a:cubicBezTo>
                  <a:cubicBezTo>
                    <a:pt x="9052" y="9512"/>
                    <a:pt x="10934" y="9116"/>
                    <a:pt x="12637" y="9215"/>
                  </a:cubicBezTo>
                  <a:cubicBezTo>
                    <a:pt x="12740" y="9228"/>
                    <a:pt x="12862" y="9245"/>
                    <a:pt x="12996" y="9266"/>
                  </a:cubicBezTo>
                  <a:cubicBezTo>
                    <a:pt x="13623" y="10902"/>
                    <a:pt x="13892" y="11295"/>
                    <a:pt x="14340" y="11791"/>
                  </a:cubicBezTo>
                  <a:cubicBezTo>
                    <a:pt x="14699" y="12187"/>
                    <a:pt x="15102" y="12154"/>
                    <a:pt x="15259" y="12088"/>
                  </a:cubicBezTo>
                  <a:cubicBezTo>
                    <a:pt x="15341" y="12319"/>
                    <a:pt x="15685" y="12782"/>
                    <a:pt x="16402" y="12782"/>
                  </a:cubicBezTo>
                  <a:cubicBezTo>
                    <a:pt x="16956" y="12782"/>
                    <a:pt x="17189" y="12189"/>
                    <a:pt x="17266" y="11692"/>
                  </a:cubicBezTo>
                  <a:cubicBezTo>
                    <a:pt x="17289" y="11546"/>
                    <a:pt x="17298" y="11408"/>
                    <a:pt x="17298" y="11295"/>
                  </a:cubicBezTo>
                  <a:cubicBezTo>
                    <a:pt x="17298" y="10404"/>
                    <a:pt x="17298" y="8303"/>
                    <a:pt x="17298" y="7035"/>
                  </a:cubicBezTo>
                  <a:cubicBezTo>
                    <a:pt x="17298" y="5767"/>
                    <a:pt x="16700" y="4921"/>
                    <a:pt x="16402" y="4657"/>
                  </a:cubicBezTo>
                  <a:cubicBezTo>
                    <a:pt x="15685" y="3765"/>
                    <a:pt x="14036" y="1823"/>
                    <a:pt x="13175" y="1189"/>
                  </a:cubicBezTo>
                  <a:cubicBezTo>
                    <a:pt x="12100" y="396"/>
                    <a:pt x="11383" y="991"/>
                    <a:pt x="7977" y="1387"/>
                  </a:cubicBezTo>
                  <a:cubicBezTo>
                    <a:pt x="5252" y="1704"/>
                    <a:pt x="1434" y="594"/>
                    <a:pt x="0" y="0"/>
                  </a:cubicBezTo>
                  <a:lnTo>
                    <a:pt x="0" y="5648"/>
                  </a:lnTo>
                </a:path>
              </a:pathLst>
            </a:custGeom>
            <a:solidFill>
              <a:srgbClr val="FFE7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01" name="Rounded Rectangle 32"/>
            <p:cNvSpPr/>
            <p:nvPr/>
          </p:nvSpPr>
          <p:spPr>
            <a:xfrm>
              <a:off x="342899" y="830580"/>
              <a:ext cx="579122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74" y="18121"/>
                  </a:move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lnTo>
                    <a:pt x="19611" y="10075"/>
                  </a:lnTo>
                  <a:lnTo>
                    <a:pt x="19785" y="8843"/>
                  </a:lnTo>
                  <a:lnTo>
                    <a:pt x="20747" y="2030"/>
                  </a:lnTo>
                  <a:lnTo>
                    <a:pt x="21316" y="203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284" y="2030"/>
                  </a:lnTo>
                  <a:lnTo>
                    <a:pt x="853" y="2030"/>
                  </a:lnTo>
                  <a:lnTo>
                    <a:pt x="1815" y="8843"/>
                  </a:lnTo>
                  <a:lnTo>
                    <a:pt x="1989" y="10075"/>
                  </a:lnTo>
                  <a:lnTo>
                    <a:pt x="3126" y="18121"/>
                  </a:lnTo>
                  <a:lnTo>
                    <a:pt x="2274" y="18121"/>
                  </a:lnTo>
                </a:path>
              </a:pathLst>
            </a:custGeom>
            <a:solidFill>
              <a:srgbClr val="FFE71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grpSp>
        <p:nvGrpSpPr>
          <p:cNvPr id="205" name="Group 36"/>
          <p:cNvGrpSpPr/>
          <p:nvPr/>
        </p:nvGrpSpPr>
        <p:grpSpPr>
          <a:xfrm>
            <a:off x="2303731" y="2747010"/>
            <a:ext cx="922022" cy="1398271"/>
            <a:chOff x="0" y="0"/>
            <a:chExt cx="922020" cy="1398270"/>
          </a:xfrm>
        </p:grpSpPr>
        <p:sp>
          <p:nvSpPr>
            <p:cNvPr id="203" name="Rounded Rectangle 34"/>
            <p:cNvSpPr/>
            <p:nvPr/>
          </p:nvSpPr>
          <p:spPr>
            <a:xfrm>
              <a:off x="-1" y="0"/>
              <a:ext cx="918211" cy="830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95" y="18752"/>
                  </a:moveTo>
                  <a:cubicBezTo>
                    <a:pt x="15456" y="18736"/>
                    <a:pt x="15306" y="18756"/>
                    <a:pt x="15147" y="18826"/>
                  </a:cubicBezTo>
                  <a:cubicBezTo>
                    <a:pt x="14430" y="19143"/>
                    <a:pt x="14490" y="20807"/>
                    <a:pt x="14609" y="21600"/>
                  </a:cubicBezTo>
                  <a:cubicBezTo>
                    <a:pt x="14221" y="21303"/>
                    <a:pt x="13032" y="20688"/>
                    <a:pt x="11383" y="20609"/>
                  </a:cubicBezTo>
                  <a:cubicBezTo>
                    <a:pt x="9733" y="20530"/>
                    <a:pt x="8783" y="21237"/>
                    <a:pt x="8515" y="21600"/>
                  </a:cubicBezTo>
                  <a:lnTo>
                    <a:pt x="21600" y="21600"/>
                  </a:lnTo>
                  <a:cubicBezTo>
                    <a:pt x="21570" y="21336"/>
                    <a:pt x="21152" y="20768"/>
                    <a:pt x="19718" y="20609"/>
                  </a:cubicBezTo>
                  <a:cubicBezTo>
                    <a:pt x="18284" y="20451"/>
                    <a:pt x="17507" y="21204"/>
                    <a:pt x="17298" y="21600"/>
                  </a:cubicBezTo>
                  <a:cubicBezTo>
                    <a:pt x="17155" y="20966"/>
                    <a:pt x="16760" y="20015"/>
                    <a:pt x="16581" y="19618"/>
                  </a:cubicBezTo>
                  <a:cubicBezTo>
                    <a:pt x="16441" y="19310"/>
                    <a:pt x="16085" y="18809"/>
                    <a:pt x="15595" y="18752"/>
                  </a:cubicBezTo>
                  <a:close/>
                  <a:moveTo>
                    <a:pt x="15864" y="20609"/>
                  </a:moveTo>
                  <a:cubicBezTo>
                    <a:pt x="15505" y="20134"/>
                    <a:pt x="15535" y="19173"/>
                    <a:pt x="15595" y="18752"/>
                  </a:cubicBezTo>
                  <a:moveTo>
                    <a:pt x="15259" y="13673"/>
                  </a:moveTo>
                  <a:cubicBezTo>
                    <a:pt x="15712" y="13836"/>
                    <a:pt x="15864" y="14242"/>
                    <a:pt x="15864" y="14565"/>
                  </a:cubicBezTo>
                  <a:cubicBezTo>
                    <a:pt x="15864" y="15061"/>
                    <a:pt x="15595" y="15259"/>
                    <a:pt x="15505" y="16646"/>
                  </a:cubicBezTo>
                  <a:cubicBezTo>
                    <a:pt x="15434" y="17756"/>
                    <a:pt x="14639" y="18033"/>
                    <a:pt x="14251" y="18033"/>
                  </a:cubicBezTo>
                  <a:cubicBezTo>
                    <a:pt x="13247" y="17874"/>
                    <a:pt x="12996" y="17042"/>
                    <a:pt x="12996" y="16646"/>
                  </a:cubicBezTo>
                  <a:cubicBezTo>
                    <a:pt x="12996" y="15754"/>
                    <a:pt x="13247" y="13911"/>
                    <a:pt x="14251" y="13673"/>
                  </a:cubicBezTo>
                  <a:cubicBezTo>
                    <a:pt x="14688" y="13570"/>
                    <a:pt x="15017" y="13587"/>
                    <a:pt x="15259" y="13673"/>
                  </a:cubicBezTo>
                  <a:close/>
                  <a:moveTo>
                    <a:pt x="14340" y="15952"/>
                  </a:moveTo>
                  <a:cubicBezTo>
                    <a:pt x="14412" y="14605"/>
                    <a:pt x="14983" y="13872"/>
                    <a:pt x="15259" y="13673"/>
                  </a:cubicBezTo>
                  <a:moveTo>
                    <a:pt x="11651" y="4161"/>
                  </a:moveTo>
                  <a:cubicBezTo>
                    <a:pt x="10934" y="4459"/>
                    <a:pt x="10845" y="5450"/>
                    <a:pt x="11383" y="6044"/>
                  </a:cubicBezTo>
                  <a:cubicBezTo>
                    <a:pt x="11920" y="6639"/>
                    <a:pt x="12100" y="6440"/>
                    <a:pt x="12996" y="7035"/>
                  </a:cubicBezTo>
                  <a:cubicBezTo>
                    <a:pt x="13417" y="7314"/>
                    <a:pt x="13720" y="7506"/>
                    <a:pt x="14071" y="7672"/>
                  </a:cubicBezTo>
                  <a:moveTo>
                    <a:pt x="15259" y="12088"/>
                  </a:moveTo>
                  <a:cubicBezTo>
                    <a:pt x="15341" y="12319"/>
                    <a:pt x="15685" y="12782"/>
                    <a:pt x="16402" y="12782"/>
                  </a:cubicBezTo>
                  <a:cubicBezTo>
                    <a:pt x="16956" y="12782"/>
                    <a:pt x="17189" y="12189"/>
                    <a:pt x="17266" y="11692"/>
                  </a:cubicBezTo>
                  <a:moveTo>
                    <a:pt x="15259" y="12088"/>
                  </a:moveTo>
                  <a:cubicBezTo>
                    <a:pt x="15102" y="12154"/>
                    <a:pt x="14699" y="12187"/>
                    <a:pt x="14340" y="11791"/>
                  </a:cubicBezTo>
                  <a:cubicBezTo>
                    <a:pt x="13892" y="11295"/>
                    <a:pt x="13623" y="10902"/>
                    <a:pt x="12996" y="9266"/>
                  </a:cubicBezTo>
                  <a:moveTo>
                    <a:pt x="15002" y="10998"/>
                  </a:moveTo>
                  <a:cubicBezTo>
                    <a:pt x="15013" y="11096"/>
                    <a:pt x="15030" y="11195"/>
                    <a:pt x="15057" y="11295"/>
                  </a:cubicBezTo>
                  <a:cubicBezTo>
                    <a:pt x="15129" y="11692"/>
                    <a:pt x="15222" y="11989"/>
                    <a:pt x="15259" y="12088"/>
                  </a:cubicBezTo>
                  <a:moveTo>
                    <a:pt x="12996" y="9266"/>
                  </a:moveTo>
                  <a:cubicBezTo>
                    <a:pt x="12862" y="9245"/>
                    <a:pt x="12740" y="9228"/>
                    <a:pt x="12637" y="9215"/>
                  </a:cubicBezTo>
                  <a:cubicBezTo>
                    <a:pt x="10934" y="9116"/>
                    <a:pt x="9052" y="9512"/>
                    <a:pt x="7349" y="8125"/>
                  </a:cubicBezTo>
                  <a:cubicBezTo>
                    <a:pt x="5646" y="6738"/>
                    <a:pt x="1344" y="5813"/>
                    <a:pt x="0" y="5648"/>
                  </a:cubicBezTo>
                  <a:lnTo>
                    <a:pt x="0" y="0"/>
                  </a:lnTo>
                  <a:cubicBezTo>
                    <a:pt x="1434" y="594"/>
                    <a:pt x="5252" y="1704"/>
                    <a:pt x="7977" y="1387"/>
                  </a:cubicBezTo>
                  <a:cubicBezTo>
                    <a:pt x="11383" y="991"/>
                    <a:pt x="12100" y="396"/>
                    <a:pt x="13175" y="1189"/>
                  </a:cubicBezTo>
                  <a:cubicBezTo>
                    <a:pt x="14036" y="1823"/>
                    <a:pt x="15685" y="3765"/>
                    <a:pt x="16402" y="4657"/>
                  </a:cubicBezTo>
                  <a:cubicBezTo>
                    <a:pt x="16700" y="4921"/>
                    <a:pt x="17298" y="5767"/>
                    <a:pt x="17298" y="7035"/>
                  </a:cubicBezTo>
                  <a:cubicBezTo>
                    <a:pt x="17298" y="8303"/>
                    <a:pt x="17298" y="10404"/>
                    <a:pt x="17298" y="11295"/>
                  </a:cubicBezTo>
                  <a:cubicBezTo>
                    <a:pt x="17298" y="11408"/>
                    <a:pt x="17289" y="11546"/>
                    <a:pt x="17266" y="11692"/>
                  </a:cubicBezTo>
                  <a:moveTo>
                    <a:pt x="12996" y="9266"/>
                  </a:moveTo>
                  <a:cubicBezTo>
                    <a:pt x="13399" y="9326"/>
                    <a:pt x="13921" y="9414"/>
                    <a:pt x="14430" y="9519"/>
                  </a:cubicBezTo>
                  <a:moveTo>
                    <a:pt x="12727" y="3963"/>
                  </a:moveTo>
                  <a:lnTo>
                    <a:pt x="14699" y="5747"/>
                  </a:lnTo>
                  <a:cubicBezTo>
                    <a:pt x="14968" y="5978"/>
                    <a:pt x="15505" y="6619"/>
                    <a:pt x="15505" y="7332"/>
                  </a:cubicBezTo>
                  <a:cubicBezTo>
                    <a:pt x="15505" y="7649"/>
                    <a:pt x="15505" y="8025"/>
                    <a:pt x="15505" y="8174"/>
                  </a:cubicBezTo>
                  <a:moveTo>
                    <a:pt x="15505" y="8174"/>
                  </a:moveTo>
                  <a:cubicBezTo>
                    <a:pt x="15563" y="8190"/>
                    <a:pt x="15623" y="8207"/>
                    <a:pt x="15685" y="8224"/>
                  </a:cubicBezTo>
                  <a:cubicBezTo>
                    <a:pt x="17119" y="8620"/>
                    <a:pt x="17298" y="9017"/>
                    <a:pt x="17298" y="9413"/>
                  </a:cubicBezTo>
                  <a:cubicBezTo>
                    <a:pt x="17298" y="9658"/>
                    <a:pt x="17126" y="9942"/>
                    <a:pt x="16760" y="10028"/>
                  </a:cubicBezTo>
                  <a:moveTo>
                    <a:pt x="15505" y="8174"/>
                  </a:moveTo>
                  <a:cubicBezTo>
                    <a:pt x="14851" y="7989"/>
                    <a:pt x="14435" y="7844"/>
                    <a:pt x="14071" y="7672"/>
                  </a:cubicBezTo>
                  <a:moveTo>
                    <a:pt x="14071" y="7672"/>
                  </a:moveTo>
                  <a:cubicBezTo>
                    <a:pt x="14000" y="7152"/>
                    <a:pt x="13683" y="6700"/>
                    <a:pt x="13534" y="6539"/>
                  </a:cubicBezTo>
                  <a:lnTo>
                    <a:pt x="12548" y="5648"/>
                  </a:lnTo>
                  <a:moveTo>
                    <a:pt x="15259" y="9713"/>
                  </a:moveTo>
                  <a:cubicBezTo>
                    <a:pt x="15489" y="9776"/>
                    <a:pt x="15697" y="9841"/>
                    <a:pt x="15864" y="9908"/>
                  </a:cubicBezTo>
                  <a:cubicBezTo>
                    <a:pt x="15958" y="9946"/>
                    <a:pt x="16048" y="9976"/>
                    <a:pt x="16133" y="9999"/>
                  </a:cubicBezTo>
                  <a:moveTo>
                    <a:pt x="14430" y="9519"/>
                  </a:moveTo>
                  <a:cubicBezTo>
                    <a:pt x="14718" y="9579"/>
                    <a:pt x="15003" y="9644"/>
                    <a:pt x="15259" y="9713"/>
                  </a:cubicBezTo>
                  <a:moveTo>
                    <a:pt x="15002" y="10998"/>
                  </a:moveTo>
                  <a:cubicBezTo>
                    <a:pt x="14941" y="10425"/>
                    <a:pt x="15136" y="9919"/>
                    <a:pt x="15259" y="9713"/>
                  </a:cubicBezTo>
                  <a:moveTo>
                    <a:pt x="14430" y="9519"/>
                  </a:moveTo>
                  <a:cubicBezTo>
                    <a:pt x="14513" y="9880"/>
                    <a:pt x="14743" y="10681"/>
                    <a:pt x="15002" y="10998"/>
                  </a:cubicBezTo>
                  <a:moveTo>
                    <a:pt x="16133" y="9999"/>
                  </a:moveTo>
                  <a:cubicBezTo>
                    <a:pt x="16073" y="10200"/>
                    <a:pt x="15989" y="10741"/>
                    <a:pt x="16133" y="11295"/>
                  </a:cubicBezTo>
                  <a:moveTo>
                    <a:pt x="16133" y="9999"/>
                  </a:moveTo>
                  <a:cubicBezTo>
                    <a:pt x="16384" y="10065"/>
                    <a:pt x="16592" y="10067"/>
                    <a:pt x="16760" y="10028"/>
                  </a:cubicBezTo>
                  <a:moveTo>
                    <a:pt x="16760" y="10028"/>
                  </a:moveTo>
                  <a:cubicBezTo>
                    <a:pt x="16617" y="10520"/>
                    <a:pt x="17038" y="11342"/>
                    <a:pt x="17266" y="11692"/>
                  </a:cubicBez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04" name="Rounded Rectangle 35"/>
            <p:cNvSpPr/>
            <p:nvPr/>
          </p:nvSpPr>
          <p:spPr>
            <a:xfrm>
              <a:off x="342899" y="830580"/>
              <a:ext cx="579122" cy="567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26" y="18121"/>
                  </a:moveTo>
                  <a:lnTo>
                    <a:pt x="2274" y="18121"/>
                  </a:lnTo>
                  <a:cubicBezTo>
                    <a:pt x="2226" y="18942"/>
                    <a:pt x="2331" y="20788"/>
                    <a:pt x="3126" y="21600"/>
                  </a:cubicBezTo>
                  <a:lnTo>
                    <a:pt x="18474" y="21600"/>
                  </a:lnTo>
                  <a:cubicBezTo>
                    <a:pt x="19326" y="20875"/>
                    <a:pt x="19326" y="19165"/>
                    <a:pt x="19326" y="18121"/>
                  </a:cubicBezTo>
                  <a:lnTo>
                    <a:pt x="18474" y="18121"/>
                  </a:lnTo>
                  <a:moveTo>
                    <a:pt x="18474" y="18121"/>
                  </a:moveTo>
                  <a:lnTo>
                    <a:pt x="3126" y="18121"/>
                  </a:lnTo>
                  <a:moveTo>
                    <a:pt x="3126" y="18121"/>
                  </a:moveTo>
                  <a:lnTo>
                    <a:pt x="1989" y="10075"/>
                  </a:lnTo>
                  <a:moveTo>
                    <a:pt x="853" y="2030"/>
                  </a:moveTo>
                  <a:lnTo>
                    <a:pt x="284" y="203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316" y="2030"/>
                  </a:lnTo>
                  <a:lnTo>
                    <a:pt x="20747" y="2030"/>
                  </a:lnTo>
                  <a:moveTo>
                    <a:pt x="20747" y="2030"/>
                  </a:moveTo>
                  <a:lnTo>
                    <a:pt x="853" y="2030"/>
                  </a:lnTo>
                  <a:moveTo>
                    <a:pt x="853" y="2030"/>
                  </a:moveTo>
                  <a:lnTo>
                    <a:pt x="1815" y="8843"/>
                  </a:lnTo>
                  <a:moveTo>
                    <a:pt x="18474" y="18121"/>
                  </a:moveTo>
                  <a:lnTo>
                    <a:pt x="19611" y="10075"/>
                  </a:lnTo>
                  <a:moveTo>
                    <a:pt x="20747" y="2030"/>
                  </a:moveTo>
                  <a:lnTo>
                    <a:pt x="19785" y="8843"/>
                  </a:lnTo>
                  <a:moveTo>
                    <a:pt x="1989" y="10075"/>
                  </a:moveTo>
                  <a:lnTo>
                    <a:pt x="19611" y="10075"/>
                  </a:lnTo>
                  <a:moveTo>
                    <a:pt x="1989" y="10075"/>
                  </a:moveTo>
                  <a:lnTo>
                    <a:pt x="1815" y="8843"/>
                  </a:lnTo>
                  <a:moveTo>
                    <a:pt x="19611" y="10075"/>
                  </a:moveTo>
                  <a:lnTo>
                    <a:pt x="19785" y="8843"/>
                  </a:lnTo>
                  <a:moveTo>
                    <a:pt x="19785" y="8843"/>
                  </a:moveTo>
                  <a:lnTo>
                    <a:pt x="1815" y="8843"/>
                  </a:lnTo>
                </a:path>
              </a:pathLst>
            </a:custGeom>
            <a:noFill/>
            <a:ln w="11430" cap="flat">
              <a:solidFill>
                <a:srgbClr val="2C2C2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206" name="Rounded Rectangle 37"/>
          <p:cNvSpPr/>
          <p:nvPr/>
        </p:nvSpPr>
        <p:spPr>
          <a:xfrm>
            <a:off x="4063955" y="2310112"/>
            <a:ext cx="1038048" cy="1170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4" h="21428" extrusionOk="0">
                <a:moveTo>
                  <a:pt x="507" y="19500"/>
                </a:moveTo>
                <a:cubicBezTo>
                  <a:pt x="1135" y="20170"/>
                  <a:pt x="1213" y="20965"/>
                  <a:pt x="978" y="21244"/>
                </a:cubicBezTo>
                <a:cubicBezTo>
                  <a:pt x="821" y="21453"/>
                  <a:pt x="349" y="21523"/>
                  <a:pt x="114" y="21244"/>
                </a:cubicBezTo>
                <a:cubicBezTo>
                  <a:pt x="-206" y="20865"/>
                  <a:pt x="218" y="19942"/>
                  <a:pt x="507" y="19500"/>
                </a:cubicBezTo>
                <a:moveTo>
                  <a:pt x="507" y="15734"/>
                </a:moveTo>
                <a:cubicBezTo>
                  <a:pt x="1135" y="16403"/>
                  <a:pt x="1213" y="17198"/>
                  <a:pt x="978" y="17477"/>
                </a:cubicBezTo>
                <a:cubicBezTo>
                  <a:pt x="821" y="17687"/>
                  <a:pt x="349" y="17756"/>
                  <a:pt x="114" y="17477"/>
                </a:cubicBezTo>
                <a:cubicBezTo>
                  <a:pt x="-206" y="17099"/>
                  <a:pt x="218" y="16175"/>
                  <a:pt x="507" y="15734"/>
                </a:cubicBezTo>
                <a:moveTo>
                  <a:pt x="1841" y="12734"/>
                </a:moveTo>
                <a:cubicBezTo>
                  <a:pt x="2469" y="13404"/>
                  <a:pt x="2548" y="14199"/>
                  <a:pt x="2312" y="14478"/>
                </a:cubicBezTo>
                <a:cubicBezTo>
                  <a:pt x="2155" y="14687"/>
                  <a:pt x="1684" y="14757"/>
                  <a:pt x="1449" y="14478"/>
                </a:cubicBezTo>
                <a:cubicBezTo>
                  <a:pt x="1129" y="14099"/>
                  <a:pt x="1553" y="13176"/>
                  <a:pt x="1841" y="12734"/>
                </a:cubicBezTo>
                <a:moveTo>
                  <a:pt x="7260" y="1225"/>
                </a:moveTo>
                <a:cubicBezTo>
                  <a:pt x="7888" y="-3"/>
                  <a:pt x="8568" y="-77"/>
                  <a:pt x="8830" y="39"/>
                </a:cubicBezTo>
                <a:lnTo>
                  <a:pt x="9414" y="175"/>
                </a:lnTo>
                <a:cubicBezTo>
                  <a:pt x="9417" y="179"/>
                  <a:pt x="9420" y="183"/>
                  <a:pt x="9423" y="187"/>
                </a:cubicBezTo>
                <a:lnTo>
                  <a:pt x="19003" y="2419"/>
                </a:lnTo>
                <a:lnTo>
                  <a:pt x="19588" y="2548"/>
                </a:lnTo>
                <a:lnTo>
                  <a:pt x="21394" y="2969"/>
                </a:lnTo>
                <a:lnTo>
                  <a:pt x="17860" y="11618"/>
                </a:lnTo>
                <a:lnTo>
                  <a:pt x="16918" y="11269"/>
                </a:lnTo>
                <a:lnTo>
                  <a:pt x="1684" y="11548"/>
                </a:lnTo>
                <a:lnTo>
                  <a:pt x="1998" y="10711"/>
                </a:lnTo>
                <a:lnTo>
                  <a:pt x="11814" y="9177"/>
                </a:lnTo>
                <a:lnTo>
                  <a:pt x="4747" y="6317"/>
                </a:lnTo>
                <a:cubicBezTo>
                  <a:pt x="4040" y="5968"/>
                  <a:pt x="4040" y="4643"/>
                  <a:pt x="5139" y="4015"/>
                </a:cubicBezTo>
                <a:cubicBezTo>
                  <a:pt x="6239" y="3387"/>
                  <a:pt x="6474" y="2760"/>
                  <a:pt x="7260" y="1225"/>
                </a:cubicBezTo>
              </a:path>
            </a:pathLst>
          </a:custGeom>
          <a:solidFill>
            <a:srgbClr val="E8E8E8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07" name="Rounded Rectangle 38"/>
          <p:cNvSpPr/>
          <p:nvPr/>
        </p:nvSpPr>
        <p:spPr>
          <a:xfrm>
            <a:off x="4063951" y="2057399"/>
            <a:ext cx="1038047" cy="1423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4" h="21121" extrusionOk="0">
                <a:moveTo>
                  <a:pt x="114" y="17918"/>
                </a:moveTo>
                <a:cubicBezTo>
                  <a:pt x="-206" y="17611"/>
                  <a:pt x="218" y="16863"/>
                  <a:pt x="506" y="16505"/>
                </a:cubicBezTo>
                <a:cubicBezTo>
                  <a:pt x="1135" y="17048"/>
                  <a:pt x="1213" y="17692"/>
                  <a:pt x="978" y="17918"/>
                </a:cubicBezTo>
                <a:cubicBezTo>
                  <a:pt x="821" y="18088"/>
                  <a:pt x="349" y="18145"/>
                  <a:pt x="114" y="17918"/>
                </a:cubicBezTo>
                <a:close/>
                <a:moveTo>
                  <a:pt x="114" y="20972"/>
                </a:moveTo>
                <a:cubicBezTo>
                  <a:pt x="-206" y="20665"/>
                  <a:pt x="218" y="19916"/>
                  <a:pt x="506" y="19558"/>
                </a:cubicBezTo>
                <a:cubicBezTo>
                  <a:pt x="1135" y="20101"/>
                  <a:pt x="1213" y="20746"/>
                  <a:pt x="978" y="20972"/>
                </a:cubicBezTo>
                <a:cubicBezTo>
                  <a:pt x="821" y="21141"/>
                  <a:pt x="349" y="21198"/>
                  <a:pt x="114" y="20972"/>
                </a:cubicBezTo>
                <a:close/>
                <a:moveTo>
                  <a:pt x="1449" y="15487"/>
                </a:moveTo>
                <a:cubicBezTo>
                  <a:pt x="1129" y="15180"/>
                  <a:pt x="1553" y="14431"/>
                  <a:pt x="1841" y="14073"/>
                </a:cubicBezTo>
                <a:cubicBezTo>
                  <a:pt x="2470" y="14616"/>
                  <a:pt x="2548" y="15261"/>
                  <a:pt x="2312" y="15487"/>
                </a:cubicBezTo>
                <a:cubicBezTo>
                  <a:pt x="2155" y="15657"/>
                  <a:pt x="1684" y="15713"/>
                  <a:pt x="1449" y="15487"/>
                </a:cubicBezTo>
                <a:close/>
                <a:moveTo>
                  <a:pt x="21394" y="6157"/>
                </a:moveTo>
                <a:lnTo>
                  <a:pt x="17860" y="13169"/>
                </a:lnTo>
                <a:lnTo>
                  <a:pt x="16918" y="12886"/>
                </a:lnTo>
                <a:lnTo>
                  <a:pt x="1684" y="13112"/>
                </a:lnTo>
                <a:lnTo>
                  <a:pt x="1998" y="12434"/>
                </a:lnTo>
                <a:lnTo>
                  <a:pt x="11814" y="11190"/>
                </a:lnTo>
                <a:lnTo>
                  <a:pt x="7731" y="9850"/>
                </a:lnTo>
                <a:lnTo>
                  <a:pt x="7103" y="9644"/>
                </a:lnTo>
                <a:lnTo>
                  <a:pt x="5925" y="9258"/>
                </a:lnTo>
                <a:lnTo>
                  <a:pt x="4747" y="8871"/>
                </a:lnTo>
                <a:cubicBezTo>
                  <a:pt x="4040" y="8589"/>
                  <a:pt x="4040" y="7514"/>
                  <a:pt x="5139" y="7005"/>
                </a:cubicBezTo>
                <a:cubicBezTo>
                  <a:pt x="6239" y="6496"/>
                  <a:pt x="6474" y="5987"/>
                  <a:pt x="7260" y="4744"/>
                </a:cubicBezTo>
                <a:cubicBezTo>
                  <a:pt x="7888" y="3748"/>
                  <a:pt x="8568" y="3688"/>
                  <a:pt x="8830" y="3782"/>
                </a:cubicBezTo>
                <a:lnTo>
                  <a:pt x="9458" y="3901"/>
                </a:lnTo>
                <a:cubicBezTo>
                  <a:pt x="8778" y="3296"/>
                  <a:pt x="7966" y="1437"/>
                  <a:pt x="10086" y="390"/>
                </a:cubicBezTo>
                <a:cubicBezTo>
                  <a:pt x="10819" y="31"/>
                  <a:pt x="12693" y="-402"/>
                  <a:pt x="14327" y="729"/>
                </a:cubicBezTo>
                <a:cubicBezTo>
                  <a:pt x="16368" y="2143"/>
                  <a:pt x="16290" y="3217"/>
                  <a:pt x="17232" y="4122"/>
                </a:cubicBezTo>
                <a:cubicBezTo>
                  <a:pt x="18174" y="5026"/>
                  <a:pt x="18410" y="5474"/>
                  <a:pt x="19588" y="5816"/>
                </a:cubicBezTo>
                <a:close/>
                <a:moveTo>
                  <a:pt x="5925" y="9258"/>
                </a:moveTo>
                <a:lnTo>
                  <a:pt x="8830" y="3782"/>
                </a:lnTo>
                <a:moveTo>
                  <a:pt x="11814" y="11190"/>
                </a:moveTo>
                <a:lnTo>
                  <a:pt x="16918" y="12886"/>
                </a:lnTo>
                <a:moveTo>
                  <a:pt x="7731" y="9850"/>
                </a:moveTo>
                <a:lnTo>
                  <a:pt x="10625" y="4122"/>
                </a:lnTo>
                <a:moveTo>
                  <a:pt x="10086" y="4020"/>
                </a:moveTo>
                <a:lnTo>
                  <a:pt x="10625" y="4122"/>
                </a:lnTo>
                <a:moveTo>
                  <a:pt x="10625" y="4122"/>
                </a:moveTo>
                <a:lnTo>
                  <a:pt x="19588" y="5816"/>
                </a:lnTo>
                <a:moveTo>
                  <a:pt x="7103" y="9644"/>
                </a:moveTo>
                <a:lnTo>
                  <a:pt x="10086" y="4020"/>
                </a:lnTo>
                <a:moveTo>
                  <a:pt x="9458" y="3901"/>
                </a:moveTo>
                <a:lnTo>
                  <a:pt x="10086" y="4020"/>
                </a:lnTo>
                <a:moveTo>
                  <a:pt x="13777" y="5761"/>
                </a:moveTo>
                <a:lnTo>
                  <a:pt x="11657" y="5422"/>
                </a:lnTo>
              </a:path>
            </a:pathLst>
          </a:custGeom>
          <a:ln w="11430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08" name="Rounded Rectangle 39"/>
          <p:cNvSpPr/>
          <p:nvPr/>
        </p:nvSpPr>
        <p:spPr>
          <a:xfrm>
            <a:off x="3180032" y="3230881"/>
            <a:ext cx="5880956" cy="25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6" y="17355"/>
                  <a:pt x="187" y="13498"/>
                  <a:pt x="328" y="10248"/>
                </a:cubicBezTo>
                <a:cubicBezTo>
                  <a:pt x="468" y="6999"/>
                  <a:pt x="635" y="4422"/>
                  <a:pt x="818" y="2663"/>
                </a:cubicBezTo>
                <a:cubicBezTo>
                  <a:pt x="1001" y="905"/>
                  <a:pt x="1198" y="0"/>
                  <a:pt x="1396" y="0"/>
                </a:cubicBezTo>
                <a:cubicBezTo>
                  <a:pt x="1595" y="0"/>
                  <a:pt x="1791" y="905"/>
                  <a:pt x="1975" y="2663"/>
                </a:cubicBezTo>
                <a:cubicBezTo>
                  <a:pt x="2158" y="4422"/>
                  <a:pt x="2325" y="6999"/>
                  <a:pt x="2465" y="10248"/>
                </a:cubicBezTo>
                <a:cubicBezTo>
                  <a:pt x="2605" y="13498"/>
                  <a:pt x="2717" y="17355"/>
                  <a:pt x="2793" y="21600"/>
                </a:cubicBezTo>
                <a:moveTo>
                  <a:pt x="4702" y="21600"/>
                </a:moveTo>
                <a:cubicBezTo>
                  <a:pt x="4778" y="17355"/>
                  <a:pt x="4889" y="13498"/>
                  <a:pt x="5029" y="10248"/>
                </a:cubicBezTo>
                <a:cubicBezTo>
                  <a:pt x="5170" y="6999"/>
                  <a:pt x="5336" y="4422"/>
                  <a:pt x="5520" y="2663"/>
                </a:cubicBezTo>
                <a:cubicBezTo>
                  <a:pt x="5703" y="905"/>
                  <a:pt x="5900" y="0"/>
                  <a:pt x="6098" y="0"/>
                </a:cubicBezTo>
                <a:cubicBezTo>
                  <a:pt x="6297" y="0"/>
                  <a:pt x="6493" y="905"/>
                  <a:pt x="6676" y="2663"/>
                </a:cubicBezTo>
                <a:cubicBezTo>
                  <a:pt x="6860" y="4422"/>
                  <a:pt x="7026" y="6999"/>
                  <a:pt x="7167" y="10248"/>
                </a:cubicBezTo>
                <a:cubicBezTo>
                  <a:pt x="7307" y="13498"/>
                  <a:pt x="7418" y="17355"/>
                  <a:pt x="7494" y="21600"/>
                </a:cubicBezTo>
                <a:moveTo>
                  <a:pt x="9404" y="21600"/>
                </a:moveTo>
                <a:cubicBezTo>
                  <a:pt x="9480" y="17355"/>
                  <a:pt x="9591" y="13498"/>
                  <a:pt x="9731" y="10248"/>
                </a:cubicBezTo>
                <a:cubicBezTo>
                  <a:pt x="9872" y="6999"/>
                  <a:pt x="10038" y="4422"/>
                  <a:pt x="10222" y="2663"/>
                </a:cubicBezTo>
                <a:cubicBezTo>
                  <a:pt x="10405" y="905"/>
                  <a:pt x="10602" y="0"/>
                  <a:pt x="10800" y="0"/>
                </a:cubicBezTo>
                <a:cubicBezTo>
                  <a:pt x="10998" y="0"/>
                  <a:pt x="11195" y="905"/>
                  <a:pt x="11378" y="2663"/>
                </a:cubicBezTo>
                <a:cubicBezTo>
                  <a:pt x="11562" y="4422"/>
                  <a:pt x="11728" y="6999"/>
                  <a:pt x="11869" y="10248"/>
                </a:cubicBezTo>
                <a:cubicBezTo>
                  <a:pt x="12009" y="13498"/>
                  <a:pt x="12120" y="17355"/>
                  <a:pt x="12196" y="21600"/>
                </a:cubicBezTo>
                <a:moveTo>
                  <a:pt x="14106" y="21600"/>
                </a:moveTo>
                <a:cubicBezTo>
                  <a:pt x="14182" y="17355"/>
                  <a:pt x="14293" y="13498"/>
                  <a:pt x="14433" y="10248"/>
                </a:cubicBezTo>
                <a:cubicBezTo>
                  <a:pt x="14574" y="6999"/>
                  <a:pt x="14740" y="4422"/>
                  <a:pt x="14924" y="2663"/>
                </a:cubicBezTo>
                <a:cubicBezTo>
                  <a:pt x="15107" y="905"/>
                  <a:pt x="15303" y="0"/>
                  <a:pt x="15502" y="0"/>
                </a:cubicBezTo>
                <a:cubicBezTo>
                  <a:pt x="15700" y="0"/>
                  <a:pt x="15897" y="905"/>
                  <a:pt x="16080" y="2663"/>
                </a:cubicBezTo>
                <a:cubicBezTo>
                  <a:pt x="16264" y="4422"/>
                  <a:pt x="16430" y="6999"/>
                  <a:pt x="16571" y="10248"/>
                </a:cubicBezTo>
                <a:cubicBezTo>
                  <a:pt x="16711" y="13498"/>
                  <a:pt x="16822" y="17355"/>
                  <a:pt x="16898" y="21600"/>
                </a:cubicBezTo>
                <a:moveTo>
                  <a:pt x="18807" y="21600"/>
                </a:moveTo>
                <a:cubicBezTo>
                  <a:pt x="18842" y="19657"/>
                  <a:pt x="18884" y="17794"/>
                  <a:pt x="18933" y="16035"/>
                </a:cubicBezTo>
                <a:moveTo>
                  <a:pt x="21600" y="21600"/>
                </a:moveTo>
                <a:cubicBezTo>
                  <a:pt x="21524" y="17355"/>
                  <a:pt x="21413" y="13498"/>
                  <a:pt x="21272" y="10248"/>
                </a:cubicBezTo>
                <a:cubicBezTo>
                  <a:pt x="21132" y="6999"/>
                  <a:pt x="20965" y="4422"/>
                  <a:pt x="20782" y="2663"/>
                </a:cubicBezTo>
                <a:cubicBezTo>
                  <a:pt x="20599" y="905"/>
                  <a:pt x="20402" y="0"/>
                  <a:pt x="20204" y="0"/>
                </a:cubicBezTo>
                <a:cubicBezTo>
                  <a:pt x="20005" y="0"/>
                  <a:pt x="19809" y="905"/>
                  <a:pt x="19625" y="2663"/>
                </a:cubicBezTo>
                <a:cubicBezTo>
                  <a:pt x="19520" y="3674"/>
                  <a:pt x="19420" y="4956"/>
                  <a:pt x="19328" y="6480"/>
                </a:cubicBezTo>
              </a:path>
            </a:pathLst>
          </a:custGeom>
          <a:ln w="11430">
            <a:solidFill>
              <a:srgbClr val="F4F4F4"/>
            </a:solidFill>
            <a:prstDash val="dash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09" name="TextBox 40"/>
          <p:cNvSpPr txBox="1"/>
          <p:nvPr/>
        </p:nvSpPr>
        <p:spPr>
          <a:xfrm>
            <a:off x="3859702" y="1443989"/>
            <a:ext cx="455372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How We Sought to Answer the Research Question</a:t>
            </a:r>
          </a:p>
        </p:txBody>
      </p:sp>
      <p:sp>
        <p:nvSpPr>
          <p:cNvPr id="210" name="TextBox 41"/>
          <p:cNvSpPr txBox="1"/>
          <p:nvPr/>
        </p:nvSpPr>
        <p:spPr>
          <a:xfrm>
            <a:off x="2544537" y="4526279"/>
            <a:ext cx="78333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Initial Data</a:t>
            </a:r>
          </a:p>
        </p:txBody>
      </p:sp>
      <p:sp>
        <p:nvSpPr>
          <p:cNvPr id="211" name="TextBox 42"/>
          <p:cNvSpPr txBox="1"/>
          <p:nvPr/>
        </p:nvSpPr>
        <p:spPr>
          <a:xfrm>
            <a:off x="4049157" y="4533900"/>
            <a:ext cx="334467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 b="1">
                <a:solidFill>
                  <a:srgbClr val="F7943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EDA</a:t>
            </a:r>
          </a:p>
        </p:txBody>
      </p:sp>
      <p:sp>
        <p:nvSpPr>
          <p:cNvPr id="212" name="TextBox 43"/>
          <p:cNvSpPr txBox="1"/>
          <p:nvPr/>
        </p:nvSpPr>
        <p:spPr>
          <a:xfrm>
            <a:off x="4952517" y="4526279"/>
            <a:ext cx="108805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Model Training</a:t>
            </a:r>
          </a:p>
        </p:txBody>
      </p:sp>
      <p:sp>
        <p:nvSpPr>
          <p:cNvPr id="213" name="TextBox 44"/>
          <p:cNvSpPr txBox="1"/>
          <p:nvPr/>
        </p:nvSpPr>
        <p:spPr>
          <a:xfrm>
            <a:off x="6338404" y="4503420"/>
            <a:ext cx="87650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F366BB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Resampling</a:t>
            </a:r>
          </a:p>
          <a:p>
            <a:pPr algn="ctr">
              <a:defRPr sz="1200" b="1">
                <a:solidFill>
                  <a:srgbClr val="F366BB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Methods</a:t>
            </a:r>
          </a:p>
        </p:txBody>
      </p:sp>
      <p:sp>
        <p:nvSpPr>
          <p:cNvPr id="214" name="TextBox 45"/>
          <p:cNvSpPr txBox="1"/>
          <p:nvPr/>
        </p:nvSpPr>
        <p:spPr>
          <a:xfrm>
            <a:off x="7559374" y="4518659"/>
            <a:ext cx="99489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CB68F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Feature</a:t>
            </a:r>
          </a:p>
          <a:p>
            <a:pPr algn="ctr">
              <a:defRPr sz="1200" b="1">
                <a:solidFill>
                  <a:srgbClr val="CB68F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Interpretation</a:t>
            </a:r>
          </a:p>
        </p:txBody>
      </p:sp>
      <p:sp>
        <p:nvSpPr>
          <p:cNvPr id="215" name="TextBox 46"/>
          <p:cNvSpPr txBox="1"/>
          <p:nvPr/>
        </p:nvSpPr>
        <p:spPr>
          <a:xfrm>
            <a:off x="8924082" y="4533900"/>
            <a:ext cx="825749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8769FD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Result</a:t>
            </a:r>
          </a:p>
          <a:p>
            <a:pPr algn="ctr">
              <a:defRPr sz="1200" b="1">
                <a:solidFill>
                  <a:srgbClr val="8769FD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Discussion</a:t>
            </a:r>
          </a:p>
        </p:txBody>
      </p:sp>
      <p:sp>
        <p:nvSpPr>
          <p:cNvPr id="216" name="TextBox 47"/>
          <p:cNvSpPr txBox="1"/>
          <p:nvPr/>
        </p:nvSpPr>
        <p:spPr>
          <a:xfrm>
            <a:off x="2421588" y="5002529"/>
            <a:ext cx="102917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Raw voice data with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PD and non-PD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samples</a:t>
            </a:r>
          </a:p>
        </p:txBody>
      </p:sp>
      <p:sp>
        <p:nvSpPr>
          <p:cNvPr id="217" name="TextBox 48"/>
          <p:cNvSpPr txBox="1"/>
          <p:nvPr/>
        </p:nvSpPr>
        <p:spPr>
          <a:xfrm>
            <a:off x="3720738" y="4994909"/>
            <a:ext cx="991227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Understand feature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distributions and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correlation</a:t>
            </a:r>
          </a:p>
        </p:txBody>
      </p:sp>
      <p:sp>
        <p:nvSpPr>
          <p:cNvPr id="218" name="TextBox 49"/>
          <p:cNvSpPr txBox="1"/>
          <p:nvPr/>
        </p:nvSpPr>
        <p:spPr>
          <a:xfrm>
            <a:off x="5072931" y="4994909"/>
            <a:ext cx="847125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Train tree-based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models for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classification</a:t>
            </a:r>
          </a:p>
        </p:txBody>
      </p:sp>
      <p:sp>
        <p:nvSpPr>
          <p:cNvPr id="219" name="TextBox 50"/>
          <p:cNvSpPr txBox="1"/>
          <p:nvPr/>
        </p:nvSpPr>
        <p:spPr>
          <a:xfrm>
            <a:off x="6322407" y="5002529"/>
            <a:ext cx="90851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Assess impact of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ensemble models</a:t>
            </a:r>
          </a:p>
        </p:txBody>
      </p:sp>
      <p:sp>
        <p:nvSpPr>
          <p:cNvPr id="220" name="TextBox 51"/>
          <p:cNvSpPr txBox="1"/>
          <p:nvPr/>
        </p:nvSpPr>
        <p:spPr>
          <a:xfrm>
            <a:off x="7535984" y="4979670"/>
            <a:ext cx="1041736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Identify strongest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voice biomarkers for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PD</a:t>
            </a:r>
          </a:p>
        </p:txBody>
      </p:sp>
      <p:sp>
        <p:nvSpPr>
          <p:cNvPr id="221" name="TextBox 52"/>
          <p:cNvSpPr txBox="1"/>
          <p:nvPr/>
        </p:nvSpPr>
        <p:spPr>
          <a:xfrm>
            <a:off x="8920857" y="4956809"/>
            <a:ext cx="83222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Validate results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against prior PD</a:t>
            </a:r>
          </a:p>
          <a:p>
            <a:pPr algn="ct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literature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ounded Rectangle 1"/>
          <p:cNvSpPr/>
          <p:nvPr/>
        </p:nvSpPr>
        <p:spPr>
          <a:xfrm>
            <a:off x="3312883" y="3698980"/>
            <a:ext cx="2679491" cy="1012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709" y="0"/>
                </a:lnTo>
                <a:cubicBezTo>
                  <a:pt x="15709" y="9268"/>
                  <a:pt x="18257" y="16961"/>
                  <a:pt x="21600" y="18445"/>
                </a:cubicBezTo>
                <a:lnTo>
                  <a:pt x="21600" y="21600"/>
                </a:lnTo>
                <a:cubicBezTo>
                  <a:pt x="17988" y="20233"/>
                  <a:pt x="15131" y="12674"/>
                  <a:pt x="14614" y="3117"/>
                </a:cubicBezTo>
                <a:lnTo>
                  <a:pt x="0" y="3117"/>
                </a:lnTo>
                <a:lnTo>
                  <a:pt x="0" y="0"/>
                </a:lnTo>
              </a:path>
            </a:pathLst>
          </a:custGeom>
          <a:solidFill>
            <a:srgbClr val="F79438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4" name="Rounded Rectangle 2"/>
          <p:cNvSpPr/>
          <p:nvPr/>
        </p:nvSpPr>
        <p:spPr>
          <a:xfrm>
            <a:off x="3312883" y="3698980"/>
            <a:ext cx="2679491" cy="1012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709" y="0"/>
                </a:lnTo>
                <a:cubicBezTo>
                  <a:pt x="15709" y="9268"/>
                  <a:pt x="18257" y="16961"/>
                  <a:pt x="21600" y="18445"/>
                </a:cubicBezTo>
                <a:lnTo>
                  <a:pt x="21600" y="21600"/>
                </a:lnTo>
                <a:cubicBezTo>
                  <a:pt x="17988" y="20233"/>
                  <a:pt x="15131" y="12674"/>
                  <a:pt x="14614" y="3117"/>
                </a:cubicBezTo>
                <a:lnTo>
                  <a:pt x="0" y="3117"/>
                </a:lnTo>
                <a:lnTo>
                  <a:pt x="0" y="0"/>
                </a:lnTo>
                <a:close/>
              </a:path>
            </a:pathLst>
          </a:custGeom>
          <a:ln w="12179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5" name="Rounded Rectangle 3"/>
          <p:cNvSpPr/>
          <p:nvPr/>
        </p:nvSpPr>
        <p:spPr>
          <a:xfrm>
            <a:off x="6089810" y="3796415"/>
            <a:ext cx="1067218" cy="2143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958" y="21600"/>
                </a:lnTo>
                <a:lnTo>
                  <a:pt x="2958" y="9281"/>
                </a:lnTo>
                <a:cubicBezTo>
                  <a:pt x="12820" y="8817"/>
                  <a:pt x="20668" y="4910"/>
                  <a:pt x="21600" y="0"/>
                </a:cubicBezTo>
                <a:lnTo>
                  <a:pt x="18626" y="0"/>
                </a:lnTo>
                <a:cubicBezTo>
                  <a:pt x="17645" y="4418"/>
                  <a:pt x="10122" y="7855"/>
                  <a:pt x="986" y="7855"/>
                </a:cubicBezTo>
                <a:cubicBezTo>
                  <a:pt x="655" y="7855"/>
                  <a:pt x="326" y="7850"/>
                  <a:pt x="0" y="7841"/>
                </a:cubicBezTo>
                <a:lnTo>
                  <a:pt x="0" y="21600"/>
                </a:lnTo>
              </a:path>
            </a:pathLst>
          </a:custGeom>
          <a:solidFill>
            <a:srgbClr val="4F91FC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6" name="Rounded Rectangle 4"/>
          <p:cNvSpPr/>
          <p:nvPr/>
        </p:nvSpPr>
        <p:spPr>
          <a:xfrm>
            <a:off x="6089810" y="3796415"/>
            <a:ext cx="1067218" cy="2143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958" y="21600"/>
                </a:lnTo>
                <a:lnTo>
                  <a:pt x="2958" y="9281"/>
                </a:lnTo>
                <a:cubicBezTo>
                  <a:pt x="12820" y="8817"/>
                  <a:pt x="20668" y="4910"/>
                  <a:pt x="21600" y="0"/>
                </a:cubicBezTo>
                <a:lnTo>
                  <a:pt x="18626" y="0"/>
                </a:lnTo>
                <a:cubicBezTo>
                  <a:pt x="17645" y="4418"/>
                  <a:pt x="10122" y="7855"/>
                  <a:pt x="986" y="7855"/>
                </a:cubicBezTo>
                <a:cubicBezTo>
                  <a:pt x="655" y="7855"/>
                  <a:pt x="326" y="7850"/>
                  <a:pt x="0" y="7841"/>
                </a:cubicBezTo>
                <a:lnTo>
                  <a:pt x="0" y="21600"/>
                </a:lnTo>
                <a:close/>
              </a:path>
            </a:pathLst>
          </a:custGeom>
          <a:ln w="12179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7" name="Rounded Rectangle 5"/>
          <p:cNvSpPr/>
          <p:nvPr/>
        </p:nvSpPr>
        <p:spPr>
          <a:xfrm>
            <a:off x="6235965" y="2680484"/>
            <a:ext cx="2728210" cy="1018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171" y="21600"/>
                </a:moveTo>
                <a:cubicBezTo>
                  <a:pt x="6171" y="12027"/>
                  <a:pt x="3471" y="4144"/>
                  <a:pt x="0" y="3116"/>
                </a:cubicBezTo>
                <a:lnTo>
                  <a:pt x="0" y="0"/>
                </a:lnTo>
                <a:cubicBezTo>
                  <a:pt x="3728" y="943"/>
                  <a:pt x="6721" y="8656"/>
                  <a:pt x="7247" y="18500"/>
                </a:cubicBezTo>
                <a:lnTo>
                  <a:pt x="21600" y="18500"/>
                </a:lnTo>
                <a:lnTo>
                  <a:pt x="21600" y="21600"/>
                </a:lnTo>
                <a:lnTo>
                  <a:pt x="6171" y="21600"/>
                </a:lnTo>
              </a:path>
            </a:pathLst>
          </a:custGeom>
          <a:solidFill>
            <a:srgbClr val="FB6762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8" name="Rounded Rectangle 6"/>
          <p:cNvSpPr/>
          <p:nvPr/>
        </p:nvSpPr>
        <p:spPr>
          <a:xfrm>
            <a:off x="6235965" y="2680484"/>
            <a:ext cx="2728210" cy="1018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171" y="21600"/>
                </a:moveTo>
                <a:cubicBezTo>
                  <a:pt x="6171" y="12027"/>
                  <a:pt x="3471" y="4144"/>
                  <a:pt x="0" y="3116"/>
                </a:cubicBezTo>
                <a:lnTo>
                  <a:pt x="0" y="0"/>
                </a:lnTo>
                <a:cubicBezTo>
                  <a:pt x="3728" y="944"/>
                  <a:pt x="6721" y="8656"/>
                  <a:pt x="7247" y="18500"/>
                </a:cubicBezTo>
                <a:lnTo>
                  <a:pt x="21600" y="18500"/>
                </a:lnTo>
                <a:lnTo>
                  <a:pt x="21600" y="21600"/>
                </a:lnTo>
                <a:lnTo>
                  <a:pt x="6171" y="21600"/>
                </a:lnTo>
                <a:close/>
              </a:path>
            </a:pathLst>
          </a:custGeom>
          <a:ln w="12179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29" name="Rounded Rectangle 7"/>
          <p:cNvSpPr/>
          <p:nvPr/>
        </p:nvSpPr>
        <p:spPr>
          <a:xfrm>
            <a:off x="5120028" y="1457949"/>
            <a:ext cx="1018500" cy="2143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13745"/>
                </a:lnTo>
                <a:cubicBezTo>
                  <a:pt x="12027" y="13745"/>
                  <a:pt x="4144" y="17182"/>
                  <a:pt x="3116" y="21600"/>
                </a:cubicBezTo>
                <a:lnTo>
                  <a:pt x="0" y="21600"/>
                </a:lnTo>
                <a:cubicBezTo>
                  <a:pt x="943" y="16855"/>
                  <a:pt x="8656" y="13046"/>
                  <a:pt x="18500" y="12377"/>
                </a:cubicBezTo>
                <a:lnTo>
                  <a:pt x="18500" y="0"/>
                </a:lnTo>
                <a:lnTo>
                  <a:pt x="21600" y="0"/>
                </a:lnTo>
              </a:path>
            </a:pathLst>
          </a:custGeom>
          <a:solidFill>
            <a:srgbClr val="43DD93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0" name="Rounded Rectangle 8"/>
          <p:cNvSpPr/>
          <p:nvPr/>
        </p:nvSpPr>
        <p:spPr>
          <a:xfrm>
            <a:off x="5120028" y="1457949"/>
            <a:ext cx="1018500" cy="2143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13745"/>
                </a:lnTo>
                <a:cubicBezTo>
                  <a:pt x="12027" y="13745"/>
                  <a:pt x="4144" y="17182"/>
                  <a:pt x="3116" y="21600"/>
                </a:cubicBezTo>
                <a:lnTo>
                  <a:pt x="0" y="21600"/>
                </a:lnTo>
                <a:cubicBezTo>
                  <a:pt x="944" y="16855"/>
                  <a:pt x="8656" y="13046"/>
                  <a:pt x="18500" y="12377"/>
                </a:cubicBezTo>
                <a:lnTo>
                  <a:pt x="18500" y="0"/>
                </a:lnTo>
                <a:lnTo>
                  <a:pt x="21600" y="0"/>
                </a:lnTo>
                <a:close/>
              </a:path>
            </a:pathLst>
          </a:custGeom>
          <a:ln w="12179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1" name="Rounded Rectangle 9"/>
          <p:cNvSpPr/>
          <p:nvPr/>
        </p:nvSpPr>
        <p:spPr>
          <a:xfrm>
            <a:off x="5060400" y="2391187"/>
            <a:ext cx="390810" cy="390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598" extrusionOk="0">
                <a:moveTo>
                  <a:pt x="10280" y="14936"/>
                </a:moveTo>
                <a:cubicBezTo>
                  <a:pt x="10589" y="13341"/>
                  <a:pt x="9915" y="11714"/>
                  <a:pt x="8570" y="10810"/>
                </a:cubicBezTo>
                <a:cubicBezTo>
                  <a:pt x="8377" y="10668"/>
                  <a:pt x="8106" y="10708"/>
                  <a:pt x="7961" y="10900"/>
                </a:cubicBezTo>
                <a:lnTo>
                  <a:pt x="5759" y="13804"/>
                </a:lnTo>
                <a:cubicBezTo>
                  <a:pt x="5613" y="13994"/>
                  <a:pt x="5582" y="14249"/>
                  <a:pt x="5679" y="14469"/>
                </a:cubicBezTo>
                <a:cubicBezTo>
                  <a:pt x="5772" y="14693"/>
                  <a:pt x="5976" y="14850"/>
                  <a:pt x="6216" y="14882"/>
                </a:cubicBezTo>
                <a:lnTo>
                  <a:pt x="9796" y="15305"/>
                </a:lnTo>
                <a:cubicBezTo>
                  <a:pt x="10027" y="15323"/>
                  <a:pt x="10235" y="15165"/>
                  <a:pt x="10280" y="14936"/>
                </a:cubicBezTo>
                <a:moveTo>
                  <a:pt x="16009" y="10261"/>
                </a:moveTo>
                <a:cubicBezTo>
                  <a:pt x="15832" y="10094"/>
                  <a:pt x="15580" y="10033"/>
                  <a:pt x="15346" y="10100"/>
                </a:cubicBezTo>
                <a:cubicBezTo>
                  <a:pt x="15118" y="10170"/>
                  <a:pt x="14942" y="10353"/>
                  <a:pt x="14881" y="10585"/>
                </a:cubicBezTo>
                <a:lnTo>
                  <a:pt x="14030" y="14100"/>
                </a:lnTo>
                <a:cubicBezTo>
                  <a:pt x="13977" y="14332"/>
                  <a:pt x="14109" y="14566"/>
                  <a:pt x="14335" y="14640"/>
                </a:cubicBezTo>
                <a:cubicBezTo>
                  <a:pt x="14735" y="14764"/>
                  <a:pt x="15151" y="14828"/>
                  <a:pt x="15570" y="14829"/>
                </a:cubicBezTo>
                <a:cubicBezTo>
                  <a:pt x="16018" y="14830"/>
                  <a:pt x="16463" y="14754"/>
                  <a:pt x="16886" y="14604"/>
                </a:cubicBezTo>
                <a:cubicBezTo>
                  <a:pt x="17556" y="14374"/>
                  <a:pt x="18153" y="13967"/>
                  <a:pt x="18613" y="13426"/>
                </a:cubicBezTo>
                <a:cubicBezTo>
                  <a:pt x="18783" y="13254"/>
                  <a:pt x="18783" y="12977"/>
                  <a:pt x="18613" y="12806"/>
                </a:cubicBezTo>
                <a:lnTo>
                  <a:pt x="16009" y="10261"/>
                </a:lnTo>
                <a:moveTo>
                  <a:pt x="5267" y="17292"/>
                </a:moveTo>
                <a:cubicBezTo>
                  <a:pt x="5134" y="17093"/>
                  <a:pt x="4868" y="17037"/>
                  <a:pt x="4667" y="17166"/>
                </a:cubicBezTo>
                <a:cubicBezTo>
                  <a:pt x="3925" y="17627"/>
                  <a:pt x="3348" y="18314"/>
                  <a:pt x="3020" y="19126"/>
                </a:cubicBezTo>
                <a:cubicBezTo>
                  <a:pt x="2747" y="19784"/>
                  <a:pt x="2651" y="20504"/>
                  <a:pt x="2743" y="21212"/>
                </a:cubicBezTo>
                <a:cubicBezTo>
                  <a:pt x="2770" y="21434"/>
                  <a:pt x="2958" y="21600"/>
                  <a:pt x="3181" y="21598"/>
                </a:cubicBezTo>
                <a:lnTo>
                  <a:pt x="6762" y="21302"/>
                </a:lnTo>
                <a:cubicBezTo>
                  <a:pt x="7003" y="21282"/>
                  <a:pt x="7214" y="21135"/>
                  <a:pt x="7317" y="20915"/>
                </a:cubicBezTo>
                <a:cubicBezTo>
                  <a:pt x="7424" y="20696"/>
                  <a:pt x="7400" y="20436"/>
                  <a:pt x="7254" y="20241"/>
                </a:cubicBezTo>
                <a:lnTo>
                  <a:pt x="5267" y="17292"/>
                </a:lnTo>
                <a:moveTo>
                  <a:pt x="12052" y="20699"/>
                </a:moveTo>
                <a:cubicBezTo>
                  <a:pt x="12208" y="20883"/>
                  <a:pt x="12450" y="20970"/>
                  <a:pt x="12687" y="20925"/>
                </a:cubicBezTo>
                <a:cubicBezTo>
                  <a:pt x="12924" y="20881"/>
                  <a:pt x="13119" y="20712"/>
                  <a:pt x="13198" y="20483"/>
                </a:cubicBezTo>
                <a:lnTo>
                  <a:pt x="14379" y="17040"/>
                </a:lnTo>
                <a:cubicBezTo>
                  <a:pt x="14459" y="16817"/>
                  <a:pt x="14348" y="16570"/>
                  <a:pt x="14129" y="16483"/>
                </a:cubicBezTo>
                <a:cubicBezTo>
                  <a:pt x="13320" y="16147"/>
                  <a:pt x="12426" y="16081"/>
                  <a:pt x="11578" y="16294"/>
                </a:cubicBezTo>
                <a:cubicBezTo>
                  <a:pt x="10904" y="16472"/>
                  <a:pt x="10287" y="16822"/>
                  <a:pt x="9787" y="17310"/>
                </a:cubicBezTo>
                <a:cubicBezTo>
                  <a:pt x="9627" y="17485"/>
                  <a:pt x="9627" y="17755"/>
                  <a:pt x="9787" y="17930"/>
                </a:cubicBezTo>
                <a:lnTo>
                  <a:pt x="12052" y="20699"/>
                </a:lnTo>
                <a:moveTo>
                  <a:pt x="17575" y="15997"/>
                </a:moveTo>
                <a:cubicBezTo>
                  <a:pt x="17341" y="16021"/>
                  <a:pt x="17162" y="16219"/>
                  <a:pt x="17163" y="16456"/>
                </a:cubicBezTo>
                <a:lnTo>
                  <a:pt x="17253" y="20052"/>
                </a:lnTo>
                <a:cubicBezTo>
                  <a:pt x="17264" y="20293"/>
                  <a:pt x="17400" y="20511"/>
                  <a:pt x="17611" y="20627"/>
                </a:cubicBezTo>
                <a:cubicBezTo>
                  <a:pt x="17818" y="20750"/>
                  <a:pt x="18075" y="20750"/>
                  <a:pt x="18282" y="20627"/>
                </a:cubicBezTo>
                <a:lnTo>
                  <a:pt x="21335" y="18712"/>
                </a:lnTo>
                <a:cubicBezTo>
                  <a:pt x="21534" y="18582"/>
                  <a:pt x="21600" y="18320"/>
                  <a:pt x="21487" y="18110"/>
                </a:cubicBezTo>
                <a:cubicBezTo>
                  <a:pt x="21079" y="17326"/>
                  <a:pt x="20429" y="16694"/>
                  <a:pt x="19634" y="16312"/>
                </a:cubicBezTo>
                <a:cubicBezTo>
                  <a:pt x="18985" y="16035"/>
                  <a:pt x="18277" y="15927"/>
                  <a:pt x="17575" y="15997"/>
                </a:cubicBezTo>
                <a:moveTo>
                  <a:pt x="9984" y="8688"/>
                </a:moveTo>
                <a:cubicBezTo>
                  <a:pt x="10048" y="8861"/>
                  <a:pt x="10213" y="8976"/>
                  <a:pt x="10396" y="8976"/>
                </a:cubicBezTo>
                <a:cubicBezTo>
                  <a:pt x="11363" y="8849"/>
                  <a:pt x="12260" y="8403"/>
                  <a:pt x="12947" y="7708"/>
                </a:cubicBezTo>
                <a:cubicBezTo>
                  <a:pt x="13658" y="6950"/>
                  <a:pt x="14163" y="6021"/>
                  <a:pt x="14415" y="5011"/>
                </a:cubicBezTo>
                <a:cubicBezTo>
                  <a:pt x="14465" y="4794"/>
                  <a:pt x="14346" y="4575"/>
                  <a:pt x="14138" y="4499"/>
                </a:cubicBezTo>
                <a:lnTo>
                  <a:pt x="11229" y="3330"/>
                </a:lnTo>
                <a:cubicBezTo>
                  <a:pt x="11167" y="3311"/>
                  <a:pt x="11112" y="3277"/>
                  <a:pt x="11067" y="3231"/>
                </a:cubicBezTo>
                <a:lnTo>
                  <a:pt x="8812" y="966"/>
                </a:lnTo>
                <a:cubicBezTo>
                  <a:pt x="8674" y="827"/>
                  <a:pt x="8487" y="750"/>
                  <a:pt x="8293" y="750"/>
                </a:cubicBezTo>
                <a:cubicBezTo>
                  <a:pt x="8100" y="750"/>
                  <a:pt x="7917" y="828"/>
                  <a:pt x="7782" y="966"/>
                </a:cubicBezTo>
                <a:lnTo>
                  <a:pt x="6484" y="2260"/>
                </a:lnTo>
                <a:cubicBezTo>
                  <a:pt x="6207" y="2552"/>
                  <a:pt x="6207" y="3011"/>
                  <a:pt x="6484" y="3303"/>
                </a:cubicBezTo>
                <a:lnTo>
                  <a:pt x="8749" y="5569"/>
                </a:lnTo>
                <a:cubicBezTo>
                  <a:pt x="8790" y="5614"/>
                  <a:pt x="8823" y="5665"/>
                  <a:pt x="8847" y="5721"/>
                </a:cubicBezTo>
                <a:lnTo>
                  <a:pt x="9984" y="8688"/>
                </a:lnTo>
                <a:moveTo>
                  <a:pt x="6735" y="4517"/>
                </a:moveTo>
                <a:cubicBezTo>
                  <a:pt x="6692" y="4499"/>
                  <a:pt x="6644" y="4499"/>
                  <a:pt x="6601" y="4517"/>
                </a:cubicBezTo>
                <a:cubicBezTo>
                  <a:pt x="6557" y="4501"/>
                  <a:pt x="6510" y="4501"/>
                  <a:pt x="6466" y="4517"/>
                </a:cubicBezTo>
                <a:lnTo>
                  <a:pt x="200" y="10810"/>
                </a:lnTo>
                <a:cubicBezTo>
                  <a:pt x="73" y="10924"/>
                  <a:pt x="0" y="11088"/>
                  <a:pt x="0" y="11259"/>
                </a:cubicBezTo>
                <a:cubicBezTo>
                  <a:pt x="0" y="11431"/>
                  <a:pt x="73" y="11595"/>
                  <a:pt x="200" y="11709"/>
                </a:cubicBezTo>
                <a:lnTo>
                  <a:pt x="630" y="12140"/>
                </a:lnTo>
                <a:cubicBezTo>
                  <a:pt x="745" y="12266"/>
                  <a:pt x="908" y="12337"/>
                  <a:pt x="1078" y="12337"/>
                </a:cubicBezTo>
                <a:cubicBezTo>
                  <a:pt x="1248" y="12337"/>
                  <a:pt x="1410" y="12266"/>
                  <a:pt x="1525" y="12140"/>
                </a:cubicBezTo>
                <a:lnTo>
                  <a:pt x="7791" y="5901"/>
                </a:lnTo>
                <a:cubicBezTo>
                  <a:pt x="7862" y="5825"/>
                  <a:pt x="7862" y="5707"/>
                  <a:pt x="7791" y="5631"/>
                </a:cubicBezTo>
                <a:lnTo>
                  <a:pt x="6735" y="4517"/>
                </a:lnTo>
                <a:moveTo>
                  <a:pt x="11211" y="2107"/>
                </a:moveTo>
                <a:cubicBezTo>
                  <a:pt x="11286" y="2178"/>
                  <a:pt x="11404" y="2178"/>
                  <a:pt x="11479" y="2107"/>
                </a:cubicBezTo>
                <a:lnTo>
                  <a:pt x="12079" y="1505"/>
                </a:lnTo>
                <a:cubicBezTo>
                  <a:pt x="12204" y="1389"/>
                  <a:pt x="12275" y="1226"/>
                  <a:pt x="12275" y="1055"/>
                </a:cubicBezTo>
                <a:cubicBezTo>
                  <a:pt x="12275" y="885"/>
                  <a:pt x="12204" y="721"/>
                  <a:pt x="12079" y="606"/>
                </a:cubicBezTo>
                <a:lnTo>
                  <a:pt x="11694" y="201"/>
                </a:lnTo>
                <a:cubicBezTo>
                  <a:pt x="11580" y="73"/>
                  <a:pt x="11417" y="0"/>
                  <a:pt x="11246" y="0"/>
                </a:cubicBezTo>
                <a:cubicBezTo>
                  <a:pt x="11075" y="0"/>
                  <a:pt x="10913" y="73"/>
                  <a:pt x="10799" y="201"/>
                </a:cubicBezTo>
                <a:lnTo>
                  <a:pt x="10190" y="804"/>
                </a:lnTo>
                <a:cubicBezTo>
                  <a:pt x="10152" y="838"/>
                  <a:pt x="10129" y="887"/>
                  <a:pt x="10127" y="939"/>
                </a:cubicBezTo>
                <a:cubicBezTo>
                  <a:pt x="10129" y="988"/>
                  <a:pt x="10152" y="1033"/>
                  <a:pt x="10190" y="1064"/>
                </a:cubicBezTo>
                <a:lnTo>
                  <a:pt x="11211" y="2107"/>
                </a:lnTo>
              </a:path>
            </a:pathLst>
          </a:cu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2" name="Rounded Rectangle 10"/>
          <p:cNvSpPr/>
          <p:nvPr/>
        </p:nvSpPr>
        <p:spPr>
          <a:xfrm>
            <a:off x="6813653" y="4677533"/>
            <a:ext cx="389420" cy="389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98" y="0"/>
                </a:moveTo>
                <a:lnTo>
                  <a:pt x="11223" y="0"/>
                </a:lnTo>
                <a:cubicBezTo>
                  <a:pt x="9482" y="0"/>
                  <a:pt x="8071" y="1413"/>
                  <a:pt x="8071" y="3155"/>
                </a:cubicBezTo>
                <a:cubicBezTo>
                  <a:pt x="8071" y="4898"/>
                  <a:pt x="9482" y="6311"/>
                  <a:pt x="11223" y="6311"/>
                </a:cubicBezTo>
                <a:lnTo>
                  <a:pt x="15295" y="6311"/>
                </a:lnTo>
                <a:lnTo>
                  <a:pt x="15295" y="10367"/>
                </a:lnTo>
                <a:cubicBezTo>
                  <a:pt x="15295" y="12110"/>
                  <a:pt x="16706" y="13523"/>
                  <a:pt x="18447" y="13523"/>
                </a:cubicBezTo>
                <a:cubicBezTo>
                  <a:pt x="20189" y="13523"/>
                  <a:pt x="21600" y="12110"/>
                  <a:pt x="21600" y="10367"/>
                </a:cubicBezTo>
                <a:lnTo>
                  <a:pt x="21600" y="2705"/>
                </a:lnTo>
                <a:cubicBezTo>
                  <a:pt x="21600" y="1211"/>
                  <a:pt x="20390" y="0"/>
                  <a:pt x="18898" y="0"/>
                </a:cubicBezTo>
                <a:moveTo>
                  <a:pt x="10791" y="8114"/>
                </a:moveTo>
                <a:lnTo>
                  <a:pt x="3153" y="8114"/>
                </a:lnTo>
                <a:cubicBezTo>
                  <a:pt x="1411" y="8114"/>
                  <a:pt x="0" y="9526"/>
                  <a:pt x="0" y="11269"/>
                </a:cubicBezTo>
                <a:cubicBezTo>
                  <a:pt x="0" y="13011"/>
                  <a:pt x="1411" y="14424"/>
                  <a:pt x="3153" y="14424"/>
                </a:cubicBezTo>
                <a:lnTo>
                  <a:pt x="7188" y="14424"/>
                </a:lnTo>
                <a:lnTo>
                  <a:pt x="7188" y="18445"/>
                </a:lnTo>
                <a:cubicBezTo>
                  <a:pt x="7188" y="20187"/>
                  <a:pt x="8599" y="21600"/>
                  <a:pt x="10341" y="21600"/>
                </a:cubicBezTo>
                <a:cubicBezTo>
                  <a:pt x="12082" y="21600"/>
                  <a:pt x="13493" y="20187"/>
                  <a:pt x="13493" y="18445"/>
                </a:cubicBezTo>
                <a:lnTo>
                  <a:pt x="13493" y="10818"/>
                </a:lnTo>
                <a:cubicBezTo>
                  <a:pt x="13493" y="9324"/>
                  <a:pt x="12283" y="8114"/>
                  <a:pt x="10791" y="8114"/>
                </a:cubicBezTo>
                <a:moveTo>
                  <a:pt x="3324" y="13072"/>
                </a:moveTo>
                <a:cubicBezTo>
                  <a:pt x="2329" y="13072"/>
                  <a:pt x="1522" y="12265"/>
                  <a:pt x="1522" y="11269"/>
                </a:cubicBezTo>
                <a:cubicBezTo>
                  <a:pt x="1522" y="10273"/>
                  <a:pt x="2329" y="9466"/>
                  <a:pt x="3324" y="9466"/>
                </a:cubicBezTo>
                <a:cubicBezTo>
                  <a:pt x="4319" y="9466"/>
                  <a:pt x="5125" y="10273"/>
                  <a:pt x="5125" y="11269"/>
                </a:cubicBezTo>
                <a:cubicBezTo>
                  <a:pt x="5135" y="12265"/>
                  <a:pt x="4337" y="13080"/>
                  <a:pt x="3342" y="13090"/>
                </a:cubicBezTo>
              </a:path>
            </a:pathLst>
          </a:cu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3" name="Rounded Rectangle 11"/>
          <p:cNvSpPr/>
          <p:nvPr/>
        </p:nvSpPr>
        <p:spPr>
          <a:xfrm>
            <a:off x="6788238" y="2362836"/>
            <a:ext cx="389762" cy="389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extrusionOk="0">
                <a:moveTo>
                  <a:pt x="20525" y="11700"/>
                </a:moveTo>
                <a:lnTo>
                  <a:pt x="20471" y="11700"/>
                </a:lnTo>
                <a:lnTo>
                  <a:pt x="13902" y="8190"/>
                </a:lnTo>
                <a:cubicBezTo>
                  <a:pt x="13617" y="8012"/>
                  <a:pt x="13257" y="8007"/>
                  <a:pt x="12968" y="8178"/>
                </a:cubicBezTo>
                <a:cubicBezTo>
                  <a:pt x="12679" y="8349"/>
                  <a:pt x="12509" y="8667"/>
                  <a:pt x="12528" y="9003"/>
                </a:cubicBezTo>
                <a:cubicBezTo>
                  <a:pt x="12547" y="9339"/>
                  <a:pt x="12751" y="9636"/>
                  <a:pt x="13057" y="9774"/>
                </a:cubicBezTo>
                <a:lnTo>
                  <a:pt x="15834" y="11259"/>
                </a:lnTo>
                <a:cubicBezTo>
                  <a:pt x="15925" y="11306"/>
                  <a:pt x="15971" y="11412"/>
                  <a:pt x="15942" y="11511"/>
                </a:cubicBezTo>
                <a:cubicBezTo>
                  <a:pt x="15915" y="11609"/>
                  <a:pt x="15828" y="11678"/>
                  <a:pt x="15726" y="11682"/>
                </a:cubicBezTo>
                <a:lnTo>
                  <a:pt x="5842" y="11682"/>
                </a:lnTo>
                <a:cubicBezTo>
                  <a:pt x="5740" y="11678"/>
                  <a:pt x="5653" y="11609"/>
                  <a:pt x="5626" y="11511"/>
                </a:cubicBezTo>
                <a:cubicBezTo>
                  <a:pt x="5597" y="11412"/>
                  <a:pt x="5643" y="11306"/>
                  <a:pt x="5734" y="11259"/>
                </a:cubicBezTo>
                <a:lnTo>
                  <a:pt x="8511" y="9774"/>
                </a:lnTo>
                <a:cubicBezTo>
                  <a:pt x="8911" y="9523"/>
                  <a:pt x="9049" y="9004"/>
                  <a:pt x="8826" y="8587"/>
                </a:cubicBezTo>
                <a:cubicBezTo>
                  <a:pt x="8604" y="8170"/>
                  <a:pt x="8097" y="7996"/>
                  <a:pt x="7666" y="8190"/>
                </a:cubicBezTo>
                <a:lnTo>
                  <a:pt x="1097" y="11700"/>
                </a:lnTo>
                <a:lnTo>
                  <a:pt x="1043" y="11700"/>
                </a:lnTo>
                <a:cubicBezTo>
                  <a:pt x="420" y="11845"/>
                  <a:pt x="-16" y="12409"/>
                  <a:pt x="1" y="13050"/>
                </a:cubicBezTo>
                <a:lnTo>
                  <a:pt x="1" y="20250"/>
                </a:lnTo>
                <a:cubicBezTo>
                  <a:pt x="1" y="20996"/>
                  <a:pt x="604" y="21600"/>
                  <a:pt x="1349" y="21600"/>
                </a:cubicBezTo>
                <a:lnTo>
                  <a:pt x="20219" y="21600"/>
                </a:lnTo>
                <a:cubicBezTo>
                  <a:pt x="20964" y="21600"/>
                  <a:pt x="21567" y="20996"/>
                  <a:pt x="21567" y="20250"/>
                </a:cubicBezTo>
                <a:lnTo>
                  <a:pt x="21567" y="13050"/>
                </a:lnTo>
                <a:cubicBezTo>
                  <a:pt x="21584" y="12409"/>
                  <a:pt x="21148" y="11845"/>
                  <a:pt x="20525" y="11700"/>
                </a:cubicBezTo>
                <a:moveTo>
                  <a:pt x="18198" y="14400"/>
                </a:moveTo>
                <a:lnTo>
                  <a:pt x="18198" y="18900"/>
                </a:lnTo>
                <a:cubicBezTo>
                  <a:pt x="18198" y="19273"/>
                  <a:pt x="17896" y="19575"/>
                  <a:pt x="17524" y="19575"/>
                </a:cubicBezTo>
                <a:cubicBezTo>
                  <a:pt x="17152" y="19575"/>
                  <a:pt x="16850" y="19273"/>
                  <a:pt x="16850" y="18900"/>
                </a:cubicBezTo>
                <a:lnTo>
                  <a:pt x="16850" y="14400"/>
                </a:lnTo>
                <a:cubicBezTo>
                  <a:pt x="16850" y="14027"/>
                  <a:pt x="17152" y="13725"/>
                  <a:pt x="17524" y="13725"/>
                </a:cubicBezTo>
                <a:cubicBezTo>
                  <a:pt x="17896" y="13725"/>
                  <a:pt x="18198" y="14027"/>
                  <a:pt x="18198" y="14400"/>
                </a:cubicBezTo>
                <a:moveTo>
                  <a:pt x="13704" y="14400"/>
                </a:moveTo>
                <a:lnTo>
                  <a:pt x="13704" y="18900"/>
                </a:lnTo>
                <a:cubicBezTo>
                  <a:pt x="13704" y="19273"/>
                  <a:pt x="13403" y="19575"/>
                  <a:pt x="13030" y="19575"/>
                </a:cubicBezTo>
                <a:cubicBezTo>
                  <a:pt x="12658" y="19575"/>
                  <a:pt x="12357" y="19273"/>
                  <a:pt x="12357" y="18900"/>
                </a:cubicBezTo>
                <a:lnTo>
                  <a:pt x="12357" y="14400"/>
                </a:lnTo>
                <a:cubicBezTo>
                  <a:pt x="12357" y="14027"/>
                  <a:pt x="12658" y="13725"/>
                  <a:pt x="13030" y="13725"/>
                </a:cubicBezTo>
                <a:cubicBezTo>
                  <a:pt x="13403" y="13725"/>
                  <a:pt x="13704" y="14027"/>
                  <a:pt x="13704" y="14400"/>
                </a:cubicBezTo>
                <a:moveTo>
                  <a:pt x="9211" y="14400"/>
                </a:moveTo>
                <a:lnTo>
                  <a:pt x="9211" y="18900"/>
                </a:lnTo>
                <a:cubicBezTo>
                  <a:pt x="9211" y="19273"/>
                  <a:pt x="8909" y="19575"/>
                  <a:pt x="8537" y="19575"/>
                </a:cubicBezTo>
                <a:cubicBezTo>
                  <a:pt x="8165" y="19575"/>
                  <a:pt x="7863" y="19273"/>
                  <a:pt x="7863" y="18900"/>
                </a:cubicBezTo>
                <a:lnTo>
                  <a:pt x="7863" y="14400"/>
                </a:lnTo>
                <a:cubicBezTo>
                  <a:pt x="7863" y="14027"/>
                  <a:pt x="8165" y="13725"/>
                  <a:pt x="8537" y="13725"/>
                </a:cubicBezTo>
                <a:cubicBezTo>
                  <a:pt x="8909" y="13725"/>
                  <a:pt x="9211" y="14027"/>
                  <a:pt x="9211" y="14400"/>
                </a:cubicBezTo>
                <a:moveTo>
                  <a:pt x="4718" y="14400"/>
                </a:moveTo>
                <a:lnTo>
                  <a:pt x="4718" y="18900"/>
                </a:lnTo>
                <a:cubicBezTo>
                  <a:pt x="4718" y="19273"/>
                  <a:pt x="4416" y="19575"/>
                  <a:pt x="4044" y="19575"/>
                </a:cubicBezTo>
                <a:cubicBezTo>
                  <a:pt x="3672" y="19575"/>
                  <a:pt x="3370" y="19273"/>
                  <a:pt x="3370" y="18900"/>
                </a:cubicBezTo>
                <a:lnTo>
                  <a:pt x="3370" y="14400"/>
                </a:lnTo>
                <a:cubicBezTo>
                  <a:pt x="3370" y="14027"/>
                  <a:pt x="3672" y="13725"/>
                  <a:pt x="4044" y="13725"/>
                </a:cubicBezTo>
                <a:cubicBezTo>
                  <a:pt x="4416" y="13725"/>
                  <a:pt x="4718" y="14027"/>
                  <a:pt x="4718" y="14400"/>
                </a:cubicBezTo>
                <a:moveTo>
                  <a:pt x="10784" y="8100"/>
                </a:moveTo>
                <a:cubicBezTo>
                  <a:pt x="12273" y="8100"/>
                  <a:pt x="13480" y="6891"/>
                  <a:pt x="13480" y="5400"/>
                </a:cubicBezTo>
                <a:cubicBezTo>
                  <a:pt x="13480" y="4903"/>
                  <a:pt x="13078" y="4500"/>
                  <a:pt x="12581" y="4500"/>
                </a:cubicBezTo>
                <a:cubicBezTo>
                  <a:pt x="12085" y="4500"/>
                  <a:pt x="11683" y="4903"/>
                  <a:pt x="11683" y="5400"/>
                </a:cubicBezTo>
                <a:cubicBezTo>
                  <a:pt x="11683" y="5897"/>
                  <a:pt x="11280" y="6300"/>
                  <a:pt x="10784" y="6300"/>
                </a:cubicBezTo>
                <a:cubicBezTo>
                  <a:pt x="10288" y="6300"/>
                  <a:pt x="9885" y="5897"/>
                  <a:pt x="9885" y="5400"/>
                </a:cubicBezTo>
                <a:cubicBezTo>
                  <a:pt x="9907" y="5015"/>
                  <a:pt x="10159" y="4681"/>
                  <a:pt x="10523" y="4554"/>
                </a:cubicBezTo>
                <a:cubicBezTo>
                  <a:pt x="11221" y="4288"/>
                  <a:pt x="11683" y="3619"/>
                  <a:pt x="11683" y="2871"/>
                </a:cubicBezTo>
                <a:lnTo>
                  <a:pt x="11683" y="900"/>
                </a:lnTo>
                <a:cubicBezTo>
                  <a:pt x="11683" y="403"/>
                  <a:pt x="11280" y="0"/>
                  <a:pt x="10784" y="0"/>
                </a:cubicBezTo>
                <a:cubicBezTo>
                  <a:pt x="10288" y="0"/>
                  <a:pt x="9885" y="403"/>
                  <a:pt x="9885" y="900"/>
                </a:cubicBezTo>
                <a:lnTo>
                  <a:pt x="9885" y="2700"/>
                </a:lnTo>
                <a:cubicBezTo>
                  <a:pt x="9886" y="2790"/>
                  <a:pt x="9833" y="2871"/>
                  <a:pt x="9751" y="2907"/>
                </a:cubicBezTo>
                <a:cubicBezTo>
                  <a:pt x="8564" y="3401"/>
                  <a:pt x="7891" y="4666"/>
                  <a:pt x="8142" y="5928"/>
                </a:cubicBezTo>
                <a:cubicBezTo>
                  <a:pt x="8393" y="7190"/>
                  <a:pt x="9499" y="8099"/>
                  <a:pt x="10784" y="8100"/>
                </a:cubicBezTo>
              </a:path>
            </a:pathLst>
          </a:cu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4" name="Rounded Rectangle 12"/>
          <p:cNvSpPr/>
          <p:nvPr/>
        </p:nvSpPr>
        <p:spPr>
          <a:xfrm>
            <a:off x="5067004" y="4675398"/>
            <a:ext cx="381630" cy="3735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591" extrusionOk="0">
                <a:moveTo>
                  <a:pt x="262" y="266"/>
                </a:moveTo>
                <a:cubicBezTo>
                  <a:pt x="437" y="91"/>
                  <a:pt x="674" y="-5"/>
                  <a:pt x="919" y="0"/>
                </a:cubicBezTo>
                <a:lnTo>
                  <a:pt x="9188" y="0"/>
                </a:lnTo>
                <a:cubicBezTo>
                  <a:pt x="9434" y="-5"/>
                  <a:pt x="9671" y="91"/>
                  <a:pt x="9846" y="266"/>
                </a:cubicBezTo>
                <a:cubicBezTo>
                  <a:pt x="10018" y="446"/>
                  <a:pt x="10111" y="688"/>
                  <a:pt x="10107" y="938"/>
                </a:cubicBezTo>
                <a:lnTo>
                  <a:pt x="10107" y="1408"/>
                </a:lnTo>
                <a:lnTo>
                  <a:pt x="12404" y="1408"/>
                </a:lnTo>
                <a:cubicBezTo>
                  <a:pt x="12750" y="1408"/>
                  <a:pt x="13112" y="1530"/>
                  <a:pt x="13387" y="1811"/>
                </a:cubicBezTo>
                <a:cubicBezTo>
                  <a:pt x="13663" y="2093"/>
                  <a:pt x="13782" y="2462"/>
                  <a:pt x="13782" y="2816"/>
                </a:cubicBezTo>
                <a:lnTo>
                  <a:pt x="13782" y="7510"/>
                </a:lnTo>
                <a:lnTo>
                  <a:pt x="15160" y="7510"/>
                </a:lnTo>
                <a:lnTo>
                  <a:pt x="15160" y="7040"/>
                </a:lnTo>
                <a:cubicBezTo>
                  <a:pt x="15156" y="6790"/>
                  <a:pt x="15250" y="6547"/>
                  <a:pt x="15421" y="6368"/>
                </a:cubicBezTo>
                <a:cubicBezTo>
                  <a:pt x="15597" y="6193"/>
                  <a:pt x="15834" y="6097"/>
                  <a:pt x="16079" y="6101"/>
                </a:cubicBezTo>
                <a:lnTo>
                  <a:pt x="20673" y="6101"/>
                </a:lnTo>
                <a:cubicBezTo>
                  <a:pt x="20918" y="6097"/>
                  <a:pt x="21155" y="6193"/>
                  <a:pt x="21331" y="6368"/>
                </a:cubicBezTo>
                <a:cubicBezTo>
                  <a:pt x="21502" y="6547"/>
                  <a:pt x="21596" y="6790"/>
                  <a:pt x="21592" y="7040"/>
                </a:cubicBezTo>
                <a:lnTo>
                  <a:pt x="21592" y="9856"/>
                </a:lnTo>
                <a:cubicBezTo>
                  <a:pt x="21592" y="10086"/>
                  <a:pt x="21490" y="10310"/>
                  <a:pt x="21352" y="10470"/>
                </a:cubicBezTo>
                <a:cubicBezTo>
                  <a:pt x="21183" y="10674"/>
                  <a:pt x="20935" y="10793"/>
                  <a:pt x="20673" y="10795"/>
                </a:cubicBezTo>
                <a:lnTo>
                  <a:pt x="16079" y="10795"/>
                </a:lnTo>
                <a:cubicBezTo>
                  <a:pt x="15834" y="10799"/>
                  <a:pt x="15597" y="10704"/>
                  <a:pt x="15421" y="10529"/>
                </a:cubicBezTo>
                <a:cubicBezTo>
                  <a:pt x="15250" y="10349"/>
                  <a:pt x="15156" y="10107"/>
                  <a:pt x="15160" y="9856"/>
                </a:cubicBezTo>
                <a:lnTo>
                  <a:pt x="15160" y="9387"/>
                </a:lnTo>
                <a:lnTo>
                  <a:pt x="13323" y="9387"/>
                </a:lnTo>
                <a:cubicBezTo>
                  <a:pt x="12956" y="9392"/>
                  <a:pt x="12602" y="9246"/>
                  <a:pt x="12340" y="8983"/>
                </a:cubicBezTo>
                <a:cubicBezTo>
                  <a:pt x="12083" y="8716"/>
                  <a:pt x="11940" y="8354"/>
                  <a:pt x="11945" y="7979"/>
                </a:cubicBezTo>
                <a:lnTo>
                  <a:pt x="11945" y="3285"/>
                </a:lnTo>
                <a:lnTo>
                  <a:pt x="10107" y="3285"/>
                </a:lnTo>
                <a:lnTo>
                  <a:pt x="10107" y="3755"/>
                </a:lnTo>
                <a:cubicBezTo>
                  <a:pt x="10107" y="3985"/>
                  <a:pt x="10005" y="4208"/>
                  <a:pt x="9867" y="4369"/>
                </a:cubicBezTo>
                <a:cubicBezTo>
                  <a:pt x="9698" y="4572"/>
                  <a:pt x="9450" y="4691"/>
                  <a:pt x="9188" y="4693"/>
                </a:cubicBezTo>
                <a:lnTo>
                  <a:pt x="919" y="4693"/>
                </a:lnTo>
                <a:cubicBezTo>
                  <a:pt x="674" y="4698"/>
                  <a:pt x="437" y="4602"/>
                  <a:pt x="262" y="4427"/>
                </a:cubicBezTo>
                <a:cubicBezTo>
                  <a:pt x="90" y="4247"/>
                  <a:pt x="-4" y="4005"/>
                  <a:pt x="1" y="3755"/>
                </a:cubicBezTo>
                <a:lnTo>
                  <a:pt x="1" y="938"/>
                </a:lnTo>
                <a:cubicBezTo>
                  <a:pt x="1" y="691"/>
                  <a:pt x="83" y="448"/>
                  <a:pt x="262" y="266"/>
                </a:cubicBezTo>
                <a:moveTo>
                  <a:pt x="12404" y="16897"/>
                </a:moveTo>
                <a:cubicBezTo>
                  <a:pt x="12159" y="16893"/>
                  <a:pt x="11922" y="16989"/>
                  <a:pt x="11746" y="17164"/>
                </a:cubicBezTo>
                <a:cubicBezTo>
                  <a:pt x="11575" y="17343"/>
                  <a:pt x="11481" y="17585"/>
                  <a:pt x="11485" y="17836"/>
                </a:cubicBezTo>
                <a:lnTo>
                  <a:pt x="11485" y="18305"/>
                </a:lnTo>
                <a:lnTo>
                  <a:pt x="10567" y="18305"/>
                </a:lnTo>
                <a:lnTo>
                  <a:pt x="10567" y="11265"/>
                </a:lnTo>
                <a:cubicBezTo>
                  <a:pt x="10571" y="10890"/>
                  <a:pt x="10429" y="10528"/>
                  <a:pt x="10171" y="10260"/>
                </a:cubicBezTo>
                <a:cubicBezTo>
                  <a:pt x="9910" y="9997"/>
                  <a:pt x="9555" y="9852"/>
                  <a:pt x="9188" y="9856"/>
                </a:cubicBezTo>
                <a:lnTo>
                  <a:pt x="7810" y="9856"/>
                </a:lnTo>
                <a:lnTo>
                  <a:pt x="7810" y="9387"/>
                </a:lnTo>
                <a:cubicBezTo>
                  <a:pt x="7815" y="9136"/>
                  <a:pt x="7721" y="8894"/>
                  <a:pt x="7549" y="8715"/>
                </a:cubicBezTo>
                <a:cubicBezTo>
                  <a:pt x="7374" y="8540"/>
                  <a:pt x="7137" y="8444"/>
                  <a:pt x="6891" y="8448"/>
                </a:cubicBezTo>
                <a:lnTo>
                  <a:pt x="2298" y="8448"/>
                </a:lnTo>
                <a:cubicBezTo>
                  <a:pt x="2052" y="8444"/>
                  <a:pt x="1815" y="8540"/>
                  <a:pt x="1640" y="8715"/>
                </a:cubicBezTo>
                <a:cubicBezTo>
                  <a:pt x="1468" y="8894"/>
                  <a:pt x="1374" y="9136"/>
                  <a:pt x="1379" y="9387"/>
                </a:cubicBezTo>
                <a:lnTo>
                  <a:pt x="1379" y="12203"/>
                </a:lnTo>
                <a:cubicBezTo>
                  <a:pt x="1375" y="12454"/>
                  <a:pt x="1468" y="12696"/>
                  <a:pt x="1640" y="12875"/>
                </a:cubicBezTo>
                <a:cubicBezTo>
                  <a:pt x="1815" y="13051"/>
                  <a:pt x="2052" y="13146"/>
                  <a:pt x="2298" y="13142"/>
                </a:cubicBezTo>
                <a:lnTo>
                  <a:pt x="6891" y="13142"/>
                </a:lnTo>
                <a:cubicBezTo>
                  <a:pt x="7192" y="13142"/>
                  <a:pt x="7424" y="12987"/>
                  <a:pt x="7570" y="12817"/>
                </a:cubicBezTo>
                <a:cubicBezTo>
                  <a:pt x="7708" y="12657"/>
                  <a:pt x="7810" y="12433"/>
                  <a:pt x="7810" y="12203"/>
                </a:cubicBezTo>
                <a:lnTo>
                  <a:pt x="7810" y="11734"/>
                </a:lnTo>
                <a:lnTo>
                  <a:pt x="8729" y="11734"/>
                </a:lnTo>
                <a:lnTo>
                  <a:pt x="8729" y="18775"/>
                </a:lnTo>
                <a:cubicBezTo>
                  <a:pt x="8729" y="19128"/>
                  <a:pt x="8848" y="19497"/>
                  <a:pt x="9124" y="19779"/>
                </a:cubicBezTo>
                <a:cubicBezTo>
                  <a:pt x="9400" y="20061"/>
                  <a:pt x="9761" y="20183"/>
                  <a:pt x="10107" y="20183"/>
                </a:cubicBezTo>
                <a:lnTo>
                  <a:pt x="11485" y="20183"/>
                </a:lnTo>
                <a:lnTo>
                  <a:pt x="11485" y="20652"/>
                </a:lnTo>
                <a:cubicBezTo>
                  <a:pt x="11481" y="20903"/>
                  <a:pt x="11575" y="21145"/>
                  <a:pt x="11746" y="21324"/>
                </a:cubicBezTo>
                <a:cubicBezTo>
                  <a:pt x="11922" y="21499"/>
                  <a:pt x="12159" y="21595"/>
                  <a:pt x="12404" y="21591"/>
                </a:cubicBezTo>
                <a:lnTo>
                  <a:pt x="20673" y="21591"/>
                </a:lnTo>
                <a:cubicBezTo>
                  <a:pt x="20974" y="21591"/>
                  <a:pt x="21206" y="21436"/>
                  <a:pt x="21352" y="21266"/>
                </a:cubicBezTo>
                <a:cubicBezTo>
                  <a:pt x="21490" y="21105"/>
                  <a:pt x="21592" y="20882"/>
                  <a:pt x="21592" y="20652"/>
                </a:cubicBezTo>
                <a:lnTo>
                  <a:pt x="21592" y="17836"/>
                </a:lnTo>
                <a:cubicBezTo>
                  <a:pt x="21596" y="17585"/>
                  <a:pt x="21502" y="17343"/>
                  <a:pt x="21331" y="17164"/>
                </a:cubicBezTo>
                <a:cubicBezTo>
                  <a:pt x="21155" y="16989"/>
                  <a:pt x="20918" y="16893"/>
                  <a:pt x="20673" y="16897"/>
                </a:cubicBezTo>
                <a:lnTo>
                  <a:pt x="12404" y="16897"/>
                </a:lnTo>
              </a:path>
            </a:pathLst>
          </a:cu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35" name="TextBox 13"/>
          <p:cNvSpPr txBox="1"/>
          <p:nvPr/>
        </p:nvSpPr>
        <p:spPr>
          <a:xfrm>
            <a:off x="4562986" y="1032536"/>
            <a:ext cx="30820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Methods and Why These Methods</a:t>
            </a:r>
          </a:p>
        </p:txBody>
      </p:sp>
      <p:sp>
        <p:nvSpPr>
          <p:cNvPr id="236" name="TextBox 14"/>
          <p:cNvSpPr txBox="1"/>
          <p:nvPr/>
        </p:nvSpPr>
        <p:spPr>
          <a:xfrm>
            <a:off x="3830575" y="2107522"/>
            <a:ext cx="10038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 b="1">
                <a:solidFill>
                  <a:srgbClr val="43DD9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Decision Tree</a:t>
            </a:r>
          </a:p>
        </p:txBody>
      </p:sp>
      <p:sp>
        <p:nvSpPr>
          <p:cNvPr id="237" name="TextBox 15"/>
          <p:cNvSpPr txBox="1"/>
          <p:nvPr/>
        </p:nvSpPr>
        <p:spPr>
          <a:xfrm>
            <a:off x="7429555" y="2010086"/>
            <a:ext cx="1768055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Bagging </a:t>
            </a:r>
          </a:p>
          <a:p>
            <a:pPr>
              <a:defRPr sz="1200" b="1">
                <a:solidFill>
                  <a:srgbClr val="FB676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(Bootstrap Aggregating)</a:t>
            </a:r>
          </a:p>
        </p:txBody>
      </p:sp>
      <p:sp>
        <p:nvSpPr>
          <p:cNvPr id="238" name="TextBox 16"/>
          <p:cNvSpPr txBox="1"/>
          <p:nvPr/>
        </p:nvSpPr>
        <p:spPr>
          <a:xfrm>
            <a:off x="2941676" y="2521546"/>
            <a:ext cx="191317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Chosen for interpretability and as a baseline model. </a:t>
            </a:r>
          </a:p>
          <a:p>
            <a:pPr algn="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Captures non-linear interactions between vocal measures &amp; PD..</a:t>
            </a:r>
          </a:p>
        </p:txBody>
      </p:sp>
      <p:sp>
        <p:nvSpPr>
          <p:cNvPr id="239" name="TextBox 17"/>
          <p:cNvSpPr txBox="1"/>
          <p:nvPr/>
        </p:nvSpPr>
        <p:spPr>
          <a:xfrm>
            <a:off x="7428524" y="2500282"/>
            <a:ext cx="1899775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Reduces variance and stabilizes Decision Tree predictions.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Addresses noisy features typical in vocal measurements.</a:t>
            </a:r>
          </a:p>
        </p:txBody>
      </p:sp>
      <p:sp>
        <p:nvSpPr>
          <p:cNvPr id="240" name="TextBox 18"/>
          <p:cNvSpPr txBox="1"/>
          <p:nvPr/>
        </p:nvSpPr>
        <p:spPr>
          <a:xfrm>
            <a:off x="3725220" y="4445987"/>
            <a:ext cx="11304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1200" b="1">
                <a:solidFill>
                  <a:srgbClr val="F7943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Random Forest</a:t>
            </a:r>
          </a:p>
        </p:txBody>
      </p:sp>
      <p:sp>
        <p:nvSpPr>
          <p:cNvPr id="241" name="TextBox 19"/>
          <p:cNvSpPr txBox="1"/>
          <p:nvPr/>
        </p:nvSpPr>
        <p:spPr>
          <a:xfrm>
            <a:off x="7421436" y="4430914"/>
            <a:ext cx="13419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 b="1">
                <a:solidFill>
                  <a:srgbClr val="4F91FC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Gradient Boosting</a:t>
            </a:r>
          </a:p>
        </p:txBody>
      </p:sp>
      <p:sp>
        <p:nvSpPr>
          <p:cNvPr id="242" name="TextBox 20"/>
          <p:cNvSpPr txBox="1"/>
          <p:nvPr/>
        </p:nvSpPr>
        <p:spPr>
          <a:xfrm>
            <a:off x="2573078" y="4734236"/>
            <a:ext cx="2282573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Extends bagging via random feature selection. </a:t>
            </a:r>
          </a:p>
          <a:p>
            <a:pPr algn="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Handles complex feature correlations in voice biomarkers.</a:t>
            </a:r>
          </a:p>
          <a:p>
            <a:pPr algn="r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Known to perform well on biomedical datasets.</a:t>
            </a:r>
          </a:p>
        </p:txBody>
      </p:sp>
      <p:sp>
        <p:nvSpPr>
          <p:cNvPr id="243" name="TextBox 21"/>
          <p:cNvSpPr txBox="1"/>
          <p:nvPr/>
        </p:nvSpPr>
        <p:spPr>
          <a:xfrm>
            <a:off x="7421436" y="4708076"/>
            <a:ext cx="1899775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Sequentially corrects errors of previous learners.</a:t>
            </a:r>
          </a:p>
          <a:p>
            <a:pPr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Often yields top performance in structured clinical data.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ounded Rectangle 3"/>
          <p:cNvSpPr/>
          <p:nvPr/>
        </p:nvSpPr>
        <p:spPr>
          <a:xfrm>
            <a:off x="1288355" y="1185204"/>
            <a:ext cx="4162801" cy="1519532"/>
          </a:xfrm>
          <a:prstGeom prst="rect">
            <a:avLst/>
          </a:prstGeom>
          <a:solidFill>
            <a:srgbClr val="41735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49" name="Rounded Rectangle 3"/>
          <p:cNvSpPr/>
          <p:nvPr/>
        </p:nvSpPr>
        <p:spPr>
          <a:xfrm>
            <a:off x="6437862" y="2955731"/>
            <a:ext cx="4198186" cy="1366948"/>
          </a:xfrm>
          <a:prstGeom prst="rect">
            <a:avLst/>
          </a:prstGeom>
          <a:solidFill>
            <a:srgbClr val="41735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45" name="Rounded Rectangle 9"/>
          <p:cNvSpPr/>
          <p:nvPr/>
        </p:nvSpPr>
        <p:spPr>
          <a:xfrm>
            <a:off x="6021072" y="1138148"/>
            <a:ext cx="475488" cy="751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423"/>
                </a:moveTo>
                <a:cubicBezTo>
                  <a:pt x="48" y="1551"/>
                  <a:pt x="3414" y="0"/>
                  <a:pt x="7559" y="0"/>
                </a:cubicBezTo>
                <a:lnTo>
                  <a:pt x="8640" y="0"/>
                </a:lnTo>
                <a:lnTo>
                  <a:pt x="8640" y="82"/>
                </a:lnTo>
                <a:lnTo>
                  <a:pt x="21600" y="82"/>
                </a:lnTo>
                <a:lnTo>
                  <a:pt x="21600" y="21600"/>
                </a:lnTo>
                <a:lnTo>
                  <a:pt x="8640" y="21600"/>
                </a:lnTo>
                <a:lnTo>
                  <a:pt x="8640" y="21559"/>
                </a:lnTo>
                <a:lnTo>
                  <a:pt x="7559" y="21559"/>
                </a:lnTo>
                <a:cubicBezTo>
                  <a:pt x="3414" y="21559"/>
                  <a:pt x="48" y="20049"/>
                  <a:pt x="0" y="18177"/>
                </a:cubicBezTo>
                <a:lnTo>
                  <a:pt x="0" y="3423"/>
                </a:lnTo>
              </a:path>
            </a:pathLst>
          </a:custGeom>
          <a:solidFill>
            <a:srgbClr val="42639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46" name="Rounded Rectangle 10"/>
          <p:cNvSpPr/>
          <p:nvPr/>
        </p:nvSpPr>
        <p:spPr>
          <a:xfrm>
            <a:off x="6021072" y="1138358"/>
            <a:ext cx="475488" cy="751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21600"/>
                </a:moveTo>
                <a:lnTo>
                  <a:pt x="7559" y="21600"/>
                </a:lnTo>
                <a:cubicBezTo>
                  <a:pt x="3414" y="21600"/>
                  <a:pt x="48" y="20043"/>
                  <a:pt x="0" y="18164"/>
                </a:cubicBezTo>
                <a:moveTo>
                  <a:pt x="864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8640" y="21600"/>
                </a:lnTo>
                <a:moveTo>
                  <a:pt x="0" y="3355"/>
                </a:moveTo>
                <a:lnTo>
                  <a:pt x="0" y="18245"/>
                </a:lnTo>
                <a:moveTo>
                  <a:pt x="0" y="10800"/>
                </a:moveTo>
                <a:lnTo>
                  <a:pt x="0" y="10718"/>
                </a:lnTo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516"/>
                  <a:pt x="0" y="3395"/>
                </a:cubicBezTo>
              </a:path>
            </a:pathLst>
          </a:cu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47" name="Rounded Rectangle 19"/>
          <p:cNvSpPr/>
          <p:nvPr/>
        </p:nvSpPr>
        <p:spPr>
          <a:xfrm>
            <a:off x="3791343" y="4635757"/>
            <a:ext cx="475489" cy="755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791"/>
                </a:moveTo>
                <a:cubicBezTo>
                  <a:pt x="48" y="1265"/>
                  <a:pt x="3414" y="0"/>
                  <a:pt x="7559" y="0"/>
                </a:cubicBezTo>
                <a:lnTo>
                  <a:pt x="8640" y="0"/>
                </a:lnTo>
                <a:lnTo>
                  <a:pt x="8640" y="66"/>
                </a:lnTo>
                <a:lnTo>
                  <a:pt x="21600" y="66"/>
                </a:lnTo>
                <a:lnTo>
                  <a:pt x="21600" y="21600"/>
                </a:lnTo>
                <a:lnTo>
                  <a:pt x="8640" y="21600"/>
                </a:lnTo>
                <a:lnTo>
                  <a:pt x="8640" y="21567"/>
                </a:lnTo>
                <a:lnTo>
                  <a:pt x="7559" y="21567"/>
                </a:lnTo>
                <a:cubicBezTo>
                  <a:pt x="3414" y="21567"/>
                  <a:pt x="48" y="20335"/>
                  <a:pt x="0" y="18809"/>
                </a:cubicBezTo>
                <a:lnTo>
                  <a:pt x="0" y="2791"/>
                </a:lnTo>
              </a:path>
            </a:pathLst>
          </a:custGeom>
          <a:solidFill>
            <a:srgbClr val="5A48A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48" name="TextBox 37"/>
          <p:cNvSpPr txBox="1"/>
          <p:nvPr/>
        </p:nvSpPr>
        <p:spPr>
          <a:xfrm>
            <a:off x="3965587" y="4947760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769FD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5</a:t>
            </a:r>
          </a:p>
        </p:txBody>
      </p:sp>
      <p:sp>
        <p:nvSpPr>
          <p:cNvPr id="251" name="Rounded Rectangle 1"/>
          <p:cNvSpPr/>
          <p:nvPr/>
        </p:nvSpPr>
        <p:spPr>
          <a:xfrm>
            <a:off x="817374" y="1180691"/>
            <a:ext cx="475489" cy="768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625"/>
                  <a:pt x="0" y="3586"/>
                </a:cubicBezTo>
                <a:lnTo>
                  <a:pt x="0" y="18014"/>
                </a:lnTo>
                <a:cubicBezTo>
                  <a:pt x="48" y="19975"/>
                  <a:pt x="3414" y="21557"/>
                  <a:pt x="7559" y="21557"/>
                </a:cubicBezTo>
                <a:lnTo>
                  <a:pt x="8640" y="21557"/>
                </a:lnTo>
                <a:lnTo>
                  <a:pt x="8640" y="21600"/>
                </a:lnTo>
                <a:lnTo>
                  <a:pt x="21600" y="21600"/>
                </a:lnTo>
                <a:lnTo>
                  <a:pt x="21600" y="85"/>
                </a:lnTo>
                <a:lnTo>
                  <a:pt x="8640" y="85"/>
                </a:lnTo>
                <a:lnTo>
                  <a:pt x="8640" y="0"/>
                </a:lnTo>
              </a:path>
            </a:pathLst>
          </a:custGeom>
          <a:solidFill>
            <a:srgbClr val="41735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2" name="Rounded Rectangle 2"/>
          <p:cNvSpPr/>
          <p:nvPr/>
        </p:nvSpPr>
        <p:spPr>
          <a:xfrm>
            <a:off x="815941" y="1185699"/>
            <a:ext cx="475489" cy="75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8640" y="21600"/>
                </a:lnTo>
                <a:moveTo>
                  <a:pt x="8640" y="21600"/>
                </a:moveTo>
                <a:lnTo>
                  <a:pt x="7559" y="21600"/>
                </a:lnTo>
                <a:cubicBezTo>
                  <a:pt x="3414" y="21600"/>
                  <a:pt x="48" y="19968"/>
                  <a:pt x="0" y="18000"/>
                </a:cubicBezTo>
                <a:moveTo>
                  <a:pt x="0" y="3514"/>
                </a:moveTo>
                <a:lnTo>
                  <a:pt x="0" y="18086"/>
                </a:lnTo>
                <a:moveTo>
                  <a:pt x="0" y="10800"/>
                </a:moveTo>
                <a:lnTo>
                  <a:pt x="0" y="10714"/>
                </a:lnTo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589"/>
                  <a:pt x="0" y="3557"/>
                </a:cubicBezTo>
              </a:path>
            </a:pathLst>
          </a:cu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3" name="Rounded Rectangle 4"/>
          <p:cNvSpPr/>
          <p:nvPr/>
        </p:nvSpPr>
        <p:spPr>
          <a:xfrm>
            <a:off x="1299248" y="1185697"/>
            <a:ext cx="4156857" cy="1528984"/>
          </a:xfrm>
          <a:prstGeom prst="rect">
            <a:avLst/>
          </a:pr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4" name="Rounded Rectangle 5"/>
          <p:cNvSpPr/>
          <p:nvPr/>
        </p:nvSpPr>
        <p:spPr>
          <a:xfrm>
            <a:off x="804140" y="2993851"/>
            <a:ext cx="475489" cy="764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700"/>
                </a:moveTo>
                <a:cubicBezTo>
                  <a:pt x="48" y="2130"/>
                  <a:pt x="3414" y="0"/>
                  <a:pt x="7559" y="0"/>
                </a:cubicBezTo>
                <a:lnTo>
                  <a:pt x="8640" y="0"/>
                </a:lnTo>
                <a:lnTo>
                  <a:pt x="8640" y="112"/>
                </a:lnTo>
                <a:lnTo>
                  <a:pt x="21600" y="112"/>
                </a:lnTo>
                <a:lnTo>
                  <a:pt x="21600" y="21600"/>
                </a:lnTo>
                <a:lnTo>
                  <a:pt x="8640" y="21600"/>
                </a:lnTo>
                <a:lnTo>
                  <a:pt x="8640" y="21544"/>
                </a:lnTo>
                <a:lnTo>
                  <a:pt x="7559" y="21544"/>
                </a:lnTo>
                <a:cubicBezTo>
                  <a:pt x="3414" y="21544"/>
                  <a:pt x="48" y="19470"/>
                  <a:pt x="0" y="16899"/>
                </a:cubicBezTo>
                <a:lnTo>
                  <a:pt x="0" y="4700"/>
                </a:lnTo>
              </a:path>
            </a:pathLst>
          </a:custGeom>
          <a:solidFill>
            <a:srgbClr val="60703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5" name="Rounded Rectangle 6"/>
          <p:cNvSpPr/>
          <p:nvPr/>
        </p:nvSpPr>
        <p:spPr>
          <a:xfrm>
            <a:off x="804140" y="3006513"/>
            <a:ext cx="475489" cy="760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21600"/>
                </a:moveTo>
                <a:lnTo>
                  <a:pt x="7559" y="21600"/>
                </a:lnTo>
                <a:cubicBezTo>
                  <a:pt x="3414" y="21600"/>
                  <a:pt x="48" y="19459"/>
                  <a:pt x="0" y="16875"/>
                </a:cubicBezTo>
                <a:moveTo>
                  <a:pt x="864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8640" y="21600"/>
                </a:lnTo>
                <a:moveTo>
                  <a:pt x="0" y="4612"/>
                </a:moveTo>
                <a:lnTo>
                  <a:pt x="0" y="16988"/>
                </a:lnTo>
                <a:moveTo>
                  <a:pt x="0" y="10800"/>
                </a:moveTo>
                <a:lnTo>
                  <a:pt x="0" y="10688"/>
                </a:lnTo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2085"/>
                  <a:pt x="0" y="4669"/>
                </a:cubicBezTo>
              </a:path>
            </a:pathLst>
          </a:cu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6" name="Rounded Rectangle 7"/>
          <p:cNvSpPr/>
          <p:nvPr/>
        </p:nvSpPr>
        <p:spPr>
          <a:xfrm>
            <a:off x="1279627" y="2993851"/>
            <a:ext cx="4162801" cy="1338185"/>
          </a:xfrm>
          <a:prstGeom prst="rect">
            <a:avLst/>
          </a:prstGeom>
          <a:solidFill>
            <a:srgbClr val="60703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7" name="Rounded Rectangle 8"/>
          <p:cNvSpPr/>
          <p:nvPr/>
        </p:nvSpPr>
        <p:spPr>
          <a:xfrm>
            <a:off x="1279628" y="3003207"/>
            <a:ext cx="4159828" cy="1319472"/>
          </a:xfrm>
          <a:prstGeom prst="rect">
            <a:avLst/>
          </a:pr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8" name="Rounded Rectangle 11"/>
          <p:cNvSpPr/>
          <p:nvPr/>
        </p:nvSpPr>
        <p:spPr>
          <a:xfrm>
            <a:off x="6496560" y="1134187"/>
            <a:ext cx="4141016" cy="1550756"/>
          </a:xfrm>
          <a:prstGeom prst="rect">
            <a:avLst/>
          </a:prstGeom>
          <a:solidFill>
            <a:srgbClr val="42639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59" name="Rounded Rectangle 12"/>
          <p:cNvSpPr/>
          <p:nvPr/>
        </p:nvSpPr>
        <p:spPr>
          <a:xfrm>
            <a:off x="6496560" y="1142913"/>
            <a:ext cx="4141016" cy="1542030"/>
          </a:xfrm>
          <a:prstGeom prst="rect">
            <a:avLst/>
          </a:pr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60" name="Rounded Rectangle 20"/>
          <p:cNvSpPr/>
          <p:nvPr/>
        </p:nvSpPr>
        <p:spPr>
          <a:xfrm>
            <a:off x="3791338" y="4651075"/>
            <a:ext cx="475489" cy="745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21600"/>
                </a:moveTo>
                <a:lnTo>
                  <a:pt x="7559" y="21600"/>
                </a:lnTo>
                <a:cubicBezTo>
                  <a:pt x="3414" y="21600"/>
                  <a:pt x="48" y="20331"/>
                  <a:pt x="0" y="18800"/>
                </a:cubicBezTo>
                <a:moveTo>
                  <a:pt x="864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8640" y="21600"/>
                </a:lnTo>
                <a:moveTo>
                  <a:pt x="0" y="2733"/>
                </a:moveTo>
                <a:lnTo>
                  <a:pt x="0" y="18867"/>
                </a:lnTo>
                <a:moveTo>
                  <a:pt x="0" y="10800"/>
                </a:moveTo>
                <a:lnTo>
                  <a:pt x="0" y="10733"/>
                </a:lnTo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236"/>
                  <a:pt x="0" y="2767"/>
                </a:cubicBezTo>
              </a:path>
            </a:pathLst>
          </a:cu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61" name="Rounded Rectangle 21"/>
          <p:cNvSpPr/>
          <p:nvPr/>
        </p:nvSpPr>
        <p:spPr>
          <a:xfrm>
            <a:off x="4262540" y="4637806"/>
            <a:ext cx="4141016" cy="1935396"/>
          </a:xfrm>
          <a:prstGeom prst="rect">
            <a:avLst/>
          </a:prstGeom>
          <a:solidFill>
            <a:srgbClr val="5A48A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62" name="Rounded Rectangle 22"/>
          <p:cNvSpPr/>
          <p:nvPr/>
        </p:nvSpPr>
        <p:spPr>
          <a:xfrm>
            <a:off x="4262540" y="4637806"/>
            <a:ext cx="4141016" cy="1935396"/>
          </a:xfrm>
          <a:prstGeom prst="rect">
            <a:avLst/>
          </a:pr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63" name="TextBox 25"/>
          <p:cNvSpPr txBox="1"/>
          <p:nvPr/>
        </p:nvSpPr>
        <p:spPr>
          <a:xfrm>
            <a:off x="1550598" y="3083999"/>
            <a:ext cx="178363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Hold-Out Test Set (ROC AUC)</a:t>
            </a:r>
          </a:p>
        </p:txBody>
      </p:sp>
      <p:sp>
        <p:nvSpPr>
          <p:cNvPr id="264" name="TextBox 26"/>
          <p:cNvSpPr txBox="1"/>
          <p:nvPr/>
        </p:nvSpPr>
        <p:spPr>
          <a:xfrm>
            <a:off x="1417739" y="1615953"/>
            <a:ext cx="4029712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Gradient Boosting achieved the highest mean accuracy (0.9849) with the 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lowest variance.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Random Forest closely followed (0.9833) with similarly strong performance.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Bagging outperformed a single Decision Tree but remained below the other 2.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Single Decision Tree showed the lowest accuracy (0.9665) and lowest ROC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AUC (0.9078) among the models.</a:t>
            </a:r>
          </a:p>
        </p:txBody>
      </p:sp>
      <p:sp>
        <p:nvSpPr>
          <p:cNvPr id="265" name="TextBox 27"/>
          <p:cNvSpPr txBox="1"/>
          <p:nvPr/>
        </p:nvSpPr>
        <p:spPr>
          <a:xfrm>
            <a:off x="6705458" y="1233941"/>
            <a:ext cx="26735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Classification Metrics (Precision, Recall, F1)</a:t>
            </a:r>
          </a:p>
        </p:txBody>
      </p:sp>
      <p:sp>
        <p:nvSpPr>
          <p:cNvPr id="266" name="TextBox 28"/>
          <p:cNvSpPr txBox="1"/>
          <p:nvPr/>
        </p:nvSpPr>
        <p:spPr>
          <a:xfrm>
            <a:off x="6206047" y="1411379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4F91FC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3</a:t>
            </a:r>
          </a:p>
        </p:txBody>
      </p:sp>
      <p:sp>
        <p:nvSpPr>
          <p:cNvPr id="267" name="TextBox 29"/>
          <p:cNvSpPr txBox="1"/>
          <p:nvPr/>
        </p:nvSpPr>
        <p:spPr>
          <a:xfrm>
            <a:off x="6699861" y="1472010"/>
            <a:ext cx="3641996" cy="11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Single Tree shows weaker recall for class 1 (Parkinson’s) → 0.86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Bagging improves recall for class 1 → 0.95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Random Forest and Gradient Boosting achieve the strongest balance:</a:t>
            </a:r>
          </a:p>
          <a:p>
            <a:pPr marL="471236" lvl="1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Class 1 recall: 0.95</a:t>
            </a:r>
          </a:p>
          <a:p>
            <a:pPr marL="471236" lvl="1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Class 1 precision: 0.91</a:t>
            </a:r>
          </a:p>
          <a:p>
            <a:pPr marL="471236" lvl="1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Weighted F1: 0.98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Across models, ensemble methods consistently improve minority-class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detection.</a:t>
            </a:r>
          </a:p>
        </p:txBody>
      </p:sp>
      <p:sp>
        <p:nvSpPr>
          <p:cNvPr id="268" name="TextBox 30"/>
          <p:cNvSpPr txBox="1"/>
          <p:nvPr/>
        </p:nvSpPr>
        <p:spPr>
          <a:xfrm>
            <a:off x="978384" y="1476702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43DD93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1</a:t>
            </a:r>
          </a:p>
        </p:txBody>
      </p:sp>
      <p:sp>
        <p:nvSpPr>
          <p:cNvPr id="269" name="TextBox 33"/>
          <p:cNvSpPr txBox="1"/>
          <p:nvPr/>
        </p:nvSpPr>
        <p:spPr>
          <a:xfrm>
            <a:off x="6710306" y="3342186"/>
            <a:ext cx="378677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Gradient Boosting: AP = 0.991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Bagging: AP = 0.983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Random Forest: AP = 0.980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Single Tree: AP = 0.780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The gap between ensembles and the single tree is largest in the PR curve,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indicating better minority-class ranking.</a:t>
            </a:r>
          </a:p>
        </p:txBody>
      </p:sp>
      <p:sp>
        <p:nvSpPr>
          <p:cNvPr id="270" name="TextBox 34"/>
          <p:cNvSpPr txBox="1"/>
          <p:nvPr/>
        </p:nvSpPr>
        <p:spPr>
          <a:xfrm>
            <a:off x="1468539" y="1328266"/>
            <a:ext cx="222875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Cross-Validation Model Performance</a:t>
            </a:r>
          </a:p>
        </p:txBody>
      </p:sp>
      <p:sp>
        <p:nvSpPr>
          <p:cNvPr id="271" name="TextBox 35"/>
          <p:cNvSpPr txBox="1"/>
          <p:nvPr/>
        </p:nvSpPr>
        <p:spPr>
          <a:xfrm>
            <a:off x="4656983" y="567325"/>
            <a:ext cx="28780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Results and Discussion</a:t>
            </a:r>
          </a:p>
        </p:txBody>
      </p:sp>
      <p:sp>
        <p:nvSpPr>
          <p:cNvPr id="272" name="TextBox 36"/>
          <p:cNvSpPr txBox="1"/>
          <p:nvPr/>
        </p:nvSpPr>
        <p:spPr>
          <a:xfrm>
            <a:off x="4406251" y="4710235"/>
            <a:ext cx="23658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Feature Importance Patterns</a:t>
            </a:r>
          </a:p>
        </p:txBody>
      </p:sp>
      <p:sp>
        <p:nvSpPr>
          <p:cNvPr id="273" name="TextBox 38"/>
          <p:cNvSpPr txBox="1"/>
          <p:nvPr/>
        </p:nvSpPr>
        <p:spPr>
          <a:xfrm>
            <a:off x="982165" y="3288396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6DA37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2</a:t>
            </a:r>
          </a:p>
        </p:txBody>
      </p:sp>
      <p:sp>
        <p:nvSpPr>
          <p:cNvPr id="274" name="Rounded Rectangle 1"/>
          <p:cNvSpPr/>
          <p:nvPr/>
        </p:nvSpPr>
        <p:spPr>
          <a:xfrm>
            <a:off x="5954557" y="2955731"/>
            <a:ext cx="475489" cy="751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625"/>
                  <a:pt x="0" y="3586"/>
                </a:cubicBezTo>
                <a:lnTo>
                  <a:pt x="0" y="18014"/>
                </a:lnTo>
                <a:cubicBezTo>
                  <a:pt x="48" y="19975"/>
                  <a:pt x="3414" y="21557"/>
                  <a:pt x="7559" y="21557"/>
                </a:cubicBezTo>
                <a:lnTo>
                  <a:pt x="8640" y="21557"/>
                </a:lnTo>
                <a:lnTo>
                  <a:pt x="8640" y="21600"/>
                </a:lnTo>
                <a:lnTo>
                  <a:pt x="21600" y="21600"/>
                </a:lnTo>
                <a:lnTo>
                  <a:pt x="21600" y="85"/>
                </a:lnTo>
                <a:lnTo>
                  <a:pt x="8640" y="85"/>
                </a:lnTo>
                <a:lnTo>
                  <a:pt x="8640" y="0"/>
                </a:lnTo>
              </a:path>
            </a:pathLst>
          </a:custGeom>
          <a:solidFill>
            <a:srgbClr val="41735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75" name="Rounded Rectangle 2"/>
          <p:cNvSpPr/>
          <p:nvPr/>
        </p:nvSpPr>
        <p:spPr>
          <a:xfrm>
            <a:off x="5954557" y="2959694"/>
            <a:ext cx="475489" cy="745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8640" y="21600"/>
                </a:lnTo>
                <a:moveTo>
                  <a:pt x="8640" y="21600"/>
                </a:moveTo>
                <a:lnTo>
                  <a:pt x="7559" y="21600"/>
                </a:lnTo>
                <a:cubicBezTo>
                  <a:pt x="3414" y="21600"/>
                  <a:pt x="48" y="19968"/>
                  <a:pt x="0" y="18000"/>
                </a:cubicBezTo>
                <a:moveTo>
                  <a:pt x="0" y="3514"/>
                </a:moveTo>
                <a:lnTo>
                  <a:pt x="0" y="18086"/>
                </a:lnTo>
                <a:moveTo>
                  <a:pt x="0" y="10800"/>
                </a:moveTo>
                <a:lnTo>
                  <a:pt x="0" y="10714"/>
                </a:lnTo>
                <a:moveTo>
                  <a:pt x="8640" y="0"/>
                </a:moveTo>
                <a:lnTo>
                  <a:pt x="7559" y="0"/>
                </a:lnTo>
                <a:cubicBezTo>
                  <a:pt x="3414" y="0"/>
                  <a:pt x="48" y="1589"/>
                  <a:pt x="0" y="3557"/>
                </a:cubicBezTo>
              </a:path>
            </a:pathLst>
          </a:cu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76" name="Rounded Rectangle 4"/>
          <p:cNvSpPr/>
          <p:nvPr/>
        </p:nvSpPr>
        <p:spPr>
          <a:xfrm>
            <a:off x="6437863" y="2959693"/>
            <a:ext cx="4198185" cy="1359025"/>
          </a:xfrm>
          <a:prstGeom prst="rect">
            <a:avLst/>
          </a:prstGeom>
          <a:ln w="5943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>
              <a:defRPr sz="3600"/>
            </a:pPr>
            <a:endParaRPr/>
          </a:p>
        </p:txBody>
      </p:sp>
      <p:sp>
        <p:nvSpPr>
          <p:cNvPr id="277" name="TextBox 30"/>
          <p:cNvSpPr txBox="1"/>
          <p:nvPr/>
        </p:nvSpPr>
        <p:spPr>
          <a:xfrm>
            <a:off x="6128801" y="3256379"/>
            <a:ext cx="127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43DD93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4</a:t>
            </a:r>
          </a:p>
        </p:txBody>
      </p:sp>
      <p:sp>
        <p:nvSpPr>
          <p:cNvPr id="278" name="TextBox 34"/>
          <p:cNvSpPr txBox="1"/>
          <p:nvPr/>
        </p:nvSpPr>
        <p:spPr>
          <a:xfrm>
            <a:off x="6705079" y="3063264"/>
            <a:ext cx="269030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lvl1pPr>
          </a:lstStyle>
          <a:p>
            <a:r>
              <a:t>Precision-Recall Curves (Average Precision)</a:t>
            </a:r>
          </a:p>
        </p:txBody>
      </p:sp>
      <p:sp>
        <p:nvSpPr>
          <p:cNvPr id="279" name="TextBox 23"/>
          <p:cNvSpPr txBox="1"/>
          <p:nvPr/>
        </p:nvSpPr>
        <p:spPr>
          <a:xfrm>
            <a:off x="4424210" y="4935058"/>
            <a:ext cx="4775510" cy="153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Across all models, key PD-related vocal features consistently appear in the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top ranks: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MDVP:Flo(Hz)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MDVP:Fo(Hz)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PPE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spread2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MDVP:Fhi(Hz)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Consistent theme: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Frequency-based measures (Flo, Fhi, Fo), perturbation measures (jitter,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shimmer), and nonlinear dynamic features (spread2, PPE, RPDE, D2) are the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strongest predictors of Parkinson’s.</a:t>
            </a:r>
          </a:p>
        </p:txBody>
      </p:sp>
      <p:sp>
        <p:nvSpPr>
          <p:cNvPr id="280" name="TextBox 24"/>
          <p:cNvSpPr txBox="1"/>
          <p:nvPr/>
        </p:nvSpPr>
        <p:spPr>
          <a:xfrm>
            <a:off x="1555952" y="3316285"/>
            <a:ext cx="3627606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Gradient Boosting: 0.9987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Random Forest: 0.9974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Bagging: 0.9976</a:t>
            </a:r>
          </a:p>
          <a:p>
            <a:pPr marL="90236" indent="-90236">
              <a:buSzPct val="100000"/>
              <a:buChar char="•"/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Single Tree: 0.9239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Ensemble methods maintain extremely high discrimination capability on</a:t>
            </a:r>
          </a:p>
          <a:p>
            <a:pPr>
              <a:defRPr sz="90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defRPr>
            </a:pPr>
            <a:r>
              <a:t>unseen data.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ounded Rectangle 1"/>
          <p:cNvSpPr/>
          <p:nvPr/>
        </p:nvSpPr>
        <p:spPr>
          <a:xfrm>
            <a:off x="3620367" y="4167438"/>
            <a:ext cx="1939759" cy="188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4" h="21463" extrusionOk="0">
                <a:moveTo>
                  <a:pt x="12005" y="18"/>
                </a:moveTo>
                <a:cubicBezTo>
                  <a:pt x="12563" y="18"/>
                  <a:pt x="13995" y="83"/>
                  <a:pt x="15254" y="343"/>
                </a:cubicBezTo>
                <a:cubicBezTo>
                  <a:pt x="16828" y="668"/>
                  <a:pt x="18097" y="2781"/>
                  <a:pt x="19773" y="4244"/>
                </a:cubicBezTo>
                <a:cubicBezTo>
                  <a:pt x="21448" y="5707"/>
                  <a:pt x="20839" y="12209"/>
                  <a:pt x="20585" y="14701"/>
                </a:cubicBezTo>
                <a:cubicBezTo>
                  <a:pt x="20331" y="17193"/>
                  <a:pt x="18453" y="19526"/>
                  <a:pt x="16422" y="20772"/>
                </a:cubicBezTo>
                <a:cubicBezTo>
                  <a:pt x="15346" y="21433"/>
                  <a:pt x="13015" y="21461"/>
                  <a:pt x="10420" y="21462"/>
                </a:cubicBezTo>
                <a:cubicBezTo>
                  <a:pt x="8117" y="21462"/>
                  <a:pt x="5606" y="21498"/>
                  <a:pt x="3577" y="21090"/>
                </a:cubicBezTo>
                <a:cubicBezTo>
                  <a:pt x="3011" y="20977"/>
                  <a:pt x="2530" y="20771"/>
                  <a:pt x="2121" y="20498"/>
                </a:cubicBezTo>
                <a:cubicBezTo>
                  <a:pt x="36" y="19107"/>
                  <a:pt x="-152" y="14992"/>
                  <a:pt x="74" y="13346"/>
                </a:cubicBezTo>
                <a:cubicBezTo>
                  <a:pt x="24" y="12678"/>
                  <a:pt x="653" y="10161"/>
                  <a:pt x="3577" y="5436"/>
                </a:cubicBezTo>
                <a:cubicBezTo>
                  <a:pt x="4338" y="4207"/>
                  <a:pt x="5166" y="3239"/>
                  <a:pt x="6003" y="2483"/>
                </a:cubicBezTo>
                <a:cubicBezTo>
                  <a:pt x="8381" y="335"/>
                  <a:pt x="10828" y="-102"/>
                  <a:pt x="12005" y="18"/>
                </a:cubicBezTo>
              </a:path>
            </a:pathLst>
          </a:custGeom>
          <a:solidFill>
            <a:srgbClr val="F79438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3" name="Rounded Rectangle 2"/>
          <p:cNvSpPr/>
          <p:nvPr/>
        </p:nvSpPr>
        <p:spPr>
          <a:xfrm>
            <a:off x="3620366" y="4167438"/>
            <a:ext cx="1939760" cy="1880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4" h="21463" extrusionOk="0">
                <a:moveTo>
                  <a:pt x="3577" y="21090"/>
                </a:moveTo>
                <a:cubicBezTo>
                  <a:pt x="3011" y="20977"/>
                  <a:pt x="2530" y="20771"/>
                  <a:pt x="2121" y="20498"/>
                </a:cubicBezTo>
                <a:moveTo>
                  <a:pt x="20585" y="14701"/>
                </a:moveTo>
                <a:cubicBezTo>
                  <a:pt x="20071" y="15723"/>
                  <a:pt x="18137" y="17587"/>
                  <a:pt x="14514" y="16870"/>
                </a:cubicBezTo>
                <a:cubicBezTo>
                  <a:pt x="10890" y="16153"/>
                  <a:pt x="5713" y="19709"/>
                  <a:pt x="3577" y="21090"/>
                </a:cubicBezTo>
                <a:moveTo>
                  <a:pt x="3577" y="21090"/>
                </a:moveTo>
                <a:cubicBezTo>
                  <a:pt x="5606" y="21498"/>
                  <a:pt x="8117" y="21462"/>
                  <a:pt x="10420" y="21462"/>
                </a:cubicBezTo>
                <a:cubicBezTo>
                  <a:pt x="13015" y="21461"/>
                  <a:pt x="15346" y="21433"/>
                  <a:pt x="16422" y="20772"/>
                </a:cubicBezTo>
                <a:cubicBezTo>
                  <a:pt x="18453" y="19526"/>
                  <a:pt x="20331" y="17193"/>
                  <a:pt x="20585" y="14701"/>
                </a:cubicBezTo>
                <a:moveTo>
                  <a:pt x="20585" y="14701"/>
                </a:moveTo>
                <a:cubicBezTo>
                  <a:pt x="20839" y="12209"/>
                  <a:pt x="21448" y="5707"/>
                  <a:pt x="19773" y="4244"/>
                </a:cubicBezTo>
                <a:cubicBezTo>
                  <a:pt x="18097" y="2781"/>
                  <a:pt x="16828" y="668"/>
                  <a:pt x="15254" y="343"/>
                </a:cubicBezTo>
                <a:cubicBezTo>
                  <a:pt x="13995" y="83"/>
                  <a:pt x="12563" y="18"/>
                  <a:pt x="12005" y="18"/>
                </a:cubicBezTo>
                <a:cubicBezTo>
                  <a:pt x="10828" y="-102"/>
                  <a:pt x="8381" y="335"/>
                  <a:pt x="6003" y="2484"/>
                </a:cubicBezTo>
                <a:moveTo>
                  <a:pt x="2121" y="20498"/>
                </a:moveTo>
                <a:cubicBezTo>
                  <a:pt x="36" y="19107"/>
                  <a:pt x="-152" y="14992"/>
                  <a:pt x="74" y="13346"/>
                </a:cubicBezTo>
                <a:cubicBezTo>
                  <a:pt x="24" y="12678"/>
                  <a:pt x="653" y="10161"/>
                  <a:pt x="3577" y="5436"/>
                </a:cubicBezTo>
                <a:cubicBezTo>
                  <a:pt x="4338" y="4207"/>
                  <a:pt x="5166" y="3239"/>
                  <a:pt x="6003" y="2484"/>
                </a:cubicBezTo>
                <a:moveTo>
                  <a:pt x="2121" y="20498"/>
                </a:moveTo>
                <a:cubicBezTo>
                  <a:pt x="1665" y="19244"/>
                  <a:pt x="1319" y="14677"/>
                  <a:pt x="3577" y="10333"/>
                </a:cubicBezTo>
                <a:cubicBezTo>
                  <a:pt x="5836" y="5989"/>
                  <a:pt x="6136" y="3290"/>
                  <a:pt x="6003" y="2484"/>
                </a:cubicBezTo>
                <a:moveTo>
                  <a:pt x="16654" y="15499"/>
                </a:moveTo>
                <a:cubicBezTo>
                  <a:pt x="17152" y="15341"/>
                  <a:pt x="17251" y="15605"/>
                  <a:pt x="17251" y="15763"/>
                </a:cubicBezTo>
                <a:cubicBezTo>
                  <a:pt x="17251" y="15921"/>
                  <a:pt x="17152" y="16079"/>
                  <a:pt x="16803" y="16184"/>
                </a:cubicBezTo>
                <a:cubicBezTo>
                  <a:pt x="16455" y="16290"/>
                  <a:pt x="16422" y="16132"/>
                  <a:pt x="16156" y="15974"/>
                </a:cubicBezTo>
                <a:cubicBezTo>
                  <a:pt x="15944" y="15847"/>
                  <a:pt x="16400" y="15605"/>
                  <a:pt x="16654" y="15499"/>
                </a:cubicBezTo>
                <a:close/>
              </a:path>
            </a:pathLst>
          </a:custGeom>
          <a:ln w="11608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4" name="Rounded Rectangle 3"/>
          <p:cNvSpPr/>
          <p:nvPr/>
        </p:nvSpPr>
        <p:spPr>
          <a:xfrm>
            <a:off x="3306308" y="3446956"/>
            <a:ext cx="2549399" cy="748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47" h="20802" extrusionOk="0">
                <a:moveTo>
                  <a:pt x="10299" y="1629"/>
                </a:moveTo>
                <a:cubicBezTo>
                  <a:pt x="8289" y="2372"/>
                  <a:pt x="3901" y="4250"/>
                  <a:pt x="2438" y="5823"/>
                </a:cubicBezTo>
                <a:cubicBezTo>
                  <a:pt x="974" y="7396"/>
                  <a:pt x="219" y="10760"/>
                  <a:pt x="25" y="12245"/>
                </a:cubicBezTo>
                <a:cubicBezTo>
                  <a:pt x="-92" y="14299"/>
                  <a:pt x="149" y="18668"/>
                  <a:pt x="2049" y="19716"/>
                </a:cubicBezTo>
                <a:cubicBezTo>
                  <a:pt x="4423" y="21027"/>
                  <a:pt x="6602" y="21027"/>
                  <a:pt x="9716" y="20372"/>
                </a:cubicBezTo>
                <a:cubicBezTo>
                  <a:pt x="10577" y="20190"/>
                  <a:pt x="11435" y="19959"/>
                  <a:pt x="12242" y="19716"/>
                </a:cubicBezTo>
                <a:cubicBezTo>
                  <a:pt x="14354" y="19081"/>
                  <a:pt x="16119" y="18369"/>
                  <a:pt x="16682" y="18275"/>
                </a:cubicBezTo>
                <a:cubicBezTo>
                  <a:pt x="17034" y="18215"/>
                  <a:pt x="17727" y="17888"/>
                  <a:pt x="18439" y="17209"/>
                </a:cubicBezTo>
                <a:cubicBezTo>
                  <a:pt x="19303" y="16385"/>
                  <a:pt x="20194" y="15043"/>
                  <a:pt x="20535" y="13032"/>
                </a:cubicBezTo>
                <a:cubicBezTo>
                  <a:pt x="21158" y="9362"/>
                  <a:pt x="21508" y="4381"/>
                  <a:pt x="19796" y="1629"/>
                </a:cubicBezTo>
                <a:cubicBezTo>
                  <a:pt x="18426" y="-573"/>
                  <a:pt x="16137" y="-75"/>
                  <a:pt x="15164" y="449"/>
                </a:cubicBezTo>
                <a:cubicBezTo>
                  <a:pt x="14490" y="842"/>
                  <a:pt x="12572" y="1629"/>
                  <a:pt x="10299" y="1629"/>
                </a:cubicBezTo>
              </a:path>
            </a:pathLst>
          </a:custGeom>
          <a:solidFill>
            <a:srgbClr val="FFE711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5" name="Rounded Rectangle 4"/>
          <p:cNvSpPr/>
          <p:nvPr/>
        </p:nvSpPr>
        <p:spPr>
          <a:xfrm>
            <a:off x="3306308" y="3446955"/>
            <a:ext cx="2549398" cy="748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47" h="20802" extrusionOk="0">
                <a:moveTo>
                  <a:pt x="12242" y="19716"/>
                </a:moveTo>
                <a:cubicBezTo>
                  <a:pt x="11435" y="19959"/>
                  <a:pt x="10577" y="20190"/>
                  <a:pt x="9716" y="20372"/>
                </a:cubicBezTo>
                <a:cubicBezTo>
                  <a:pt x="6602" y="21027"/>
                  <a:pt x="4423" y="21027"/>
                  <a:pt x="2049" y="19716"/>
                </a:cubicBezTo>
                <a:cubicBezTo>
                  <a:pt x="149" y="18668"/>
                  <a:pt x="-92" y="14299"/>
                  <a:pt x="25" y="12245"/>
                </a:cubicBezTo>
                <a:cubicBezTo>
                  <a:pt x="219" y="10760"/>
                  <a:pt x="974" y="7396"/>
                  <a:pt x="2438" y="5823"/>
                </a:cubicBezTo>
                <a:cubicBezTo>
                  <a:pt x="3901" y="4250"/>
                  <a:pt x="8289" y="2372"/>
                  <a:pt x="10299" y="1629"/>
                </a:cubicBezTo>
                <a:cubicBezTo>
                  <a:pt x="12572" y="1629"/>
                  <a:pt x="14490" y="843"/>
                  <a:pt x="15164" y="449"/>
                </a:cubicBezTo>
                <a:cubicBezTo>
                  <a:pt x="16137" y="-75"/>
                  <a:pt x="18426" y="-573"/>
                  <a:pt x="19796" y="1629"/>
                </a:cubicBezTo>
                <a:cubicBezTo>
                  <a:pt x="21508" y="4381"/>
                  <a:pt x="21158" y="9362"/>
                  <a:pt x="20535" y="13032"/>
                </a:cubicBezTo>
                <a:cubicBezTo>
                  <a:pt x="20194" y="15043"/>
                  <a:pt x="19303" y="16385"/>
                  <a:pt x="18439" y="17209"/>
                </a:cubicBezTo>
                <a:moveTo>
                  <a:pt x="18439" y="17209"/>
                </a:moveTo>
                <a:cubicBezTo>
                  <a:pt x="17727" y="17888"/>
                  <a:pt x="17034" y="18215"/>
                  <a:pt x="16682" y="18275"/>
                </a:cubicBezTo>
                <a:cubicBezTo>
                  <a:pt x="16119" y="18369"/>
                  <a:pt x="14354" y="19082"/>
                  <a:pt x="12242" y="19716"/>
                </a:cubicBezTo>
                <a:moveTo>
                  <a:pt x="12242" y="19716"/>
                </a:moveTo>
                <a:cubicBezTo>
                  <a:pt x="13253" y="16474"/>
                  <a:pt x="15763" y="10440"/>
                  <a:pt x="17715" y="12245"/>
                </a:cubicBezTo>
                <a:cubicBezTo>
                  <a:pt x="19667" y="14051"/>
                  <a:pt x="19011" y="16307"/>
                  <a:pt x="18439" y="17209"/>
                </a:cubicBezTo>
                <a:moveTo>
                  <a:pt x="2730" y="13098"/>
                </a:moveTo>
                <a:cubicBezTo>
                  <a:pt x="2514" y="13825"/>
                  <a:pt x="2250" y="15383"/>
                  <a:pt x="2921" y="15794"/>
                </a:cubicBezTo>
                <a:cubicBezTo>
                  <a:pt x="3592" y="16205"/>
                  <a:pt x="3607" y="14168"/>
                  <a:pt x="3531" y="13098"/>
                </a:cubicBezTo>
                <a:cubicBezTo>
                  <a:pt x="3442" y="12670"/>
                  <a:pt x="3157" y="12070"/>
                  <a:pt x="2730" y="13098"/>
                </a:cubicBezTo>
                <a:close/>
              </a:path>
            </a:pathLst>
          </a:custGeom>
          <a:ln w="11608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6" name="Rounded Rectangle 5"/>
          <p:cNvSpPr/>
          <p:nvPr/>
        </p:nvSpPr>
        <p:spPr>
          <a:xfrm>
            <a:off x="3685026" y="2606397"/>
            <a:ext cx="1939757" cy="905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513" extrusionOk="0">
                <a:moveTo>
                  <a:pt x="7887" y="2"/>
                </a:moveTo>
                <a:lnTo>
                  <a:pt x="8794" y="23"/>
                </a:lnTo>
                <a:cubicBezTo>
                  <a:pt x="13166" y="135"/>
                  <a:pt x="15204" y="356"/>
                  <a:pt x="17380" y="2370"/>
                </a:cubicBezTo>
                <a:cubicBezTo>
                  <a:pt x="18536" y="3440"/>
                  <a:pt x="19567" y="4768"/>
                  <a:pt x="20304" y="6319"/>
                </a:cubicBezTo>
                <a:cubicBezTo>
                  <a:pt x="21041" y="7871"/>
                  <a:pt x="21492" y="9663"/>
                  <a:pt x="21465" y="11648"/>
                </a:cubicBezTo>
                <a:cubicBezTo>
                  <a:pt x="21412" y="15470"/>
                  <a:pt x="20992" y="17374"/>
                  <a:pt x="20261" y="18219"/>
                </a:cubicBezTo>
                <a:cubicBezTo>
                  <a:pt x="19914" y="18619"/>
                  <a:pt x="19307" y="19155"/>
                  <a:pt x="18665" y="19619"/>
                </a:cubicBezTo>
                <a:cubicBezTo>
                  <a:pt x="18537" y="19711"/>
                  <a:pt x="18408" y="19800"/>
                  <a:pt x="18279" y="19885"/>
                </a:cubicBezTo>
                <a:cubicBezTo>
                  <a:pt x="17501" y="19920"/>
                  <a:pt x="16800" y="20064"/>
                  <a:pt x="16302" y="20221"/>
                </a:cubicBezTo>
                <a:lnTo>
                  <a:pt x="16172" y="20263"/>
                </a:lnTo>
                <a:cubicBezTo>
                  <a:pt x="15273" y="20597"/>
                  <a:pt x="12706" y="21267"/>
                  <a:pt x="9662" y="21267"/>
                </a:cubicBezTo>
                <a:lnTo>
                  <a:pt x="9650" y="21267"/>
                </a:lnTo>
                <a:cubicBezTo>
                  <a:pt x="9352" y="21339"/>
                  <a:pt x="9016" y="21421"/>
                  <a:pt x="8650" y="21513"/>
                </a:cubicBezTo>
                <a:cubicBezTo>
                  <a:pt x="7832" y="21230"/>
                  <a:pt x="6844" y="20784"/>
                  <a:pt x="5843" y="20189"/>
                </a:cubicBezTo>
                <a:cubicBezTo>
                  <a:pt x="4346" y="19299"/>
                  <a:pt x="2807" y="18073"/>
                  <a:pt x="1763" y="16561"/>
                </a:cubicBezTo>
                <a:lnTo>
                  <a:pt x="1663" y="16413"/>
                </a:lnTo>
                <a:cubicBezTo>
                  <a:pt x="755" y="15040"/>
                  <a:pt x="175" y="13113"/>
                  <a:pt x="34" y="11002"/>
                </a:cubicBezTo>
                <a:cubicBezTo>
                  <a:pt x="-108" y="8890"/>
                  <a:pt x="190" y="6617"/>
                  <a:pt x="1016" y="4559"/>
                </a:cubicBezTo>
                <a:lnTo>
                  <a:pt x="1047" y="4484"/>
                </a:lnTo>
                <a:cubicBezTo>
                  <a:pt x="1704" y="2869"/>
                  <a:pt x="3918" y="-87"/>
                  <a:pt x="7887" y="2"/>
                </a:cubicBezTo>
              </a:path>
            </a:pathLst>
          </a:custGeom>
          <a:solidFill>
            <a:srgbClr val="43DD93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7" name="Rounded Rectangle 6"/>
          <p:cNvSpPr/>
          <p:nvPr/>
        </p:nvSpPr>
        <p:spPr>
          <a:xfrm>
            <a:off x="3685027" y="2606393"/>
            <a:ext cx="1939759" cy="90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513" extrusionOk="0">
                <a:moveTo>
                  <a:pt x="7887" y="2"/>
                </a:moveTo>
                <a:lnTo>
                  <a:pt x="8794" y="23"/>
                </a:lnTo>
                <a:cubicBezTo>
                  <a:pt x="13166" y="135"/>
                  <a:pt x="15204" y="356"/>
                  <a:pt x="17380" y="2370"/>
                </a:cubicBezTo>
                <a:cubicBezTo>
                  <a:pt x="18536" y="3440"/>
                  <a:pt x="19567" y="4768"/>
                  <a:pt x="20304" y="6319"/>
                </a:cubicBezTo>
                <a:cubicBezTo>
                  <a:pt x="21041" y="7871"/>
                  <a:pt x="21492" y="9663"/>
                  <a:pt x="21465" y="11648"/>
                </a:cubicBezTo>
                <a:cubicBezTo>
                  <a:pt x="21412" y="15470"/>
                  <a:pt x="20992" y="17374"/>
                  <a:pt x="20261" y="18219"/>
                </a:cubicBezTo>
                <a:cubicBezTo>
                  <a:pt x="19914" y="18619"/>
                  <a:pt x="19307" y="19155"/>
                  <a:pt x="18665" y="19619"/>
                </a:cubicBezTo>
                <a:cubicBezTo>
                  <a:pt x="18537" y="19711"/>
                  <a:pt x="18408" y="19800"/>
                  <a:pt x="18279" y="19885"/>
                </a:cubicBezTo>
                <a:cubicBezTo>
                  <a:pt x="17501" y="19920"/>
                  <a:pt x="16800" y="20064"/>
                  <a:pt x="16302" y="20221"/>
                </a:cubicBezTo>
                <a:lnTo>
                  <a:pt x="16172" y="20263"/>
                </a:lnTo>
                <a:cubicBezTo>
                  <a:pt x="15273" y="20597"/>
                  <a:pt x="12706" y="21267"/>
                  <a:pt x="9662" y="21267"/>
                </a:cubicBezTo>
                <a:lnTo>
                  <a:pt x="9656" y="21267"/>
                </a:lnTo>
                <a:lnTo>
                  <a:pt x="9650" y="21269"/>
                </a:lnTo>
                <a:cubicBezTo>
                  <a:pt x="9352" y="21339"/>
                  <a:pt x="9016" y="21421"/>
                  <a:pt x="8650" y="21513"/>
                </a:cubicBezTo>
                <a:cubicBezTo>
                  <a:pt x="7832" y="21230"/>
                  <a:pt x="6844" y="20784"/>
                  <a:pt x="5843" y="20189"/>
                </a:cubicBezTo>
                <a:cubicBezTo>
                  <a:pt x="4346" y="19299"/>
                  <a:pt x="2807" y="18073"/>
                  <a:pt x="1763" y="16561"/>
                </a:cubicBezTo>
                <a:lnTo>
                  <a:pt x="1663" y="16414"/>
                </a:lnTo>
                <a:cubicBezTo>
                  <a:pt x="755" y="15040"/>
                  <a:pt x="175" y="13113"/>
                  <a:pt x="34" y="11002"/>
                </a:cubicBezTo>
                <a:cubicBezTo>
                  <a:pt x="-108" y="8890"/>
                  <a:pt x="190" y="6617"/>
                  <a:pt x="1016" y="4559"/>
                </a:cubicBezTo>
                <a:lnTo>
                  <a:pt x="1047" y="4484"/>
                </a:lnTo>
                <a:cubicBezTo>
                  <a:pt x="1704" y="2869"/>
                  <a:pt x="3918" y="-87"/>
                  <a:pt x="7887" y="2"/>
                </a:cubicBezTo>
                <a:close/>
                <a:moveTo>
                  <a:pt x="34" y="11002"/>
                </a:moveTo>
                <a:cubicBezTo>
                  <a:pt x="184" y="11908"/>
                  <a:pt x="1018" y="13961"/>
                  <a:pt x="3148" y="14927"/>
                </a:cubicBezTo>
                <a:cubicBezTo>
                  <a:pt x="5279" y="15893"/>
                  <a:pt x="5832" y="18837"/>
                  <a:pt x="5843" y="20189"/>
                </a:cubicBezTo>
                <a:moveTo>
                  <a:pt x="17970" y="7573"/>
                </a:moveTo>
                <a:cubicBezTo>
                  <a:pt x="17415" y="8276"/>
                  <a:pt x="17739" y="9183"/>
                  <a:pt x="17970" y="9549"/>
                </a:cubicBezTo>
                <a:cubicBezTo>
                  <a:pt x="18243" y="9951"/>
                  <a:pt x="18808" y="10405"/>
                  <a:pt x="18890" y="9000"/>
                </a:cubicBezTo>
                <a:cubicBezTo>
                  <a:pt x="18972" y="7595"/>
                  <a:pt x="18311" y="7463"/>
                  <a:pt x="17970" y="7573"/>
                </a:cubicBezTo>
                <a:close/>
                <a:moveTo>
                  <a:pt x="17613" y="4939"/>
                </a:moveTo>
                <a:cubicBezTo>
                  <a:pt x="17380" y="5817"/>
                  <a:pt x="17561" y="6366"/>
                  <a:pt x="17715" y="6476"/>
                </a:cubicBezTo>
                <a:cubicBezTo>
                  <a:pt x="17868" y="6585"/>
                  <a:pt x="18226" y="6695"/>
                  <a:pt x="18328" y="6146"/>
                </a:cubicBezTo>
                <a:cubicBezTo>
                  <a:pt x="18430" y="5598"/>
                  <a:pt x="18226" y="3732"/>
                  <a:pt x="17613" y="4939"/>
                </a:cubicBezTo>
                <a:close/>
              </a:path>
            </a:pathLst>
          </a:custGeom>
          <a:ln w="11608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8" name="Rounded Rectangle 7"/>
          <p:cNvSpPr/>
          <p:nvPr/>
        </p:nvSpPr>
        <p:spPr>
          <a:xfrm>
            <a:off x="3435629" y="2153789"/>
            <a:ext cx="2272290" cy="461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7" h="20187" extrusionOk="0">
                <a:moveTo>
                  <a:pt x="10874" y="104"/>
                </a:moveTo>
                <a:cubicBezTo>
                  <a:pt x="12771" y="1264"/>
                  <a:pt x="17298" y="4042"/>
                  <a:pt x="19324" y="5286"/>
                </a:cubicBezTo>
                <a:cubicBezTo>
                  <a:pt x="19985" y="5770"/>
                  <a:pt x="21152" y="7815"/>
                  <a:pt x="20531" y="12126"/>
                </a:cubicBezTo>
                <a:cubicBezTo>
                  <a:pt x="19755" y="17516"/>
                  <a:pt x="17599" y="18345"/>
                  <a:pt x="15314" y="19174"/>
                </a:cubicBezTo>
                <a:cubicBezTo>
                  <a:pt x="13072" y="21454"/>
                  <a:pt x="10141" y="19174"/>
                  <a:pt x="5959" y="19174"/>
                </a:cubicBezTo>
                <a:cubicBezTo>
                  <a:pt x="4875" y="19174"/>
                  <a:pt x="3952" y="18841"/>
                  <a:pt x="3182" y="18336"/>
                </a:cubicBezTo>
                <a:cubicBezTo>
                  <a:pt x="3125" y="18298"/>
                  <a:pt x="3069" y="18260"/>
                  <a:pt x="3014" y="18221"/>
                </a:cubicBezTo>
                <a:cubicBezTo>
                  <a:pt x="1511" y="17155"/>
                  <a:pt x="629" y="15443"/>
                  <a:pt x="311" y="14407"/>
                </a:cubicBezTo>
                <a:cubicBezTo>
                  <a:pt x="-163" y="11574"/>
                  <a:pt x="-448" y="5244"/>
                  <a:pt x="2208" y="2591"/>
                </a:cubicBezTo>
                <a:cubicBezTo>
                  <a:pt x="2463" y="2336"/>
                  <a:pt x="2733" y="2104"/>
                  <a:pt x="3014" y="1894"/>
                </a:cubicBezTo>
                <a:cubicBezTo>
                  <a:pt x="5654" y="-80"/>
                  <a:pt x="9263" y="-146"/>
                  <a:pt x="10874" y="104"/>
                </a:cubicBezTo>
              </a:path>
            </a:pathLst>
          </a:custGeom>
          <a:solidFill>
            <a:srgbClr val="4F91FC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89" name="Rounded Rectangle 8"/>
          <p:cNvSpPr/>
          <p:nvPr/>
        </p:nvSpPr>
        <p:spPr>
          <a:xfrm>
            <a:off x="3435627" y="2153789"/>
            <a:ext cx="2272290" cy="461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7" h="20187" extrusionOk="0">
                <a:moveTo>
                  <a:pt x="3014" y="18220"/>
                </a:moveTo>
                <a:cubicBezTo>
                  <a:pt x="1511" y="17155"/>
                  <a:pt x="629" y="15443"/>
                  <a:pt x="311" y="14406"/>
                </a:cubicBezTo>
                <a:cubicBezTo>
                  <a:pt x="-163" y="11574"/>
                  <a:pt x="-448" y="5244"/>
                  <a:pt x="2208" y="2591"/>
                </a:cubicBezTo>
                <a:cubicBezTo>
                  <a:pt x="2463" y="2336"/>
                  <a:pt x="2733" y="2104"/>
                  <a:pt x="3014" y="1894"/>
                </a:cubicBezTo>
                <a:moveTo>
                  <a:pt x="3014" y="18220"/>
                </a:moveTo>
                <a:cubicBezTo>
                  <a:pt x="2737" y="17325"/>
                  <a:pt x="2426" y="15998"/>
                  <a:pt x="2194" y="14406"/>
                </a:cubicBezTo>
                <a:moveTo>
                  <a:pt x="3182" y="18335"/>
                </a:moveTo>
                <a:cubicBezTo>
                  <a:pt x="3126" y="18298"/>
                  <a:pt x="3069" y="18260"/>
                  <a:pt x="3014" y="18220"/>
                </a:cubicBezTo>
                <a:moveTo>
                  <a:pt x="3014" y="1894"/>
                </a:moveTo>
                <a:cubicBezTo>
                  <a:pt x="5654" y="-80"/>
                  <a:pt x="9263" y="-146"/>
                  <a:pt x="10874" y="104"/>
                </a:cubicBezTo>
                <a:cubicBezTo>
                  <a:pt x="12771" y="1264"/>
                  <a:pt x="17298" y="4042"/>
                  <a:pt x="19324" y="5286"/>
                </a:cubicBezTo>
                <a:cubicBezTo>
                  <a:pt x="19985" y="5770"/>
                  <a:pt x="21152" y="7815"/>
                  <a:pt x="20531" y="12126"/>
                </a:cubicBezTo>
                <a:cubicBezTo>
                  <a:pt x="19755" y="17516"/>
                  <a:pt x="17599" y="18345"/>
                  <a:pt x="15314" y="19174"/>
                </a:cubicBezTo>
                <a:cubicBezTo>
                  <a:pt x="13072" y="21454"/>
                  <a:pt x="10141" y="19174"/>
                  <a:pt x="5959" y="19174"/>
                </a:cubicBezTo>
                <a:cubicBezTo>
                  <a:pt x="4875" y="19174"/>
                  <a:pt x="3952" y="18840"/>
                  <a:pt x="3182" y="18335"/>
                </a:cubicBezTo>
                <a:moveTo>
                  <a:pt x="2194" y="14406"/>
                </a:moveTo>
                <a:cubicBezTo>
                  <a:pt x="1685" y="10915"/>
                  <a:pt x="1557" y="6152"/>
                  <a:pt x="3014" y="1894"/>
                </a:cubicBezTo>
                <a:moveTo>
                  <a:pt x="2194" y="14406"/>
                </a:moveTo>
                <a:cubicBezTo>
                  <a:pt x="2397" y="14517"/>
                  <a:pt x="2846" y="15019"/>
                  <a:pt x="3014" y="16150"/>
                </a:cubicBezTo>
                <a:cubicBezTo>
                  <a:pt x="3182" y="17280"/>
                  <a:pt x="3197" y="18078"/>
                  <a:pt x="3182" y="18335"/>
                </a:cubicBezTo>
                <a:moveTo>
                  <a:pt x="14757" y="10094"/>
                </a:moveTo>
                <a:cubicBezTo>
                  <a:pt x="14644" y="10430"/>
                  <a:pt x="14453" y="11305"/>
                  <a:pt x="14588" y="12113"/>
                </a:cubicBezTo>
                <a:cubicBezTo>
                  <a:pt x="14723" y="12920"/>
                  <a:pt x="15009" y="12987"/>
                  <a:pt x="15135" y="12920"/>
                </a:cubicBezTo>
                <a:cubicBezTo>
                  <a:pt x="15255" y="12651"/>
                  <a:pt x="15458" y="11830"/>
                  <a:pt x="15314" y="10699"/>
                </a:cubicBezTo>
                <a:cubicBezTo>
                  <a:pt x="15171" y="9569"/>
                  <a:pt x="14883" y="9825"/>
                  <a:pt x="14757" y="10094"/>
                </a:cubicBezTo>
                <a:close/>
                <a:moveTo>
                  <a:pt x="14378" y="14535"/>
                </a:moveTo>
                <a:cubicBezTo>
                  <a:pt x="14322" y="14871"/>
                  <a:pt x="14226" y="15625"/>
                  <a:pt x="14294" y="15948"/>
                </a:cubicBezTo>
                <a:cubicBezTo>
                  <a:pt x="14361" y="16271"/>
                  <a:pt x="14518" y="16083"/>
                  <a:pt x="14588" y="15948"/>
                </a:cubicBezTo>
                <a:cubicBezTo>
                  <a:pt x="14616" y="15881"/>
                  <a:pt x="14672" y="15625"/>
                  <a:pt x="14672" y="15141"/>
                </a:cubicBezTo>
                <a:cubicBezTo>
                  <a:pt x="14672" y="14535"/>
                  <a:pt x="14546" y="14333"/>
                  <a:pt x="14378" y="14535"/>
                </a:cubicBezTo>
                <a:close/>
              </a:path>
            </a:pathLst>
          </a:custGeom>
          <a:ln w="11608">
            <a:solidFill>
              <a:srgbClr val="2C2C2C"/>
            </a:solidFill>
          </a:ln>
        </p:spPr>
        <p:txBody>
          <a:bodyPr lIns="45719" rIns="45719" anchor="ctr"/>
          <a:lstStyle/>
          <a:p>
            <a:pPr algn="ctr" defTabSz="457200"/>
            <a:endParaRPr/>
          </a:p>
        </p:txBody>
      </p:sp>
      <p:sp>
        <p:nvSpPr>
          <p:cNvPr id="290" name="TextBox 9"/>
          <p:cNvSpPr txBox="1"/>
          <p:nvPr/>
        </p:nvSpPr>
        <p:spPr>
          <a:xfrm>
            <a:off x="5448387" y="1594372"/>
            <a:ext cx="129522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 defTabSz="457200">
              <a:defRPr sz="1500" b="1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rPr sz="2000" dirty="0"/>
              <a:t>Limitations</a:t>
            </a:r>
          </a:p>
        </p:txBody>
      </p:sp>
      <p:sp>
        <p:nvSpPr>
          <p:cNvPr id="291" name="TextBox 10"/>
          <p:cNvSpPr txBox="1"/>
          <p:nvPr/>
        </p:nvSpPr>
        <p:spPr>
          <a:xfrm>
            <a:off x="6479324" y="2907094"/>
            <a:ext cx="13510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 b="1">
                <a:solidFill>
                  <a:srgbClr val="4F91FC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Small Sample Size</a:t>
            </a:r>
          </a:p>
        </p:txBody>
      </p:sp>
      <p:sp>
        <p:nvSpPr>
          <p:cNvPr id="292" name="TextBox 11"/>
          <p:cNvSpPr txBox="1"/>
          <p:nvPr/>
        </p:nvSpPr>
        <p:spPr>
          <a:xfrm>
            <a:off x="6479324" y="3205049"/>
            <a:ext cx="13470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Concern on generalization</a:t>
            </a:r>
          </a:p>
        </p:txBody>
      </p:sp>
      <p:sp>
        <p:nvSpPr>
          <p:cNvPr id="293" name="TextBox 12"/>
          <p:cNvSpPr txBox="1"/>
          <p:nvPr/>
        </p:nvSpPr>
        <p:spPr>
          <a:xfrm>
            <a:off x="6479324" y="3557175"/>
            <a:ext cx="12071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 b="1">
                <a:solidFill>
                  <a:srgbClr val="43DD9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Class Imbalance</a:t>
            </a:r>
          </a:p>
        </p:txBody>
      </p:sp>
      <p:sp>
        <p:nvSpPr>
          <p:cNvPr id="294" name="TextBox 13"/>
          <p:cNvSpPr txBox="1"/>
          <p:nvPr/>
        </p:nvSpPr>
        <p:spPr>
          <a:xfrm>
            <a:off x="6479324" y="3831912"/>
            <a:ext cx="177207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ROC-AUC &amp; PR curves to mitigate</a:t>
            </a:r>
          </a:p>
        </p:txBody>
      </p:sp>
      <p:sp>
        <p:nvSpPr>
          <p:cNvPr id="295" name="TextBox 14"/>
          <p:cNvSpPr txBox="1"/>
          <p:nvPr/>
        </p:nvSpPr>
        <p:spPr>
          <a:xfrm>
            <a:off x="6479324" y="4300125"/>
            <a:ext cx="117281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 b="1">
                <a:solidFill>
                  <a:srgbClr val="FFE71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Multicollinearity</a:t>
            </a:r>
          </a:p>
        </p:txBody>
      </p:sp>
      <p:sp>
        <p:nvSpPr>
          <p:cNvPr id="296" name="TextBox 15"/>
          <p:cNvSpPr txBox="1"/>
          <p:nvPr/>
        </p:nvSpPr>
        <p:spPr>
          <a:xfrm>
            <a:off x="6479324" y="4598080"/>
            <a:ext cx="232543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Fine-tune using dimension reduction methods</a:t>
            </a:r>
          </a:p>
        </p:txBody>
      </p:sp>
      <p:sp>
        <p:nvSpPr>
          <p:cNvPr id="297" name="TextBox 16"/>
          <p:cNvSpPr txBox="1"/>
          <p:nvPr/>
        </p:nvSpPr>
        <p:spPr>
          <a:xfrm>
            <a:off x="6479324" y="4950207"/>
            <a:ext cx="16554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200" b="1">
                <a:solidFill>
                  <a:srgbClr val="F7943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Limited interpretability</a:t>
            </a:r>
          </a:p>
        </p:txBody>
      </p:sp>
      <p:sp>
        <p:nvSpPr>
          <p:cNvPr id="298" name="TextBox 17"/>
          <p:cNvSpPr txBox="1"/>
          <p:nvPr/>
        </p:nvSpPr>
        <p:spPr>
          <a:xfrm>
            <a:off x="6479324" y="5248161"/>
            <a:ext cx="179183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900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Ideal clinical setting: Explainable AI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657</Words>
  <Application>Microsoft Office PowerPoint</Application>
  <PresentationFormat>Widescreen</PresentationFormat>
  <Paragraphs>149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 Jiayang</dc:creator>
  <cp:lastModifiedBy>Le Jiayang</cp:lastModifiedBy>
  <cp:revision>1</cp:revision>
  <dcterms:modified xsi:type="dcterms:W3CDTF">2025-12-09T19:52:03Z</dcterms:modified>
</cp:coreProperties>
</file>